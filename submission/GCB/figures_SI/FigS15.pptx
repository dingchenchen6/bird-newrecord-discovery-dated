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3347700" cy="140716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7080" y="546840"/>
            <a:ext cx="12012120" cy="2289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67080" y="3208320"/>
            <a:ext cx="12012120" cy="795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13347720" cy="14071680"/>
          </a:xfrm>
          <a:custGeom>
            <a:avLst/>
            <a:gdLst/>
            <a:ahLst/>
            <a:rect l="0" t="0" r="r" b="b"/>
            <a:pathLst>
              <a:path w="37077" h="39088">
                <a:moveTo>
                  <a:pt x="0" y="0"/>
                </a:moveTo>
                <a:lnTo>
                  <a:pt x="37077" y="0"/>
                </a:lnTo>
                <a:lnTo>
                  <a:pt x="37077" y="39088"/>
                </a:lnTo>
                <a:lnTo>
                  <a:pt x="0" y="39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13347720" cy="14071680"/>
          </a:xfrm>
          <a:custGeom>
            <a:avLst/>
            <a:gdLst/>
            <a:ahLst/>
            <a:rect l="0" t="0" r="r" b="b"/>
            <a:pathLst>
              <a:path w="37077" h="39088">
                <a:moveTo>
                  <a:pt x="0" y="0"/>
                </a:moveTo>
                <a:lnTo>
                  <a:pt x="37077" y="0"/>
                </a:lnTo>
                <a:lnTo>
                  <a:pt x="37077" y="39088"/>
                </a:lnTo>
                <a:lnTo>
                  <a:pt x="0" y="390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551520"/>
            <a:ext cx="3302280" cy="3001320"/>
          </a:xfrm>
          <a:custGeom>
            <a:avLst/>
            <a:gdLst/>
            <a:ahLst/>
            <a:rect l="0" t="0" r="r" b="b"/>
            <a:pathLst>
              <a:path w="9173" h="8337">
                <a:moveTo>
                  <a:pt x="0" y="0"/>
                </a:moveTo>
                <a:lnTo>
                  <a:pt x="9173" y="0"/>
                </a:lnTo>
                <a:lnTo>
                  <a:pt x="9173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398520" y="69480"/>
            <a:ext cx="2935440" cy="482400"/>
          </a:xfrm>
          <a:custGeom>
            <a:avLst/>
            <a:gdLst/>
            <a:ahLst/>
            <a:rect l="0" t="0" r="r" b="b"/>
            <a:pathLst>
              <a:path w="8154" h="1340">
                <a:moveTo>
                  <a:pt x="0" y="0"/>
                </a:moveTo>
                <a:lnTo>
                  <a:pt x="8154" y="0"/>
                </a:lnTo>
                <a:lnTo>
                  <a:pt x="8154" y="1340"/>
                </a:lnTo>
                <a:lnTo>
                  <a:pt x="0" y="13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1409040" y="182880"/>
            <a:ext cx="8726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Passeriformes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447480" y="589680"/>
            <a:ext cx="2837520" cy="2837160"/>
          </a:xfrm>
          <a:custGeom>
            <a:avLst/>
            <a:gdLst/>
            <a:ahLst/>
            <a:rect l="0" t="0" r="r" b="b"/>
            <a:pathLst>
              <a:path w="7882" h="7881">
                <a:moveTo>
                  <a:pt x="0" y="0"/>
                </a:moveTo>
                <a:lnTo>
                  <a:pt x="7882" y="0"/>
                </a:lnTo>
                <a:lnTo>
                  <a:pt x="7882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 flipV="1">
            <a:off x="1866240" y="73152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 flipV="1">
            <a:off x="1866240" y="110556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866240" y="2008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866240" y="200808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866240" y="20080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 flipH="1">
            <a:off x="963360" y="200808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 flipH="1">
            <a:off x="589320" y="2008080"/>
            <a:ext cx="127692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 flipH="1" flipV="1">
            <a:off x="963360" y="110556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298880" y="1440720"/>
            <a:ext cx="1134720" cy="1134720"/>
          </a:xfrm>
          <a:custGeom>
            <a:avLst/>
            <a:gdLst/>
            <a:ahLst/>
            <a:rect l="0" t="0" r="r" b="b"/>
            <a:pathLst>
              <a:path fill="none" w="3152" h="3152">
                <a:moveTo>
                  <a:pt x="1577" y="0"/>
                </a:moveTo>
                <a:lnTo>
                  <a:pt x="1677" y="3"/>
                </a:lnTo>
                <a:lnTo>
                  <a:pt x="1776" y="13"/>
                </a:lnTo>
                <a:lnTo>
                  <a:pt x="1875" y="28"/>
                </a:lnTo>
                <a:lnTo>
                  <a:pt x="1972" y="50"/>
                </a:lnTo>
                <a:lnTo>
                  <a:pt x="2068" y="79"/>
                </a:lnTo>
                <a:lnTo>
                  <a:pt x="2162" y="113"/>
                </a:lnTo>
                <a:lnTo>
                  <a:pt x="2254" y="153"/>
                </a:lnTo>
                <a:lnTo>
                  <a:pt x="2343" y="199"/>
                </a:lnTo>
                <a:lnTo>
                  <a:pt x="2429" y="250"/>
                </a:lnTo>
                <a:lnTo>
                  <a:pt x="2511" y="307"/>
                </a:lnTo>
                <a:lnTo>
                  <a:pt x="2590" y="369"/>
                </a:lnTo>
                <a:lnTo>
                  <a:pt x="2664" y="435"/>
                </a:lnTo>
                <a:lnTo>
                  <a:pt x="2734" y="507"/>
                </a:lnTo>
                <a:lnTo>
                  <a:pt x="2800" y="582"/>
                </a:lnTo>
                <a:lnTo>
                  <a:pt x="2860" y="662"/>
                </a:lnTo>
                <a:lnTo>
                  <a:pt x="2916" y="746"/>
                </a:lnTo>
                <a:lnTo>
                  <a:pt x="2966" y="833"/>
                </a:lnTo>
                <a:lnTo>
                  <a:pt x="3010" y="922"/>
                </a:lnTo>
                <a:lnTo>
                  <a:pt x="3049" y="1015"/>
                </a:lnTo>
                <a:lnTo>
                  <a:pt x="3081" y="1109"/>
                </a:lnTo>
                <a:lnTo>
                  <a:pt x="3108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2" y="1602"/>
                </a:lnTo>
                <a:lnTo>
                  <a:pt x="3148" y="1702"/>
                </a:lnTo>
                <a:lnTo>
                  <a:pt x="3137" y="1801"/>
                </a:lnTo>
                <a:lnTo>
                  <a:pt x="3119" y="1900"/>
                </a:lnTo>
                <a:lnTo>
                  <a:pt x="3096" y="1997"/>
                </a:lnTo>
                <a:lnTo>
                  <a:pt x="3066" y="2092"/>
                </a:lnTo>
                <a:lnTo>
                  <a:pt x="3030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2"/>
                </a:lnTo>
                <a:lnTo>
                  <a:pt x="2768" y="2609"/>
                </a:lnTo>
                <a:lnTo>
                  <a:pt x="2700" y="2683"/>
                </a:lnTo>
                <a:lnTo>
                  <a:pt x="2627" y="2752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6" y="3146"/>
                </a:lnTo>
                <a:lnTo>
                  <a:pt x="1627" y="3152"/>
                </a:lnTo>
                <a:lnTo>
                  <a:pt x="1527" y="3152"/>
                </a:lnTo>
                <a:lnTo>
                  <a:pt x="1427" y="3146"/>
                </a:lnTo>
                <a:lnTo>
                  <a:pt x="1328" y="3133"/>
                </a:lnTo>
                <a:lnTo>
                  <a:pt x="1229" y="3114"/>
                </a:lnTo>
                <a:lnTo>
                  <a:pt x="1133" y="3089"/>
                </a:lnTo>
                <a:lnTo>
                  <a:pt x="1037" y="3058"/>
                </a:lnTo>
                <a:lnTo>
                  <a:pt x="944" y="3021"/>
                </a:lnTo>
                <a:lnTo>
                  <a:pt x="853" y="2978"/>
                </a:lnTo>
                <a:lnTo>
                  <a:pt x="766" y="2929"/>
                </a:lnTo>
                <a:lnTo>
                  <a:pt x="682" y="2875"/>
                </a:lnTo>
                <a:lnTo>
                  <a:pt x="601" y="2816"/>
                </a:lnTo>
                <a:lnTo>
                  <a:pt x="525" y="2752"/>
                </a:lnTo>
                <a:lnTo>
                  <a:pt x="452" y="2683"/>
                </a:lnTo>
                <a:lnTo>
                  <a:pt x="385" y="2609"/>
                </a:lnTo>
                <a:lnTo>
                  <a:pt x="321" y="2532"/>
                </a:lnTo>
                <a:lnTo>
                  <a:pt x="263" y="2450"/>
                </a:lnTo>
                <a:lnTo>
                  <a:pt x="211" y="2365"/>
                </a:lnTo>
                <a:lnTo>
                  <a:pt x="163" y="2277"/>
                </a:lnTo>
                <a:lnTo>
                  <a:pt x="122" y="2186"/>
                </a:lnTo>
                <a:lnTo>
                  <a:pt x="86" y="2092"/>
                </a:lnTo>
                <a:lnTo>
                  <a:pt x="57" y="1997"/>
                </a:lnTo>
                <a:lnTo>
                  <a:pt x="33" y="1900"/>
                </a:lnTo>
                <a:lnTo>
                  <a:pt x="16" y="1801"/>
                </a:lnTo>
                <a:lnTo>
                  <a:pt x="4" y="1702"/>
                </a:lnTo>
                <a:lnTo>
                  <a:pt x="0" y="1602"/>
                </a:lnTo>
                <a:lnTo>
                  <a:pt x="1" y="1502"/>
                </a:lnTo>
                <a:lnTo>
                  <a:pt x="9" y="1402"/>
                </a:lnTo>
                <a:lnTo>
                  <a:pt x="23" y="1303"/>
                </a:lnTo>
                <a:lnTo>
                  <a:pt x="44" y="1205"/>
                </a:lnTo>
                <a:lnTo>
                  <a:pt x="71" y="1109"/>
                </a:lnTo>
                <a:lnTo>
                  <a:pt x="103" y="1015"/>
                </a:lnTo>
                <a:lnTo>
                  <a:pt x="142" y="922"/>
                </a:lnTo>
                <a:lnTo>
                  <a:pt x="186" y="833"/>
                </a:lnTo>
                <a:lnTo>
                  <a:pt x="236" y="746"/>
                </a:lnTo>
                <a:lnTo>
                  <a:pt x="292" y="662"/>
                </a:lnTo>
                <a:lnTo>
                  <a:pt x="352" y="582"/>
                </a:lnTo>
                <a:lnTo>
                  <a:pt x="418" y="507"/>
                </a:lnTo>
                <a:lnTo>
                  <a:pt x="488" y="435"/>
                </a:lnTo>
                <a:lnTo>
                  <a:pt x="563" y="369"/>
                </a:lnTo>
                <a:lnTo>
                  <a:pt x="641" y="307"/>
                </a:lnTo>
                <a:lnTo>
                  <a:pt x="724" y="250"/>
                </a:lnTo>
                <a:lnTo>
                  <a:pt x="809" y="199"/>
                </a:lnTo>
                <a:lnTo>
                  <a:pt x="898" y="153"/>
                </a:lnTo>
                <a:lnTo>
                  <a:pt x="990" y="113"/>
                </a:lnTo>
                <a:lnTo>
                  <a:pt x="1084" y="79"/>
                </a:lnTo>
                <a:lnTo>
                  <a:pt x="1181" y="50"/>
                </a:lnTo>
                <a:lnTo>
                  <a:pt x="1278" y="28"/>
                </a:lnTo>
                <a:lnTo>
                  <a:pt x="1377" y="13"/>
                </a:lnTo>
                <a:lnTo>
                  <a:pt x="1477" y="3"/>
                </a:lnTo>
                <a:lnTo>
                  <a:pt x="157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731520" y="873360"/>
            <a:ext cx="2269440" cy="2269440"/>
          </a:xfrm>
          <a:custGeom>
            <a:avLst/>
            <a:gdLst/>
            <a:ahLst/>
            <a:rect l="0" t="0" r="r" b="b"/>
            <a:pathLst>
              <a:path fill="none" w="6304" h="6304">
                <a:moveTo>
                  <a:pt x="3153" y="0"/>
                </a:moveTo>
                <a:lnTo>
                  <a:pt x="3352" y="6"/>
                </a:lnTo>
                <a:lnTo>
                  <a:pt x="3552" y="25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6"/>
                </a:lnTo>
                <a:lnTo>
                  <a:pt x="4507" y="306"/>
                </a:lnTo>
                <a:lnTo>
                  <a:pt x="4685" y="398"/>
                </a:lnTo>
                <a:lnTo>
                  <a:pt x="4857" y="500"/>
                </a:lnTo>
                <a:lnTo>
                  <a:pt x="5021" y="614"/>
                </a:lnTo>
                <a:lnTo>
                  <a:pt x="5179" y="738"/>
                </a:lnTo>
                <a:lnTo>
                  <a:pt x="5328" y="872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5"/>
                </a:lnTo>
                <a:lnTo>
                  <a:pt x="5831" y="1491"/>
                </a:lnTo>
                <a:lnTo>
                  <a:pt x="5931" y="1664"/>
                </a:lnTo>
                <a:lnTo>
                  <a:pt x="6020" y="1844"/>
                </a:lnTo>
                <a:lnTo>
                  <a:pt x="6097" y="2028"/>
                </a:lnTo>
                <a:lnTo>
                  <a:pt x="6163" y="2217"/>
                </a:lnTo>
                <a:lnTo>
                  <a:pt x="6216" y="2410"/>
                </a:lnTo>
                <a:lnTo>
                  <a:pt x="6257" y="2606"/>
                </a:lnTo>
                <a:lnTo>
                  <a:pt x="6285" y="2804"/>
                </a:lnTo>
                <a:lnTo>
                  <a:pt x="6301" y="3003"/>
                </a:lnTo>
                <a:lnTo>
                  <a:pt x="6304" y="3203"/>
                </a:lnTo>
                <a:lnTo>
                  <a:pt x="6295" y="3403"/>
                </a:lnTo>
                <a:lnTo>
                  <a:pt x="6273" y="3602"/>
                </a:lnTo>
                <a:lnTo>
                  <a:pt x="6238" y="3799"/>
                </a:lnTo>
                <a:lnTo>
                  <a:pt x="6191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2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1" y="5631"/>
                </a:lnTo>
                <a:lnTo>
                  <a:pt x="4940" y="5749"/>
                </a:lnTo>
                <a:lnTo>
                  <a:pt x="4772" y="5857"/>
                </a:lnTo>
                <a:lnTo>
                  <a:pt x="4597" y="5955"/>
                </a:lnTo>
                <a:lnTo>
                  <a:pt x="4416" y="6041"/>
                </a:lnTo>
                <a:lnTo>
                  <a:pt x="4231" y="6115"/>
                </a:lnTo>
                <a:lnTo>
                  <a:pt x="4041" y="6177"/>
                </a:lnTo>
                <a:lnTo>
                  <a:pt x="3847" y="6228"/>
                </a:lnTo>
                <a:lnTo>
                  <a:pt x="3651" y="6265"/>
                </a:lnTo>
                <a:lnTo>
                  <a:pt x="3452" y="6291"/>
                </a:lnTo>
                <a:lnTo>
                  <a:pt x="3253" y="6304"/>
                </a:lnTo>
                <a:lnTo>
                  <a:pt x="3053" y="6304"/>
                </a:lnTo>
                <a:lnTo>
                  <a:pt x="2853" y="6291"/>
                </a:lnTo>
                <a:lnTo>
                  <a:pt x="2655" y="6265"/>
                </a:lnTo>
                <a:lnTo>
                  <a:pt x="2458" y="6228"/>
                </a:lnTo>
                <a:lnTo>
                  <a:pt x="2265" y="6177"/>
                </a:lnTo>
                <a:lnTo>
                  <a:pt x="2075" y="6115"/>
                </a:lnTo>
                <a:lnTo>
                  <a:pt x="1889" y="6041"/>
                </a:lnTo>
                <a:lnTo>
                  <a:pt x="1708" y="5955"/>
                </a:lnTo>
                <a:lnTo>
                  <a:pt x="1533" y="5857"/>
                </a:lnTo>
                <a:lnTo>
                  <a:pt x="1365" y="5749"/>
                </a:lnTo>
                <a:lnTo>
                  <a:pt x="1204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69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7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6" y="3799"/>
                </a:lnTo>
                <a:lnTo>
                  <a:pt x="32" y="3602"/>
                </a:lnTo>
                <a:lnTo>
                  <a:pt x="9" y="3403"/>
                </a:lnTo>
                <a:lnTo>
                  <a:pt x="0" y="3203"/>
                </a:lnTo>
                <a:lnTo>
                  <a:pt x="3" y="3003"/>
                </a:lnTo>
                <a:lnTo>
                  <a:pt x="19" y="2804"/>
                </a:lnTo>
                <a:lnTo>
                  <a:pt x="47" y="2606"/>
                </a:lnTo>
                <a:lnTo>
                  <a:pt x="88" y="2410"/>
                </a:lnTo>
                <a:lnTo>
                  <a:pt x="142" y="2217"/>
                </a:lnTo>
                <a:lnTo>
                  <a:pt x="207" y="2028"/>
                </a:lnTo>
                <a:lnTo>
                  <a:pt x="284" y="1844"/>
                </a:lnTo>
                <a:lnTo>
                  <a:pt x="373" y="1664"/>
                </a:lnTo>
                <a:lnTo>
                  <a:pt x="473" y="1491"/>
                </a:lnTo>
                <a:lnTo>
                  <a:pt x="584" y="1325"/>
                </a:lnTo>
                <a:lnTo>
                  <a:pt x="705" y="1165"/>
                </a:lnTo>
                <a:lnTo>
                  <a:pt x="836" y="1014"/>
                </a:lnTo>
                <a:lnTo>
                  <a:pt x="976" y="872"/>
                </a:lnTo>
                <a:lnTo>
                  <a:pt x="1126" y="738"/>
                </a:lnTo>
                <a:lnTo>
                  <a:pt x="1284" y="614"/>
                </a:lnTo>
                <a:lnTo>
                  <a:pt x="1448" y="500"/>
                </a:lnTo>
                <a:lnTo>
                  <a:pt x="1620" y="398"/>
                </a:lnTo>
                <a:lnTo>
                  <a:pt x="1798" y="306"/>
                </a:lnTo>
                <a:lnTo>
                  <a:pt x="1981" y="226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7"/>
                </a:lnTo>
                <a:lnTo>
                  <a:pt x="2754" y="25"/>
                </a:lnTo>
                <a:lnTo>
                  <a:pt x="2953" y="6"/>
                </a:lnTo>
                <a:lnTo>
                  <a:pt x="3153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589680" y="73152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7" y="0"/>
                </a:moveTo>
                <a:lnTo>
                  <a:pt x="3771" y="7"/>
                </a:lnTo>
                <a:lnTo>
                  <a:pt x="3996" y="28"/>
                </a:lnTo>
                <a:lnTo>
                  <a:pt x="4218" y="64"/>
                </a:lnTo>
                <a:lnTo>
                  <a:pt x="4437" y="114"/>
                </a:lnTo>
                <a:lnTo>
                  <a:pt x="4653" y="177"/>
                </a:lnTo>
                <a:lnTo>
                  <a:pt x="4865" y="254"/>
                </a:lnTo>
                <a:lnTo>
                  <a:pt x="5071" y="344"/>
                </a:lnTo>
                <a:lnTo>
                  <a:pt x="5271" y="447"/>
                </a:lnTo>
                <a:lnTo>
                  <a:pt x="5464" y="563"/>
                </a:lnTo>
                <a:lnTo>
                  <a:pt x="5649" y="690"/>
                </a:lnTo>
                <a:lnTo>
                  <a:pt x="5826" y="830"/>
                </a:lnTo>
                <a:lnTo>
                  <a:pt x="5994" y="980"/>
                </a:lnTo>
                <a:lnTo>
                  <a:pt x="6152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4"/>
                </a:lnTo>
                <a:lnTo>
                  <a:pt x="6859" y="2281"/>
                </a:lnTo>
                <a:lnTo>
                  <a:pt x="6933" y="2494"/>
                </a:lnTo>
                <a:lnTo>
                  <a:pt x="6993" y="2711"/>
                </a:lnTo>
                <a:lnTo>
                  <a:pt x="7039" y="2931"/>
                </a:lnTo>
                <a:lnTo>
                  <a:pt x="7071" y="3154"/>
                </a:lnTo>
                <a:lnTo>
                  <a:pt x="7089" y="3378"/>
                </a:lnTo>
                <a:lnTo>
                  <a:pt x="7092" y="3603"/>
                </a:lnTo>
                <a:lnTo>
                  <a:pt x="7081" y="3828"/>
                </a:lnTo>
                <a:lnTo>
                  <a:pt x="7057" y="4052"/>
                </a:lnTo>
                <a:lnTo>
                  <a:pt x="7018" y="4273"/>
                </a:lnTo>
                <a:lnTo>
                  <a:pt x="6964" y="4492"/>
                </a:lnTo>
                <a:lnTo>
                  <a:pt x="6898" y="4707"/>
                </a:lnTo>
                <a:lnTo>
                  <a:pt x="6817" y="4917"/>
                </a:lnTo>
                <a:lnTo>
                  <a:pt x="6724" y="5122"/>
                </a:lnTo>
                <a:lnTo>
                  <a:pt x="6618" y="5320"/>
                </a:lnTo>
                <a:lnTo>
                  <a:pt x="6499" y="5511"/>
                </a:lnTo>
                <a:lnTo>
                  <a:pt x="6368" y="5695"/>
                </a:lnTo>
                <a:lnTo>
                  <a:pt x="6227" y="5869"/>
                </a:lnTo>
                <a:lnTo>
                  <a:pt x="6074" y="6035"/>
                </a:lnTo>
                <a:lnTo>
                  <a:pt x="5911" y="6190"/>
                </a:lnTo>
                <a:lnTo>
                  <a:pt x="5739" y="6334"/>
                </a:lnTo>
                <a:lnTo>
                  <a:pt x="5557" y="6468"/>
                </a:lnTo>
                <a:lnTo>
                  <a:pt x="5368" y="6590"/>
                </a:lnTo>
                <a:lnTo>
                  <a:pt x="5172" y="6699"/>
                </a:lnTo>
                <a:lnTo>
                  <a:pt x="4968" y="6796"/>
                </a:lnTo>
                <a:lnTo>
                  <a:pt x="4759" y="6879"/>
                </a:lnTo>
                <a:lnTo>
                  <a:pt x="4546" y="6949"/>
                </a:lnTo>
                <a:lnTo>
                  <a:pt x="4328" y="7006"/>
                </a:lnTo>
                <a:lnTo>
                  <a:pt x="4107" y="7049"/>
                </a:lnTo>
                <a:lnTo>
                  <a:pt x="3884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9"/>
                </a:lnTo>
                <a:lnTo>
                  <a:pt x="2765" y="7006"/>
                </a:lnTo>
                <a:lnTo>
                  <a:pt x="2547" y="6949"/>
                </a:lnTo>
                <a:lnTo>
                  <a:pt x="2334" y="6879"/>
                </a:lnTo>
                <a:lnTo>
                  <a:pt x="2125" y="6796"/>
                </a:lnTo>
                <a:lnTo>
                  <a:pt x="1922" y="6699"/>
                </a:lnTo>
                <a:lnTo>
                  <a:pt x="1724" y="6590"/>
                </a:lnTo>
                <a:lnTo>
                  <a:pt x="1535" y="6468"/>
                </a:lnTo>
                <a:lnTo>
                  <a:pt x="1353" y="6334"/>
                </a:lnTo>
                <a:lnTo>
                  <a:pt x="1181" y="6190"/>
                </a:lnTo>
                <a:lnTo>
                  <a:pt x="1018" y="6035"/>
                </a:lnTo>
                <a:lnTo>
                  <a:pt x="866" y="5869"/>
                </a:lnTo>
                <a:lnTo>
                  <a:pt x="724" y="5695"/>
                </a:lnTo>
                <a:lnTo>
                  <a:pt x="593" y="5511"/>
                </a:lnTo>
                <a:lnTo>
                  <a:pt x="475" y="5320"/>
                </a:lnTo>
                <a:lnTo>
                  <a:pt x="368" y="5122"/>
                </a:lnTo>
                <a:lnTo>
                  <a:pt x="275" y="4917"/>
                </a:lnTo>
                <a:lnTo>
                  <a:pt x="195" y="4707"/>
                </a:lnTo>
                <a:lnTo>
                  <a:pt x="128" y="4492"/>
                </a:lnTo>
                <a:lnTo>
                  <a:pt x="75" y="4273"/>
                </a:lnTo>
                <a:lnTo>
                  <a:pt x="36" y="4052"/>
                </a:lnTo>
                <a:lnTo>
                  <a:pt x="11" y="3828"/>
                </a:lnTo>
                <a:lnTo>
                  <a:pt x="0" y="3603"/>
                </a:lnTo>
                <a:lnTo>
                  <a:pt x="3" y="3378"/>
                </a:lnTo>
                <a:lnTo>
                  <a:pt x="21" y="3154"/>
                </a:lnTo>
                <a:lnTo>
                  <a:pt x="53" y="2931"/>
                </a:lnTo>
                <a:lnTo>
                  <a:pt x="99" y="2711"/>
                </a:lnTo>
                <a:lnTo>
                  <a:pt x="159" y="2494"/>
                </a:lnTo>
                <a:lnTo>
                  <a:pt x="233" y="2281"/>
                </a:lnTo>
                <a:lnTo>
                  <a:pt x="320" y="2074"/>
                </a:lnTo>
                <a:lnTo>
                  <a:pt x="420" y="1872"/>
                </a:lnTo>
                <a:lnTo>
                  <a:pt x="532" y="1677"/>
                </a:lnTo>
                <a:lnTo>
                  <a:pt x="657" y="1489"/>
                </a:lnTo>
                <a:lnTo>
                  <a:pt x="793" y="1310"/>
                </a:lnTo>
                <a:lnTo>
                  <a:pt x="941" y="1140"/>
                </a:lnTo>
                <a:lnTo>
                  <a:pt x="1098" y="980"/>
                </a:lnTo>
                <a:lnTo>
                  <a:pt x="1266" y="830"/>
                </a:lnTo>
                <a:lnTo>
                  <a:pt x="1443" y="690"/>
                </a:lnTo>
                <a:lnTo>
                  <a:pt x="1628" y="563"/>
                </a:lnTo>
                <a:lnTo>
                  <a:pt x="1821" y="447"/>
                </a:lnTo>
                <a:lnTo>
                  <a:pt x="2022" y="344"/>
                </a:lnTo>
                <a:lnTo>
                  <a:pt x="2229" y="254"/>
                </a:lnTo>
                <a:lnTo>
                  <a:pt x="2440" y="177"/>
                </a:lnTo>
                <a:lnTo>
                  <a:pt x="2656" y="114"/>
                </a:lnTo>
                <a:lnTo>
                  <a:pt x="2875" y="64"/>
                </a:lnTo>
                <a:lnTo>
                  <a:pt x="3098" y="28"/>
                </a:lnTo>
                <a:lnTo>
                  <a:pt x="3322" y="7"/>
                </a:lnTo>
                <a:lnTo>
                  <a:pt x="354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676160" y="1469520"/>
            <a:ext cx="1325160" cy="806040"/>
          </a:xfrm>
          <a:custGeom>
            <a:avLst/>
            <a:gdLst/>
            <a:ahLst/>
            <a:rect l="0" t="0" r="r" b="b"/>
            <a:pathLst>
              <a:path w="3681" h="2239">
                <a:moveTo>
                  <a:pt x="528" y="936"/>
                </a:moveTo>
                <a:lnTo>
                  <a:pt x="556" y="850"/>
                </a:lnTo>
                <a:lnTo>
                  <a:pt x="591" y="766"/>
                </a:lnTo>
                <a:lnTo>
                  <a:pt x="634" y="684"/>
                </a:lnTo>
                <a:lnTo>
                  <a:pt x="685" y="604"/>
                </a:lnTo>
                <a:lnTo>
                  <a:pt x="742" y="528"/>
                </a:lnTo>
                <a:lnTo>
                  <a:pt x="807" y="454"/>
                </a:lnTo>
                <a:lnTo>
                  <a:pt x="879" y="385"/>
                </a:lnTo>
                <a:lnTo>
                  <a:pt x="957" y="320"/>
                </a:lnTo>
                <a:lnTo>
                  <a:pt x="1040" y="260"/>
                </a:lnTo>
                <a:lnTo>
                  <a:pt x="1130" y="205"/>
                </a:lnTo>
                <a:lnTo>
                  <a:pt x="1226" y="156"/>
                </a:lnTo>
                <a:lnTo>
                  <a:pt x="1327" y="113"/>
                </a:lnTo>
                <a:lnTo>
                  <a:pt x="1433" y="76"/>
                </a:lnTo>
                <a:lnTo>
                  <a:pt x="1544" y="46"/>
                </a:lnTo>
                <a:lnTo>
                  <a:pt x="1658" y="24"/>
                </a:lnTo>
                <a:lnTo>
                  <a:pt x="1777" y="8"/>
                </a:lnTo>
                <a:lnTo>
                  <a:pt x="1899" y="0"/>
                </a:lnTo>
                <a:lnTo>
                  <a:pt x="2024" y="0"/>
                </a:lnTo>
                <a:lnTo>
                  <a:pt x="2115" y="24"/>
                </a:lnTo>
                <a:lnTo>
                  <a:pt x="2207" y="52"/>
                </a:lnTo>
                <a:lnTo>
                  <a:pt x="2298" y="85"/>
                </a:lnTo>
                <a:lnTo>
                  <a:pt x="2389" y="123"/>
                </a:lnTo>
                <a:lnTo>
                  <a:pt x="2480" y="165"/>
                </a:lnTo>
                <a:lnTo>
                  <a:pt x="2570" y="213"/>
                </a:lnTo>
                <a:lnTo>
                  <a:pt x="2660" y="266"/>
                </a:lnTo>
                <a:lnTo>
                  <a:pt x="2748" y="323"/>
                </a:lnTo>
                <a:lnTo>
                  <a:pt x="2835" y="385"/>
                </a:lnTo>
                <a:lnTo>
                  <a:pt x="2920" y="453"/>
                </a:lnTo>
                <a:lnTo>
                  <a:pt x="3003" y="525"/>
                </a:lnTo>
                <a:lnTo>
                  <a:pt x="3084" y="602"/>
                </a:lnTo>
                <a:lnTo>
                  <a:pt x="3163" y="683"/>
                </a:lnTo>
                <a:lnTo>
                  <a:pt x="3239" y="770"/>
                </a:lnTo>
                <a:lnTo>
                  <a:pt x="3313" y="861"/>
                </a:lnTo>
                <a:lnTo>
                  <a:pt x="3383" y="956"/>
                </a:lnTo>
                <a:lnTo>
                  <a:pt x="3450" y="1056"/>
                </a:lnTo>
                <a:lnTo>
                  <a:pt x="3514" y="1160"/>
                </a:lnTo>
                <a:lnTo>
                  <a:pt x="3573" y="1268"/>
                </a:lnTo>
                <a:lnTo>
                  <a:pt x="3629" y="1380"/>
                </a:lnTo>
                <a:lnTo>
                  <a:pt x="3681" y="1496"/>
                </a:lnTo>
                <a:lnTo>
                  <a:pt x="3578" y="1593"/>
                </a:lnTo>
                <a:lnTo>
                  <a:pt x="3472" y="1682"/>
                </a:lnTo>
                <a:lnTo>
                  <a:pt x="3364" y="1765"/>
                </a:lnTo>
                <a:lnTo>
                  <a:pt x="3254" y="1841"/>
                </a:lnTo>
                <a:lnTo>
                  <a:pt x="3142" y="1911"/>
                </a:lnTo>
                <a:lnTo>
                  <a:pt x="3028" y="1974"/>
                </a:lnTo>
                <a:lnTo>
                  <a:pt x="2913" y="2030"/>
                </a:lnTo>
                <a:lnTo>
                  <a:pt x="2797" y="2080"/>
                </a:lnTo>
                <a:lnTo>
                  <a:pt x="2681" y="2122"/>
                </a:lnTo>
                <a:lnTo>
                  <a:pt x="2564" y="2158"/>
                </a:lnTo>
                <a:lnTo>
                  <a:pt x="2447" y="2188"/>
                </a:lnTo>
                <a:lnTo>
                  <a:pt x="2330" y="2210"/>
                </a:lnTo>
                <a:lnTo>
                  <a:pt x="2214" y="2226"/>
                </a:lnTo>
                <a:lnTo>
                  <a:pt x="2099" y="2236"/>
                </a:lnTo>
                <a:lnTo>
                  <a:pt x="1985" y="2239"/>
                </a:lnTo>
                <a:lnTo>
                  <a:pt x="1872" y="2235"/>
                </a:lnTo>
                <a:lnTo>
                  <a:pt x="1761" y="2226"/>
                </a:lnTo>
                <a:lnTo>
                  <a:pt x="1652" y="2210"/>
                </a:lnTo>
                <a:lnTo>
                  <a:pt x="1545" y="2188"/>
                </a:lnTo>
                <a:lnTo>
                  <a:pt x="1441" y="2160"/>
                </a:lnTo>
                <a:lnTo>
                  <a:pt x="1340" y="2126"/>
                </a:lnTo>
                <a:lnTo>
                  <a:pt x="1242" y="2087"/>
                </a:lnTo>
                <a:lnTo>
                  <a:pt x="1147" y="2042"/>
                </a:lnTo>
                <a:lnTo>
                  <a:pt x="1056" y="1992"/>
                </a:lnTo>
                <a:lnTo>
                  <a:pt x="969" y="1937"/>
                </a:lnTo>
                <a:lnTo>
                  <a:pt x="869" y="1941"/>
                </a:lnTo>
                <a:lnTo>
                  <a:pt x="781" y="1929"/>
                </a:lnTo>
                <a:lnTo>
                  <a:pt x="840" y="1893"/>
                </a:lnTo>
                <a:lnTo>
                  <a:pt x="894" y="1848"/>
                </a:lnTo>
                <a:lnTo>
                  <a:pt x="941" y="1797"/>
                </a:lnTo>
                <a:lnTo>
                  <a:pt x="981" y="1739"/>
                </a:lnTo>
                <a:lnTo>
                  <a:pt x="1013" y="1676"/>
                </a:lnTo>
                <a:lnTo>
                  <a:pt x="1036" y="1608"/>
                </a:lnTo>
                <a:lnTo>
                  <a:pt x="1050" y="1538"/>
                </a:lnTo>
                <a:lnTo>
                  <a:pt x="1053" y="1465"/>
                </a:lnTo>
                <a:lnTo>
                  <a:pt x="1047" y="1393"/>
                </a:lnTo>
                <a:lnTo>
                  <a:pt x="1031" y="1322"/>
                </a:lnTo>
                <a:lnTo>
                  <a:pt x="1005" y="1253"/>
                </a:lnTo>
                <a:lnTo>
                  <a:pt x="970" y="1188"/>
                </a:lnTo>
                <a:lnTo>
                  <a:pt x="926" y="1129"/>
                </a:lnTo>
                <a:lnTo>
                  <a:pt x="874" y="1075"/>
                </a:lnTo>
                <a:lnTo>
                  <a:pt x="814" y="1029"/>
                </a:lnTo>
                <a:lnTo>
                  <a:pt x="748" y="992"/>
                </a:lnTo>
                <a:lnTo>
                  <a:pt x="678" y="963"/>
                </a:lnTo>
                <a:lnTo>
                  <a:pt x="604" y="944"/>
                </a:lnTo>
                <a:lnTo>
                  <a:pt x="528" y="936"/>
                </a:lnTo>
                <a:moveTo>
                  <a:pt x="776" y="1928"/>
                </a:moveTo>
                <a:lnTo>
                  <a:pt x="694" y="1899"/>
                </a:lnTo>
                <a:lnTo>
                  <a:pt x="624" y="1858"/>
                </a:lnTo>
                <a:lnTo>
                  <a:pt x="568" y="1805"/>
                </a:lnTo>
                <a:lnTo>
                  <a:pt x="528" y="1746"/>
                </a:lnTo>
                <a:lnTo>
                  <a:pt x="497" y="1807"/>
                </a:lnTo>
                <a:lnTo>
                  <a:pt x="455" y="1863"/>
                </a:lnTo>
                <a:lnTo>
                  <a:pt x="401" y="1914"/>
                </a:lnTo>
                <a:lnTo>
                  <a:pt x="356" y="1944"/>
                </a:lnTo>
                <a:lnTo>
                  <a:pt x="388" y="1958"/>
                </a:lnTo>
                <a:lnTo>
                  <a:pt x="452" y="1976"/>
                </a:lnTo>
                <a:lnTo>
                  <a:pt x="518" y="1985"/>
                </a:lnTo>
                <a:lnTo>
                  <a:pt x="585" y="1985"/>
                </a:lnTo>
                <a:lnTo>
                  <a:pt x="653" y="1976"/>
                </a:lnTo>
                <a:lnTo>
                  <a:pt x="718" y="1957"/>
                </a:lnTo>
                <a:lnTo>
                  <a:pt x="781" y="1929"/>
                </a:lnTo>
                <a:lnTo>
                  <a:pt x="776" y="1928"/>
                </a:lnTo>
                <a:moveTo>
                  <a:pt x="337" y="1957"/>
                </a:moveTo>
                <a:lnTo>
                  <a:pt x="264" y="1991"/>
                </a:lnTo>
                <a:lnTo>
                  <a:pt x="182" y="2014"/>
                </a:lnTo>
                <a:lnTo>
                  <a:pt x="93" y="2026"/>
                </a:lnTo>
                <a:lnTo>
                  <a:pt x="0" y="2025"/>
                </a:lnTo>
                <a:lnTo>
                  <a:pt x="7" y="1925"/>
                </a:lnTo>
                <a:lnTo>
                  <a:pt x="28" y="1831"/>
                </a:lnTo>
                <a:lnTo>
                  <a:pt x="61" y="1746"/>
                </a:lnTo>
                <a:lnTo>
                  <a:pt x="103" y="1677"/>
                </a:lnTo>
                <a:lnTo>
                  <a:pt x="111" y="1699"/>
                </a:lnTo>
                <a:lnTo>
                  <a:pt x="140" y="1756"/>
                </a:lnTo>
                <a:lnTo>
                  <a:pt x="176" y="1809"/>
                </a:lnTo>
                <a:lnTo>
                  <a:pt x="221" y="1857"/>
                </a:lnTo>
                <a:lnTo>
                  <a:pt x="271" y="1898"/>
                </a:lnTo>
                <a:lnTo>
                  <a:pt x="327" y="1932"/>
                </a:lnTo>
                <a:lnTo>
                  <a:pt x="356" y="1944"/>
                </a:lnTo>
                <a:lnTo>
                  <a:pt x="337" y="1957"/>
                </a:lnTo>
                <a:moveTo>
                  <a:pt x="106" y="1672"/>
                </a:moveTo>
                <a:lnTo>
                  <a:pt x="160" y="1608"/>
                </a:lnTo>
                <a:lnTo>
                  <a:pt x="222" y="1558"/>
                </a:lnTo>
                <a:lnTo>
                  <a:pt x="290" y="1520"/>
                </a:lnTo>
                <a:lnTo>
                  <a:pt x="362" y="1496"/>
                </a:lnTo>
                <a:lnTo>
                  <a:pt x="311" y="1462"/>
                </a:lnTo>
                <a:lnTo>
                  <a:pt x="267" y="1411"/>
                </a:lnTo>
                <a:lnTo>
                  <a:pt x="236" y="1347"/>
                </a:lnTo>
                <a:lnTo>
                  <a:pt x="219" y="1272"/>
                </a:lnTo>
                <a:lnTo>
                  <a:pt x="220" y="1188"/>
                </a:lnTo>
                <a:lnTo>
                  <a:pt x="178" y="1231"/>
                </a:lnTo>
                <a:lnTo>
                  <a:pt x="142" y="1280"/>
                </a:lnTo>
                <a:lnTo>
                  <a:pt x="113" y="1334"/>
                </a:lnTo>
                <a:lnTo>
                  <a:pt x="92" y="1391"/>
                </a:lnTo>
                <a:lnTo>
                  <a:pt x="79" y="1452"/>
                </a:lnTo>
                <a:lnTo>
                  <a:pt x="74" y="1515"/>
                </a:lnTo>
                <a:lnTo>
                  <a:pt x="77" y="1577"/>
                </a:lnTo>
                <a:lnTo>
                  <a:pt x="90" y="1639"/>
                </a:lnTo>
                <a:lnTo>
                  <a:pt x="103" y="1677"/>
                </a:lnTo>
                <a:lnTo>
                  <a:pt x="106" y="1672"/>
                </a:lnTo>
                <a:close/>
              </a:path>
            </a:pathLst>
          </a:custGeom>
          <a:solidFill>
            <a:srgbClr val="00BFC4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676160" y="1469520"/>
            <a:ext cx="1325160" cy="806040"/>
          </a:xfrm>
          <a:custGeom>
            <a:avLst/>
            <a:gdLst/>
            <a:ahLst/>
            <a:rect l="0" t="0" r="r" b="b"/>
            <a:pathLst>
              <a:path w="3681" h="2239">
                <a:moveTo>
                  <a:pt x="528" y="936"/>
                </a:moveTo>
                <a:lnTo>
                  <a:pt x="556" y="850"/>
                </a:lnTo>
                <a:lnTo>
                  <a:pt x="591" y="766"/>
                </a:lnTo>
                <a:lnTo>
                  <a:pt x="634" y="684"/>
                </a:lnTo>
                <a:lnTo>
                  <a:pt x="685" y="604"/>
                </a:lnTo>
                <a:lnTo>
                  <a:pt x="742" y="528"/>
                </a:lnTo>
                <a:lnTo>
                  <a:pt x="807" y="454"/>
                </a:lnTo>
                <a:lnTo>
                  <a:pt x="879" y="385"/>
                </a:lnTo>
                <a:lnTo>
                  <a:pt x="957" y="320"/>
                </a:lnTo>
                <a:lnTo>
                  <a:pt x="1040" y="260"/>
                </a:lnTo>
                <a:lnTo>
                  <a:pt x="1130" y="205"/>
                </a:lnTo>
                <a:lnTo>
                  <a:pt x="1226" y="156"/>
                </a:lnTo>
                <a:lnTo>
                  <a:pt x="1327" y="113"/>
                </a:lnTo>
                <a:lnTo>
                  <a:pt x="1433" y="76"/>
                </a:lnTo>
                <a:lnTo>
                  <a:pt x="1544" y="46"/>
                </a:lnTo>
                <a:lnTo>
                  <a:pt x="1658" y="24"/>
                </a:lnTo>
                <a:lnTo>
                  <a:pt x="1777" y="8"/>
                </a:lnTo>
                <a:lnTo>
                  <a:pt x="1899" y="0"/>
                </a:lnTo>
                <a:lnTo>
                  <a:pt x="2024" y="0"/>
                </a:lnTo>
                <a:lnTo>
                  <a:pt x="2115" y="24"/>
                </a:lnTo>
                <a:lnTo>
                  <a:pt x="2207" y="52"/>
                </a:lnTo>
                <a:lnTo>
                  <a:pt x="2298" y="85"/>
                </a:lnTo>
                <a:lnTo>
                  <a:pt x="2389" y="123"/>
                </a:lnTo>
                <a:lnTo>
                  <a:pt x="2480" y="165"/>
                </a:lnTo>
                <a:lnTo>
                  <a:pt x="2570" y="213"/>
                </a:lnTo>
                <a:lnTo>
                  <a:pt x="2660" y="266"/>
                </a:lnTo>
                <a:lnTo>
                  <a:pt x="2748" y="323"/>
                </a:lnTo>
                <a:lnTo>
                  <a:pt x="2835" y="385"/>
                </a:lnTo>
                <a:lnTo>
                  <a:pt x="2920" y="453"/>
                </a:lnTo>
                <a:lnTo>
                  <a:pt x="3003" y="525"/>
                </a:lnTo>
                <a:lnTo>
                  <a:pt x="3084" y="602"/>
                </a:lnTo>
                <a:lnTo>
                  <a:pt x="3163" y="683"/>
                </a:lnTo>
                <a:lnTo>
                  <a:pt x="3239" y="770"/>
                </a:lnTo>
                <a:lnTo>
                  <a:pt x="3313" y="861"/>
                </a:lnTo>
                <a:lnTo>
                  <a:pt x="3383" y="956"/>
                </a:lnTo>
                <a:lnTo>
                  <a:pt x="3450" y="1056"/>
                </a:lnTo>
                <a:lnTo>
                  <a:pt x="3514" y="1160"/>
                </a:lnTo>
                <a:lnTo>
                  <a:pt x="3573" y="1268"/>
                </a:lnTo>
                <a:lnTo>
                  <a:pt x="3629" y="1380"/>
                </a:lnTo>
                <a:lnTo>
                  <a:pt x="3681" y="1496"/>
                </a:lnTo>
                <a:lnTo>
                  <a:pt x="3578" y="1593"/>
                </a:lnTo>
                <a:lnTo>
                  <a:pt x="3472" y="1682"/>
                </a:lnTo>
                <a:lnTo>
                  <a:pt x="3364" y="1765"/>
                </a:lnTo>
                <a:lnTo>
                  <a:pt x="3254" y="1841"/>
                </a:lnTo>
                <a:lnTo>
                  <a:pt x="3142" y="1911"/>
                </a:lnTo>
                <a:lnTo>
                  <a:pt x="3028" y="1974"/>
                </a:lnTo>
                <a:lnTo>
                  <a:pt x="2913" y="2030"/>
                </a:lnTo>
                <a:lnTo>
                  <a:pt x="2797" y="2080"/>
                </a:lnTo>
                <a:lnTo>
                  <a:pt x="2681" y="2122"/>
                </a:lnTo>
                <a:lnTo>
                  <a:pt x="2564" y="2158"/>
                </a:lnTo>
                <a:lnTo>
                  <a:pt x="2447" y="2188"/>
                </a:lnTo>
                <a:lnTo>
                  <a:pt x="2330" y="2210"/>
                </a:lnTo>
                <a:lnTo>
                  <a:pt x="2214" y="2226"/>
                </a:lnTo>
                <a:lnTo>
                  <a:pt x="2099" y="2236"/>
                </a:lnTo>
                <a:lnTo>
                  <a:pt x="1985" y="2239"/>
                </a:lnTo>
                <a:lnTo>
                  <a:pt x="1872" y="2235"/>
                </a:lnTo>
                <a:lnTo>
                  <a:pt x="1761" y="2226"/>
                </a:lnTo>
                <a:lnTo>
                  <a:pt x="1652" y="2210"/>
                </a:lnTo>
                <a:lnTo>
                  <a:pt x="1545" y="2188"/>
                </a:lnTo>
                <a:lnTo>
                  <a:pt x="1441" y="2160"/>
                </a:lnTo>
                <a:lnTo>
                  <a:pt x="1340" y="2126"/>
                </a:lnTo>
                <a:lnTo>
                  <a:pt x="1242" y="2087"/>
                </a:lnTo>
                <a:lnTo>
                  <a:pt x="1147" y="2042"/>
                </a:lnTo>
                <a:lnTo>
                  <a:pt x="1056" y="1992"/>
                </a:lnTo>
                <a:lnTo>
                  <a:pt x="969" y="1937"/>
                </a:lnTo>
                <a:lnTo>
                  <a:pt x="869" y="1941"/>
                </a:lnTo>
                <a:lnTo>
                  <a:pt x="776" y="1928"/>
                </a:lnTo>
                <a:lnTo>
                  <a:pt x="694" y="1899"/>
                </a:lnTo>
                <a:lnTo>
                  <a:pt x="624" y="1858"/>
                </a:lnTo>
                <a:lnTo>
                  <a:pt x="568" y="1805"/>
                </a:lnTo>
                <a:lnTo>
                  <a:pt x="528" y="1746"/>
                </a:lnTo>
                <a:lnTo>
                  <a:pt x="497" y="1807"/>
                </a:lnTo>
                <a:lnTo>
                  <a:pt x="455" y="1863"/>
                </a:lnTo>
                <a:lnTo>
                  <a:pt x="401" y="1914"/>
                </a:lnTo>
                <a:lnTo>
                  <a:pt x="337" y="1957"/>
                </a:lnTo>
                <a:lnTo>
                  <a:pt x="264" y="1991"/>
                </a:lnTo>
                <a:lnTo>
                  <a:pt x="182" y="2014"/>
                </a:lnTo>
                <a:lnTo>
                  <a:pt x="93" y="2026"/>
                </a:lnTo>
                <a:lnTo>
                  <a:pt x="0" y="2025"/>
                </a:lnTo>
                <a:lnTo>
                  <a:pt x="7" y="1925"/>
                </a:lnTo>
                <a:lnTo>
                  <a:pt x="28" y="1831"/>
                </a:lnTo>
                <a:lnTo>
                  <a:pt x="61" y="1746"/>
                </a:lnTo>
                <a:lnTo>
                  <a:pt x="106" y="1672"/>
                </a:lnTo>
                <a:lnTo>
                  <a:pt x="160" y="1608"/>
                </a:lnTo>
                <a:lnTo>
                  <a:pt x="222" y="1558"/>
                </a:lnTo>
                <a:lnTo>
                  <a:pt x="290" y="1520"/>
                </a:lnTo>
                <a:lnTo>
                  <a:pt x="362" y="1496"/>
                </a:lnTo>
                <a:lnTo>
                  <a:pt x="311" y="1462"/>
                </a:lnTo>
                <a:lnTo>
                  <a:pt x="267" y="1411"/>
                </a:lnTo>
                <a:lnTo>
                  <a:pt x="236" y="1347"/>
                </a:lnTo>
                <a:lnTo>
                  <a:pt x="219" y="1272"/>
                </a:lnTo>
                <a:lnTo>
                  <a:pt x="220" y="1188"/>
                </a:lnTo>
                <a:lnTo>
                  <a:pt x="178" y="1231"/>
                </a:lnTo>
                <a:lnTo>
                  <a:pt x="142" y="1280"/>
                </a:lnTo>
                <a:lnTo>
                  <a:pt x="113" y="1334"/>
                </a:lnTo>
                <a:lnTo>
                  <a:pt x="92" y="1391"/>
                </a:lnTo>
                <a:lnTo>
                  <a:pt x="79" y="1452"/>
                </a:lnTo>
                <a:lnTo>
                  <a:pt x="74" y="1515"/>
                </a:lnTo>
                <a:lnTo>
                  <a:pt x="77" y="1577"/>
                </a:lnTo>
                <a:lnTo>
                  <a:pt x="90" y="1639"/>
                </a:lnTo>
                <a:lnTo>
                  <a:pt x="111" y="1699"/>
                </a:lnTo>
                <a:lnTo>
                  <a:pt x="140" y="1756"/>
                </a:lnTo>
                <a:lnTo>
                  <a:pt x="176" y="1809"/>
                </a:lnTo>
                <a:lnTo>
                  <a:pt x="221" y="1857"/>
                </a:lnTo>
                <a:lnTo>
                  <a:pt x="271" y="1898"/>
                </a:lnTo>
                <a:lnTo>
                  <a:pt x="327" y="1932"/>
                </a:lnTo>
                <a:lnTo>
                  <a:pt x="388" y="1958"/>
                </a:lnTo>
                <a:lnTo>
                  <a:pt x="452" y="1976"/>
                </a:lnTo>
                <a:lnTo>
                  <a:pt x="518" y="1985"/>
                </a:lnTo>
                <a:lnTo>
                  <a:pt x="585" y="1985"/>
                </a:lnTo>
                <a:lnTo>
                  <a:pt x="653" y="1976"/>
                </a:lnTo>
                <a:lnTo>
                  <a:pt x="718" y="1957"/>
                </a:lnTo>
                <a:lnTo>
                  <a:pt x="781" y="1929"/>
                </a:lnTo>
                <a:lnTo>
                  <a:pt x="840" y="1893"/>
                </a:lnTo>
                <a:lnTo>
                  <a:pt x="894" y="1848"/>
                </a:lnTo>
                <a:lnTo>
                  <a:pt x="941" y="1797"/>
                </a:lnTo>
                <a:lnTo>
                  <a:pt x="981" y="1739"/>
                </a:lnTo>
                <a:lnTo>
                  <a:pt x="1013" y="1676"/>
                </a:lnTo>
                <a:lnTo>
                  <a:pt x="1036" y="1608"/>
                </a:lnTo>
                <a:lnTo>
                  <a:pt x="1050" y="1538"/>
                </a:lnTo>
                <a:lnTo>
                  <a:pt x="1053" y="1465"/>
                </a:lnTo>
                <a:lnTo>
                  <a:pt x="1047" y="1393"/>
                </a:lnTo>
                <a:lnTo>
                  <a:pt x="1031" y="1322"/>
                </a:lnTo>
                <a:lnTo>
                  <a:pt x="1005" y="1253"/>
                </a:lnTo>
                <a:lnTo>
                  <a:pt x="970" y="1188"/>
                </a:lnTo>
                <a:lnTo>
                  <a:pt x="926" y="1129"/>
                </a:lnTo>
                <a:lnTo>
                  <a:pt x="874" y="1075"/>
                </a:lnTo>
                <a:lnTo>
                  <a:pt x="814" y="1029"/>
                </a:lnTo>
                <a:lnTo>
                  <a:pt x="748" y="992"/>
                </a:lnTo>
                <a:lnTo>
                  <a:pt x="678" y="963"/>
                </a:lnTo>
                <a:lnTo>
                  <a:pt x="604" y="944"/>
                </a:lnTo>
                <a:lnTo>
                  <a:pt x="528" y="936"/>
                </a:lnTo>
                <a:close/>
              </a:path>
            </a:pathLst>
          </a:custGeom>
          <a:noFill/>
          <a:ln w="24840">
            <a:solidFill>
              <a:srgbClr val="00BFC4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676160" y="1469520"/>
            <a:ext cx="1325160" cy="806040"/>
          </a:xfrm>
          <a:custGeom>
            <a:avLst/>
            <a:gdLst/>
            <a:ahLst/>
            <a:rect l="0" t="0" r="r" b="b"/>
            <a:pathLst>
              <a:path fill="none" w="3681" h="2239">
                <a:moveTo>
                  <a:pt x="528" y="936"/>
                </a:moveTo>
                <a:lnTo>
                  <a:pt x="556" y="850"/>
                </a:lnTo>
                <a:lnTo>
                  <a:pt x="591" y="766"/>
                </a:lnTo>
                <a:lnTo>
                  <a:pt x="634" y="684"/>
                </a:lnTo>
                <a:lnTo>
                  <a:pt x="685" y="604"/>
                </a:lnTo>
                <a:lnTo>
                  <a:pt x="742" y="528"/>
                </a:lnTo>
                <a:lnTo>
                  <a:pt x="807" y="454"/>
                </a:lnTo>
                <a:lnTo>
                  <a:pt x="879" y="385"/>
                </a:lnTo>
                <a:lnTo>
                  <a:pt x="957" y="320"/>
                </a:lnTo>
                <a:lnTo>
                  <a:pt x="1040" y="260"/>
                </a:lnTo>
                <a:lnTo>
                  <a:pt x="1130" y="205"/>
                </a:lnTo>
                <a:lnTo>
                  <a:pt x="1226" y="156"/>
                </a:lnTo>
                <a:lnTo>
                  <a:pt x="1327" y="113"/>
                </a:lnTo>
                <a:lnTo>
                  <a:pt x="1433" y="76"/>
                </a:lnTo>
                <a:lnTo>
                  <a:pt x="1544" y="46"/>
                </a:lnTo>
                <a:lnTo>
                  <a:pt x="1658" y="24"/>
                </a:lnTo>
                <a:lnTo>
                  <a:pt x="1777" y="8"/>
                </a:lnTo>
                <a:lnTo>
                  <a:pt x="1899" y="0"/>
                </a:lnTo>
                <a:lnTo>
                  <a:pt x="2024" y="0"/>
                </a:lnTo>
                <a:lnTo>
                  <a:pt x="2115" y="24"/>
                </a:lnTo>
                <a:lnTo>
                  <a:pt x="2207" y="52"/>
                </a:lnTo>
                <a:lnTo>
                  <a:pt x="2298" y="85"/>
                </a:lnTo>
                <a:lnTo>
                  <a:pt x="2389" y="123"/>
                </a:lnTo>
                <a:lnTo>
                  <a:pt x="2480" y="165"/>
                </a:lnTo>
                <a:lnTo>
                  <a:pt x="2570" y="213"/>
                </a:lnTo>
                <a:lnTo>
                  <a:pt x="2660" y="266"/>
                </a:lnTo>
                <a:lnTo>
                  <a:pt x="2748" y="323"/>
                </a:lnTo>
                <a:lnTo>
                  <a:pt x="2835" y="385"/>
                </a:lnTo>
                <a:lnTo>
                  <a:pt x="2920" y="453"/>
                </a:lnTo>
                <a:lnTo>
                  <a:pt x="3003" y="525"/>
                </a:lnTo>
                <a:lnTo>
                  <a:pt x="3084" y="602"/>
                </a:lnTo>
                <a:lnTo>
                  <a:pt x="3163" y="683"/>
                </a:lnTo>
                <a:lnTo>
                  <a:pt x="3239" y="770"/>
                </a:lnTo>
                <a:lnTo>
                  <a:pt x="3313" y="861"/>
                </a:lnTo>
                <a:lnTo>
                  <a:pt x="3383" y="956"/>
                </a:lnTo>
                <a:lnTo>
                  <a:pt x="3450" y="1056"/>
                </a:lnTo>
                <a:lnTo>
                  <a:pt x="3514" y="1160"/>
                </a:lnTo>
                <a:lnTo>
                  <a:pt x="3573" y="1268"/>
                </a:lnTo>
                <a:lnTo>
                  <a:pt x="3629" y="1380"/>
                </a:lnTo>
                <a:lnTo>
                  <a:pt x="3681" y="1496"/>
                </a:lnTo>
                <a:lnTo>
                  <a:pt x="3578" y="1593"/>
                </a:lnTo>
                <a:lnTo>
                  <a:pt x="3472" y="1682"/>
                </a:lnTo>
                <a:lnTo>
                  <a:pt x="3364" y="1765"/>
                </a:lnTo>
                <a:lnTo>
                  <a:pt x="3254" y="1841"/>
                </a:lnTo>
                <a:lnTo>
                  <a:pt x="3142" y="1911"/>
                </a:lnTo>
                <a:lnTo>
                  <a:pt x="3028" y="1974"/>
                </a:lnTo>
                <a:lnTo>
                  <a:pt x="2913" y="2030"/>
                </a:lnTo>
                <a:lnTo>
                  <a:pt x="2797" y="2080"/>
                </a:lnTo>
                <a:lnTo>
                  <a:pt x="2681" y="2122"/>
                </a:lnTo>
                <a:lnTo>
                  <a:pt x="2564" y="2158"/>
                </a:lnTo>
                <a:lnTo>
                  <a:pt x="2447" y="2188"/>
                </a:lnTo>
                <a:lnTo>
                  <a:pt x="2330" y="2210"/>
                </a:lnTo>
                <a:lnTo>
                  <a:pt x="2214" y="2226"/>
                </a:lnTo>
                <a:lnTo>
                  <a:pt x="2099" y="2236"/>
                </a:lnTo>
                <a:lnTo>
                  <a:pt x="1985" y="2239"/>
                </a:lnTo>
                <a:lnTo>
                  <a:pt x="1872" y="2235"/>
                </a:lnTo>
                <a:lnTo>
                  <a:pt x="1761" y="2226"/>
                </a:lnTo>
                <a:lnTo>
                  <a:pt x="1652" y="2210"/>
                </a:lnTo>
                <a:lnTo>
                  <a:pt x="1545" y="2188"/>
                </a:lnTo>
                <a:lnTo>
                  <a:pt x="1441" y="2160"/>
                </a:lnTo>
                <a:lnTo>
                  <a:pt x="1340" y="2126"/>
                </a:lnTo>
                <a:lnTo>
                  <a:pt x="1242" y="2087"/>
                </a:lnTo>
                <a:lnTo>
                  <a:pt x="1147" y="2042"/>
                </a:lnTo>
                <a:lnTo>
                  <a:pt x="1056" y="1992"/>
                </a:lnTo>
                <a:lnTo>
                  <a:pt x="969" y="1937"/>
                </a:lnTo>
                <a:lnTo>
                  <a:pt x="869" y="1941"/>
                </a:lnTo>
                <a:lnTo>
                  <a:pt x="776" y="1928"/>
                </a:lnTo>
                <a:lnTo>
                  <a:pt x="694" y="1899"/>
                </a:lnTo>
                <a:lnTo>
                  <a:pt x="624" y="1858"/>
                </a:lnTo>
                <a:lnTo>
                  <a:pt x="568" y="1805"/>
                </a:lnTo>
                <a:lnTo>
                  <a:pt x="528" y="1746"/>
                </a:lnTo>
                <a:lnTo>
                  <a:pt x="497" y="1807"/>
                </a:lnTo>
                <a:lnTo>
                  <a:pt x="455" y="1863"/>
                </a:lnTo>
                <a:lnTo>
                  <a:pt x="401" y="1914"/>
                </a:lnTo>
                <a:lnTo>
                  <a:pt x="337" y="1957"/>
                </a:lnTo>
                <a:lnTo>
                  <a:pt x="264" y="1991"/>
                </a:lnTo>
                <a:lnTo>
                  <a:pt x="182" y="2014"/>
                </a:lnTo>
                <a:lnTo>
                  <a:pt x="93" y="2026"/>
                </a:lnTo>
                <a:lnTo>
                  <a:pt x="0" y="2025"/>
                </a:lnTo>
                <a:lnTo>
                  <a:pt x="7" y="1925"/>
                </a:lnTo>
                <a:lnTo>
                  <a:pt x="28" y="1831"/>
                </a:lnTo>
                <a:lnTo>
                  <a:pt x="61" y="1746"/>
                </a:lnTo>
                <a:lnTo>
                  <a:pt x="106" y="1672"/>
                </a:lnTo>
                <a:lnTo>
                  <a:pt x="160" y="1608"/>
                </a:lnTo>
                <a:lnTo>
                  <a:pt x="222" y="1558"/>
                </a:lnTo>
                <a:lnTo>
                  <a:pt x="290" y="1520"/>
                </a:lnTo>
                <a:lnTo>
                  <a:pt x="362" y="1496"/>
                </a:lnTo>
                <a:lnTo>
                  <a:pt x="311" y="1462"/>
                </a:lnTo>
                <a:lnTo>
                  <a:pt x="267" y="1411"/>
                </a:lnTo>
                <a:lnTo>
                  <a:pt x="236" y="1347"/>
                </a:lnTo>
                <a:lnTo>
                  <a:pt x="219" y="1272"/>
                </a:lnTo>
                <a:lnTo>
                  <a:pt x="220" y="1188"/>
                </a:lnTo>
              </a:path>
            </a:pathLst>
          </a:custGeom>
          <a:ln w="24840">
            <a:solidFill>
              <a:srgbClr val="00BFC4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834560" y="177480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834560" y="177480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372760" y="143784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8"/>
                </a:moveTo>
                <a:cubicBezTo>
                  <a:pt x="0" y="-29"/>
                  <a:pt x="177" y="-29"/>
                  <a:pt x="177" y="88"/>
                </a:cubicBezTo>
                <a:cubicBezTo>
                  <a:pt x="177" y="206"/>
                  <a:pt x="0" y="206"/>
                  <a:pt x="0" y="88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372760" y="143784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8"/>
                </a:moveTo>
                <a:cubicBezTo>
                  <a:pt x="177" y="206"/>
                  <a:pt x="0" y="206"/>
                  <a:pt x="0" y="88"/>
                </a:cubicBezTo>
                <a:cubicBezTo>
                  <a:pt x="0" y="-29"/>
                  <a:pt x="177" y="-29"/>
                  <a:pt x="177" y="88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2969280" y="197640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2969280" y="197640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992960" y="213480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8"/>
                </a:moveTo>
                <a:cubicBezTo>
                  <a:pt x="0" y="-29"/>
                  <a:pt x="176" y="-29"/>
                  <a:pt x="176" y="88"/>
                </a:cubicBezTo>
                <a:cubicBezTo>
                  <a:pt x="176" y="206"/>
                  <a:pt x="0" y="206"/>
                  <a:pt x="0" y="88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992960" y="213480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8"/>
                </a:moveTo>
                <a:cubicBezTo>
                  <a:pt x="176" y="206"/>
                  <a:pt x="0" y="206"/>
                  <a:pt x="0" y="88"/>
                </a:cubicBezTo>
                <a:cubicBezTo>
                  <a:pt x="0" y="-29"/>
                  <a:pt x="176" y="-29"/>
                  <a:pt x="176" y="88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834560" y="206604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8"/>
                </a:moveTo>
                <a:cubicBezTo>
                  <a:pt x="0" y="-29"/>
                  <a:pt x="176" y="-29"/>
                  <a:pt x="176" y="88"/>
                </a:cubicBezTo>
                <a:cubicBezTo>
                  <a:pt x="176" y="206"/>
                  <a:pt x="0" y="206"/>
                  <a:pt x="0" y="88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834560" y="206604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8"/>
                </a:moveTo>
                <a:cubicBezTo>
                  <a:pt x="176" y="206"/>
                  <a:pt x="0" y="206"/>
                  <a:pt x="0" y="88"/>
                </a:cubicBezTo>
                <a:cubicBezTo>
                  <a:pt x="0" y="-29"/>
                  <a:pt x="176" y="-29"/>
                  <a:pt x="176" y="88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644480" y="216648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644480" y="216648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774800" y="197640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774800" y="197640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723680" y="186552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00BFC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723680" y="186552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00BFC4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 flipV="1">
            <a:off x="1866240" y="87336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866240" y="1205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153" y="2075"/>
                </a:lnTo>
                <a:lnTo>
                  <a:pt x="230" y="1998"/>
                </a:lnTo>
                <a:lnTo>
                  <a:pt x="307" y="1922"/>
                </a:lnTo>
                <a:lnTo>
                  <a:pt x="462" y="1768"/>
                </a:lnTo>
                <a:lnTo>
                  <a:pt x="539" y="1691"/>
                </a:lnTo>
                <a:lnTo>
                  <a:pt x="615" y="1614"/>
                </a:lnTo>
                <a:lnTo>
                  <a:pt x="769" y="1460"/>
                </a:lnTo>
                <a:lnTo>
                  <a:pt x="846" y="1384"/>
                </a:lnTo>
                <a:lnTo>
                  <a:pt x="923" y="1307"/>
                </a:lnTo>
                <a:lnTo>
                  <a:pt x="1307" y="922"/>
                </a:lnTo>
                <a:lnTo>
                  <a:pt x="1384" y="846"/>
                </a:lnTo>
                <a:lnTo>
                  <a:pt x="1461" y="769"/>
                </a:lnTo>
                <a:lnTo>
                  <a:pt x="1615" y="615"/>
                </a:lnTo>
                <a:lnTo>
                  <a:pt x="1691" y="538"/>
                </a:lnTo>
                <a:lnTo>
                  <a:pt x="1768" y="461"/>
                </a:lnTo>
                <a:lnTo>
                  <a:pt x="1922" y="308"/>
                </a:lnTo>
                <a:lnTo>
                  <a:pt x="1999" y="231"/>
                </a:lnTo>
                <a:lnTo>
                  <a:pt x="2076" y="154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866240" y="2008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866240" y="2008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76" y="77"/>
                </a:lnTo>
                <a:lnTo>
                  <a:pt x="153" y="154"/>
                </a:lnTo>
                <a:lnTo>
                  <a:pt x="230" y="231"/>
                </a:lnTo>
                <a:lnTo>
                  <a:pt x="307" y="307"/>
                </a:lnTo>
                <a:lnTo>
                  <a:pt x="462" y="461"/>
                </a:lnTo>
                <a:lnTo>
                  <a:pt x="539" y="538"/>
                </a:lnTo>
                <a:lnTo>
                  <a:pt x="615" y="615"/>
                </a:lnTo>
                <a:lnTo>
                  <a:pt x="769" y="769"/>
                </a:lnTo>
                <a:lnTo>
                  <a:pt x="846" y="846"/>
                </a:lnTo>
                <a:lnTo>
                  <a:pt x="923" y="922"/>
                </a:lnTo>
                <a:lnTo>
                  <a:pt x="1307" y="1307"/>
                </a:lnTo>
                <a:lnTo>
                  <a:pt x="1384" y="1383"/>
                </a:lnTo>
                <a:lnTo>
                  <a:pt x="1461" y="1460"/>
                </a:lnTo>
                <a:lnTo>
                  <a:pt x="1615" y="1614"/>
                </a:lnTo>
                <a:lnTo>
                  <a:pt x="1691" y="1691"/>
                </a:lnTo>
                <a:lnTo>
                  <a:pt x="1768" y="1768"/>
                </a:lnTo>
                <a:lnTo>
                  <a:pt x="1922" y="1921"/>
                </a:lnTo>
                <a:lnTo>
                  <a:pt x="1999" y="1998"/>
                </a:lnTo>
                <a:lnTo>
                  <a:pt x="2076" y="2075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866240" y="200808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063800" y="2008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1999" y="231"/>
                </a:lnTo>
                <a:lnTo>
                  <a:pt x="1922" y="307"/>
                </a:lnTo>
                <a:lnTo>
                  <a:pt x="1845" y="384"/>
                </a:lnTo>
                <a:lnTo>
                  <a:pt x="1692" y="538"/>
                </a:lnTo>
                <a:lnTo>
                  <a:pt x="1615" y="615"/>
                </a:lnTo>
                <a:lnTo>
                  <a:pt x="1538" y="692"/>
                </a:lnTo>
                <a:lnTo>
                  <a:pt x="1154" y="1076"/>
                </a:lnTo>
                <a:lnTo>
                  <a:pt x="1077" y="1153"/>
                </a:lnTo>
                <a:lnTo>
                  <a:pt x="1000" y="1230"/>
                </a:lnTo>
                <a:lnTo>
                  <a:pt x="846" y="1383"/>
                </a:lnTo>
                <a:lnTo>
                  <a:pt x="769" y="1460"/>
                </a:lnTo>
                <a:lnTo>
                  <a:pt x="692" y="1537"/>
                </a:lnTo>
                <a:lnTo>
                  <a:pt x="539" y="1691"/>
                </a:lnTo>
                <a:lnTo>
                  <a:pt x="462" y="1768"/>
                </a:lnTo>
                <a:lnTo>
                  <a:pt x="384" y="1845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 flipH="1">
            <a:off x="731160" y="2008080"/>
            <a:ext cx="113508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063800" y="1205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2"/>
                </a:lnTo>
                <a:lnTo>
                  <a:pt x="1999" y="1998"/>
                </a:lnTo>
                <a:lnTo>
                  <a:pt x="1922" y="1922"/>
                </a:lnTo>
                <a:lnTo>
                  <a:pt x="1845" y="1845"/>
                </a:lnTo>
                <a:lnTo>
                  <a:pt x="1692" y="1691"/>
                </a:lnTo>
                <a:lnTo>
                  <a:pt x="1615" y="1614"/>
                </a:lnTo>
                <a:lnTo>
                  <a:pt x="1538" y="1537"/>
                </a:lnTo>
                <a:lnTo>
                  <a:pt x="1154" y="1153"/>
                </a:lnTo>
                <a:lnTo>
                  <a:pt x="1077" y="1076"/>
                </a:lnTo>
                <a:lnTo>
                  <a:pt x="1000" y="999"/>
                </a:lnTo>
                <a:lnTo>
                  <a:pt x="846" y="846"/>
                </a:lnTo>
                <a:lnTo>
                  <a:pt x="769" y="769"/>
                </a:lnTo>
                <a:lnTo>
                  <a:pt x="692" y="692"/>
                </a:lnTo>
                <a:lnTo>
                  <a:pt x="539" y="538"/>
                </a:lnTo>
                <a:lnTo>
                  <a:pt x="462" y="461"/>
                </a:lnTo>
                <a:lnTo>
                  <a:pt x="384" y="384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73960" y="378720"/>
            <a:ext cx="135036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388, species = 222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1733040" y="68724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2534040" y="1061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3034800" y="196380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521440" y="2866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720080" y="324036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709560" y="2866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469080" y="196380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722160" y="1061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207360" y="1402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371400" y="551520"/>
            <a:ext cx="3302640" cy="3001320"/>
          </a:xfrm>
          <a:custGeom>
            <a:avLst/>
            <a:gdLst/>
            <a:ahLst/>
            <a:rect l="0" t="0" r="r" b="b"/>
            <a:pathLst>
              <a:path w="9174" h="8337">
                <a:moveTo>
                  <a:pt x="0" y="0"/>
                </a:moveTo>
                <a:lnTo>
                  <a:pt x="9174" y="0"/>
                </a:lnTo>
                <a:lnTo>
                  <a:pt x="9174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3700800" y="69480"/>
            <a:ext cx="2935440" cy="482400"/>
          </a:xfrm>
          <a:custGeom>
            <a:avLst/>
            <a:gdLst/>
            <a:ahLst/>
            <a:rect l="0" t="0" r="r" b="b"/>
            <a:pathLst>
              <a:path w="8154" h="1340">
                <a:moveTo>
                  <a:pt x="0" y="0"/>
                </a:moveTo>
                <a:lnTo>
                  <a:pt x="8154" y="0"/>
                </a:lnTo>
                <a:lnTo>
                  <a:pt x="8154" y="1340"/>
                </a:lnTo>
                <a:lnTo>
                  <a:pt x="0" y="13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156600" y="835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4692240" y="182880"/>
            <a:ext cx="9284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Accipitriformes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3749760" y="589680"/>
            <a:ext cx="2837160" cy="2837160"/>
          </a:xfrm>
          <a:custGeom>
            <a:avLst/>
            <a:gdLst/>
            <a:ahLst/>
            <a:rect l="0" t="0" r="r" b="b"/>
            <a:pathLst>
              <a:path w="7881" h="7881">
                <a:moveTo>
                  <a:pt x="0" y="0"/>
                </a:moveTo>
                <a:lnTo>
                  <a:pt x="7881" y="0"/>
                </a:lnTo>
                <a:lnTo>
                  <a:pt x="7881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 flipV="1">
            <a:off x="5168160" y="73152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 flipV="1">
            <a:off x="5168160" y="110556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5168160" y="2008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168160" y="200808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5168160" y="20080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 flipH="1">
            <a:off x="4265640" y="200808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 flipH="1">
            <a:off x="3891600" y="2008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 flipH="1" flipV="1">
            <a:off x="4265640" y="110556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4600800" y="1440720"/>
            <a:ext cx="1135080" cy="1134720"/>
          </a:xfrm>
          <a:custGeom>
            <a:avLst/>
            <a:gdLst/>
            <a:ahLst/>
            <a:rect l="0" t="0" r="r" b="b"/>
            <a:pathLst>
              <a:path fill="none" w="3153" h="3152">
                <a:moveTo>
                  <a:pt x="1577" y="0"/>
                </a:moveTo>
                <a:lnTo>
                  <a:pt x="1677" y="3"/>
                </a:lnTo>
                <a:lnTo>
                  <a:pt x="1777" y="13"/>
                </a:lnTo>
                <a:lnTo>
                  <a:pt x="1875" y="28"/>
                </a:lnTo>
                <a:lnTo>
                  <a:pt x="1973" y="50"/>
                </a:lnTo>
                <a:lnTo>
                  <a:pt x="2069" y="79"/>
                </a:lnTo>
                <a:lnTo>
                  <a:pt x="2163" y="113"/>
                </a:lnTo>
                <a:lnTo>
                  <a:pt x="2254" y="153"/>
                </a:lnTo>
                <a:lnTo>
                  <a:pt x="2344" y="199"/>
                </a:lnTo>
                <a:lnTo>
                  <a:pt x="2429" y="250"/>
                </a:lnTo>
                <a:lnTo>
                  <a:pt x="2512" y="307"/>
                </a:lnTo>
                <a:lnTo>
                  <a:pt x="2590" y="369"/>
                </a:lnTo>
                <a:lnTo>
                  <a:pt x="2665" y="435"/>
                </a:lnTo>
                <a:lnTo>
                  <a:pt x="2735" y="507"/>
                </a:lnTo>
                <a:lnTo>
                  <a:pt x="2800" y="582"/>
                </a:lnTo>
                <a:lnTo>
                  <a:pt x="2861" y="662"/>
                </a:lnTo>
                <a:lnTo>
                  <a:pt x="2916" y="746"/>
                </a:lnTo>
                <a:lnTo>
                  <a:pt x="2966" y="833"/>
                </a:lnTo>
                <a:lnTo>
                  <a:pt x="3011" y="922"/>
                </a:lnTo>
                <a:lnTo>
                  <a:pt x="3049" y="1015"/>
                </a:lnTo>
                <a:lnTo>
                  <a:pt x="3082" y="1109"/>
                </a:lnTo>
                <a:lnTo>
                  <a:pt x="3109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3" y="1602"/>
                </a:lnTo>
                <a:lnTo>
                  <a:pt x="3148" y="1702"/>
                </a:lnTo>
                <a:lnTo>
                  <a:pt x="3137" y="1801"/>
                </a:lnTo>
                <a:lnTo>
                  <a:pt x="3120" y="1900"/>
                </a:lnTo>
                <a:lnTo>
                  <a:pt x="3096" y="1997"/>
                </a:lnTo>
                <a:lnTo>
                  <a:pt x="3067" y="2092"/>
                </a:lnTo>
                <a:lnTo>
                  <a:pt x="3031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2"/>
                </a:lnTo>
                <a:lnTo>
                  <a:pt x="2768" y="2609"/>
                </a:lnTo>
                <a:lnTo>
                  <a:pt x="2700" y="2683"/>
                </a:lnTo>
                <a:lnTo>
                  <a:pt x="2628" y="2752"/>
                </a:lnTo>
                <a:lnTo>
                  <a:pt x="2551" y="2816"/>
                </a:lnTo>
                <a:lnTo>
                  <a:pt x="2471" y="2875"/>
                </a:lnTo>
                <a:lnTo>
                  <a:pt x="2387" y="2929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7" y="3146"/>
                </a:lnTo>
                <a:lnTo>
                  <a:pt x="1627" y="3152"/>
                </a:lnTo>
                <a:lnTo>
                  <a:pt x="1527" y="3152"/>
                </a:lnTo>
                <a:lnTo>
                  <a:pt x="1427" y="3146"/>
                </a:lnTo>
                <a:lnTo>
                  <a:pt x="1327" y="3133"/>
                </a:lnTo>
                <a:lnTo>
                  <a:pt x="1229" y="3114"/>
                </a:lnTo>
                <a:lnTo>
                  <a:pt x="1132" y="3089"/>
                </a:lnTo>
                <a:lnTo>
                  <a:pt x="1037" y="3058"/>
                </a:lnTo>
                <a:lnTo>
                  <a:pt x="944" y="3021"/>
                </a:lnTo>
                <a:lnTo>
                  <a:pt x="854" y="2978"/>
                </a:lnTo>
                <a:lnTo>
                  <a:pt x="767" y="2929"/>
                </a:lnTo>
                <a:lnTo>
                  <a:pt x="683" y="2875"/>
                </a:lnTo>
                <a:lnTo>
                  <a:pt x="602" y="2816"/>
                </a:lnTo>
                <a:lnTo>
                  <a:pt x="525" y="2752"/>
                </a:lnTo>
                <a:lnTo>
                  <a:pt x="453" y="2683"/>
                </a:lnTo>
                <a:lnTo>
                  <a:pt x="385" y="2609"/>
                </a:lnTo>
                <a:lnTo>
                  <a:pt x="322" y="2532"/>
                </a:lnTo>
                <a:lnTo>
                  <a:pt x="264" y="2450"/>
                </a:lnTo>
                <a:lnTo>
                  <a:pt x="211" y="2365"/>
                </a:lnTo>
                <a:lnTo>
                  <a:pt x="164" y="2277"/>
                </a:lnTo>
                <a:lnTo>
                  <a:pt x="122" y="2186"/>
                </a:lnTo>
                <a:lnTo>
                  <a:pt x="87" y="2092"/>
                </a:lnTo>
                <a:lnTo>
                  <a:pt x="57" y="1997"/>
                </a:lnTo>
                <a:lnTo>
                  <a:pt x="33" y="1900"/>
                </a:lnTo>
                <a:lnTo>
                  <a:pt x="16" y="1801"/>
                </a:lnTo>
                <a:lnTo>
                  <a:pt x="5" y="1702"/>
                </a:lnTo>
                <a:lnTo>
                  <a:pt x="0" y="1602"/>
                </a:lnTo>
                <a:lnTo>
                  <a:pt x="2" y="1502"/>
                </a:lnTo>
                <a:lnTo>
                  <a:pt x="10" y="1402"/>
                </a:lnTo>
                <a:lnTo>
                  <a:pt x="24" y="1303"/>
                </a:lnTo>
                <a:lnTo>
                  <a:pt x="44" y="1205"/>
                </a:lnTo>
                <a:lnTo>
                  <a:pt x="71" y="1109"/>
                </a:lnTo>
                <a:lnTo>
                  <a:pt x="104" y="1015"/>
                </a:lnTo>
                <a:lnTo>
                  <a:pt x="143" y="922"/>
                </a:lnTo>
                <a:lnTo>
                  <a:pt x="187" y="833"/>
                </a:lnTo>
                <a:lnTo>
                  <a:pt x="237" y="746"/>
                </a:lnTo>
                <a:lnTo>
                  <a:pt x="292" y="662"/>
                </a:lnTo>
                <a:lnTo>
                  <a:pt x="353" y="582"/>
                </a:lnTo>
                <a:lnTo>
                  <a:pt x="418" y="507"/>
                </a:lnTo>
                <a:lnTo>
                  <a:pt x="489" y="435"/>
                </a:lnTo>
                <a:lnTo>
                  <a:pt x="563" y="369"/>
                </a:lnTo>
                <a:lnTo>
                  <a:pt x="642" y="307"/>
                </a:lnTo>
                <a:lnTo>
                  <a:pt x="724" y="250"/>
                </a:lnTo>
                <a:lnTo>
                  <a:pt x="810" y="199"/>
                </a:lnTo>
                <a:lnTo>
                  <a:pt x="899" y="153"/>
                </a:lnTo>
                <a:lnTo>
                  <a:pt x="990" y="113"/>
                </a:lnTo>
                <a:lnTo>
                  <a:pt x="1084" y="79"/>
                </a:lnTo>
                <a:lnTo>
                  <a:pt x="1180" y="50"/>
                </a:lnTo>
                <a:lnTo>
                  <a:pt x="1278" y="28"/>
                </a:lnTo>
                <a:lnTo>
                  <a:pt x="1377" y="13"/>
                </a:lnTo>
                <a:lnTo>
                  <a:pt x="1477" y="3"/>
                </a:lnTo>
                <a:lnTo>
                  <a:pt x="157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4033440" y="873360"/>
            <a:ext cx="2269800" cy="2269440"/>
          </a:xfrm>
          <a:custGeom>
            <a:avLst/>
            <a:gdLst/>
            <a:ahLst/>
            <a:rect l="0" t="0" r="r" b="b"/>
            <a:pathLst>
              <a:path fill="none" w="6305" h="6304">
                <a:moveTo>
                  <a:pt x="3152" y="0"/>
                </a:moveTo>
                <a:lnTo>
                  <a:pt x="3352" y="6"/>
                </a:lnTo>
                <a:lnTo>
                  <a:pt x="3551" y="25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6"/>
                </a:lnTo>
                <a:lnTo>
                  <a:pt x="4507" y="306"/>
                </a:lnTo>
                <a:lnTo>
                  <a:pt x="4686" y="398"/>
                </a:lnTo>
                <a:lnTo>
                  <a:pt x="4857" y="500"/>
                </a:lnTo>
                <a:lnTo>
                  <a:pt x="5022" y="614"/>
                </a:lnTo>
                <a:lnTo>
                  <a:pt x="5179" y="738"/>
                </a:lnTo>
                <a:lnTo>
                  <a:pt x="5328" y="872"/>
                </a:lnTo>
                <a:lnTo>
                  <a:pt x="5469" y="1014"/>
                </a:lnTo>
                <a:lnTo>
                  <a:pt x="5600" y="1165"/>
                </a:lnTo>
                <a:lnTo>
                  <a:pt x="5721" y="1325"/>
                </a:lnTo>
                <a:lnTo>
                  <a:pt x="5832" y="1491"/>
                </a:lnTo>
                <a:lnTo>
                  <a:pt x="5932" y="1664"/>
                </a:lnTo>
                <a:lnTo>
                  <a:pt x="6020" y="1844"/>
                </a:lnTo>
                <a:lnTo>
                  <a:pt x="6098" y="2028"/>
                </a:lnTo>
                <a:lnTo>
                  <a:pt x="6163" y="2217"/>
                </a:lnTo>
                <a:lnTo>
                  <a:pt x="6216" y="2410"/>
                </a:lnTo>
                <a:lnTo>
                  <a:pt x="6257" y="2606"/>
                </a:lnTo>
                <a:lnTo>
                  <a:pt x="6286" y="2804"/>
                </a:lnTo>
                <a:lnTo>
                  <a:pt x="6302" y="3003"/>
                </a:lnTo>
                <a:lnTo>
                  <a:pt x="6305" y="3203"/>
                </a:lnTo>
                <a:lnTo>
                  <a:pt x="6295" y="3403"/>
                </a:lnTo>
                <a:lnTo>
                  <a:pt x="6273" y="3602"/>
                </a:lnTo>
                <a:lnTo>
                  <a:pt x="6238" y="3799"/>
                </a:lnTo>
                <a:lnTo>
                  <a:pt x="6191" y="3993"/>
                </a:lnTo>
                <a:lnTo>
                  <a:pt x="6132" y="4184"/>
                </a:lnTo>
                <a:lnTo>
                  <a:pt x="6061" y="4371"/>
                </a:lnTo>
                <a:lnTo>
                  <a:pt x="5977" y="4553"/>
                </a:lnTo>
                <a:lnTo>
                  <a:pt x="5883" y="4729"/>
                </a:lnTo>
                <a:lnTo>
                  <a:pt x="5778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400" y="5364"/>
                </a:lnTo>
                <a:lnTo>
                  <a:pt x="5255" y="5502"/>
                </a:lnTo>
                <a:lnTo>
                  <a:pt x="5102" y="5631"/>
                </a:lnTo>
                <a:lnTo>
                  <a:pt x="4941" y="5749"/>
                </a:lnTo>
                <a:lnTo>
                  <a:pt x="4772" y="5857"/>
                </a:lnTo>
                <a:lnTo>
                  <a:pt x="4597" y="5955"/>
                </a:lnTo>
                <a:lnTo>
                  <a:pt x="4416" y="6041"/>
                </a:lnTo>
                <a:lnTo>
                  <a:pt x="4230" y="6115"/>
                </a:lnTo>
                <a:lnTo>
                  <a:pt x="4040" y="6177"/>
                </a:lnTo>
                <a:lnTo>
                  <a:pt x="3847" y="6228"/>
                </a:lnTo>
                <a:lnTo>
                  <a:pt x="3650" y="6265"/>
                </a:lnTo>
                <a:lnTo>
                  <a:pt x="3452" y="6291"/>
                </a:lnTo>
                <a:lnTo>
                  <a:pt x="3252" y="6304"/>
                </a:lnTo>
                <a:lnTo>
                  <a:pt x="3052" y="6304"/>
                </a:lnTo>
                <a:lnTo>
                  <a:pt x="2853" y="6291"/>
                </a:lnTo>
                <a:lnTo>
                  <a:pt x="2654" y="6265"/>
                </a:lnTo>
                <a:lnTo>
                  <a:pt x="2458" y="6228"/>
                </a:lnTo>
                <a:lnTo>
                  <a:pt x="2264" y="6177"/>
                </a:lnTo>
                <a:lnTo>
                  <a:pt x="2074" y="6115"/>
                </a:lnTo>
                <a:lnTo>
                  <a:pt x="1888" y="6041"/>
                </a:lnTo>
                <a:lnTo>
                  <a:pt x="1708" y="5955"/>
                </a:lnTo>
                <a:lnTo>
                  <a:pt x="1533" y="5857"/>
                </a:lnTo>
                <a:lnTo>
                  <a:pt x="1365" y="5749"/>
                </a:lnTo>
                <a:lnTo>
                  <a:pt x="1204" y="5631"/>
                </a:lnTo>
                <a:lnTo>
                  <a:pt x="1050" y="5502"/>
                </a:lnTo>
                <a:lnTo>
                  <a:pt x="906" y="5364"/>
                </a:lnTo>
                <a:lnTo>
                  <a:pt x="770" y="5217"/>
                </a:lnTo>
                <a:lnTo>
                  <a:pt x="644" y="5062"/>
                </a:lnTo>
                <a:lnTo>
                  <a:pt x="528" y="4899"/>
                </a:lnTo>
                <a:lnTo>
                  <a:pt x="422" y="4729"/>
                </a:lnTo>
                <a:lnTo>
                  <a:pt x="328" y="4553"/>
                </a:lnTo>
                <a:lnTo>
                  <a:pt x="245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7" y="3799"/>
                </a:lnTo>
                <a:lnTo>
                  <a:pt x="32" y="3602"/>
                </a:lnTo>
                <a:lnTo>
                  <a:pt x="10" y="3403"/>
                </a:lnTo>
                <a:lnTo>
                  <a:pt x="0" y="3203"/>
                </a:lnTo>
                <a:lnTo>
                  <a:pt x="4" y="3003"/>
                </a:lnTo>
                <a:lnTo>
                  <a:pt x="19" y="2804"/>
                </a:lnTo>
                <a:lnTo>
                  <a:pt x="48" y="2606"/>
                </a:lnTo>
                <a:lnTo>
                  <a:pt x="89" y="2410"/>
                </a:lnTo>
                <a:lnTo>
                  <a:pt x="142" y="2217"/>
                </a:lnTo>
                <a:lnTo>
                  <a:pt x="208" y="2028"/>
                </a:lnTo>
                <a:lnTo>
                  <a:pt x="285" y="1844"/>
                </a:lnTo>
                <a:lnTo>
                  <a:pt x="374" y="1664"/>
                </a:lnTo>
                <a:lnTo>
                  <a:pt x="474" y="1491"/>
                </a:lnTo>
                <a:lnTo>
                  <a:pt x="584" y="1325"/>
                </a:lnTo>
                <a:lnTo>
                  <a:pt x="706" y="1165"/>
                </a:lnTo>
                <a:lnTo>
                  <a:pt x="837" y="1014"/>
                </a:lnTo>
                <a:lnTo>
                  <a:pt x="977" y="872"/>
                </a:lnTo>
                <a:lnTo>
                  <a:pt x="1126" y="738"/>
                </a:lnTo>
                <a:lnTo>
                  <a:pt x="1283" y="614"/>
                </a:lnTo>
                <a:lnTo>
                  <a:pt x="1448" y="500"/>
                </a:lnTo>
                <a:lnTo>
                  <a:pt x="1620" y="398"/>
                </a:lnTo>
                <a:lnTo>
                  <a:pt x="1797" y="306"/>
                </a:lnTo>
                <a:lnTo>
                  <a:pt x="1981" y="226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7"/>
                </a:lnTo>
                <a:lnTo>
                  <a:pt x="2753" y="25"/>
                </a:lnTo>
                <a:lnTo>
                  <a:pt x="2952" y="6"/>
                </a:lnTo>
                <a:lnTo>
                  <a:pt x="3152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891600" y="731520"/>
            <a:ext cx="2553480" cy="2552760"/>
          </a:xfrm>
          <a:custGeom>
            <a:avLst/>
            <a:gdLst/>
            <a:ahLst/>
            <a:rect l="0" t="0" r="r" b="b"/>
            <a:pathLst>
              <a:path fill="none" w="7093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7" y="114"/>
                </a:lnTo>
                <a:lnTo>
                  <a:pt x="4653" y="177"/>
                </a:lnTo>
                <a:lnTo>
                  <a:pt x="4864" y="254"/>
                </a:lnTo>
                <a:lnTo>
                  <a:pt x="5070" y="344"/>
                </a:lnTo>
                <a:lnTo>
                  <a:pt x="5270" y="447"/>
                </a:lnTo>
                <a:lnTo>
                  <a:pt x="5463" y="563"/>
                </a:lnTo>
                <a:lnTo>
                  <a:pt x="5649" y="690"/>
                </a:lnTo>
                <a:lnTo>
                  <a:pt x="5826" y="830"/>
                </a:lnTo>
                <a:lnTo>
                  <a:pt x="5993" y="980"/>
                </a:lnTo>
                <a:lnTo>
                  <a:pt x="6151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59" y="1677"/>
                </a:lnTo>
                <a:lnTo>
                  <a:pt x="6672" y="1872"/>
                </a:lnTo>
                <a:lnTo>
                  <a:pt x="6772" y="2074"/>
                </a:lnTo>
                <a:lnTo>
                  <a:pt x="6859" y="2281"/>
                </a:lnTo>
                <a:lnTo>
                  <a:pt x="6933" y="2494"/>
                </a:lnTo>
                <a:lnTo>
                  <a:pt x="6993" y="2711"/>
                </a:lnTo>
                <a:lnTo>
                  <a:pt x="7039" y="2931"/>
                </a:lnTo>
                <a:lnTo>
                  <a:pt x="7071" y="3154"/>
                </a:lnTo>
                <a:lnTo>
                  <a:pt x="7089" y="3378"/>
                </a:lnTo>
                <a:lnTo>
                  <a:pt x="7093" y="3603"/>
                </a:lnTo>
                <a:lnTo>
                  <a:pt x="7082" y="3828"/>
                </a:lnTo>
                <a:lnTo>
                  <a:pt x="7057" y="4052"/>
                </a:lnTo>
                <a:lnTo>
                  <a:pt x="7018" y="4273"/>
                </a:lnTo>
                <a:lnTo>
                  <a:pt x="6965" y="4492"/>
                </a:lnTo>
                <a:lnTo>
                  <a:pt x="6897" y="4707"/>
                </a:lnTo>
                <a:lnTo>
                  <a:pt x="6817" y="4917"/>
                </a:lnTo>
                <a:lnTo>
                  <a:pt x="6724" y="5122"/>
                </a:lnTo>
                <a:lnTo>
                  <a:pt x="6617" y="5320"/>
                </a:lnTo>
                <a:lnTo>
                  <a:pt x="6498" y="5511"/>
                </a:lnTo>
                <a:lnTo>
                  <a:pt x="6368" y="5695"/>
                </a:lnTo>
                <a:lnTo>
                  <a:pt x="6226" y="5869"/>
                </a:lnTo>
                <a:lnTo>
                  <a:pt x="6074" y="6035"/>
                </a:lnTo>
                <a:lnTo>
                  <a:pt x="5911" y="6190"/>
                </a:lnTo>
                <a:lnTo>
                  <a:pt x="5738" y="6334"/>
                </a:lnTo>
                <a:lnTo>
                  <a:pt x="5557" y="6468"/>
                </a:lnTo>
                <a:lnTo>
                  <a:pt x="5368" y="6590"/>
                </a:lnTo>
                <a:lnTo>
                  <a:pt x="5171" y="6699"/>
                </a:lnTo>
                <a:lnTo>
                  <a:pt x="4968" y="6796"/>
                </a:lnTo>
                <a:lnTo>
                  <a:pt x="4759" y="6879"/>
                </a:lnTo>
                <a:lnTo>
                  <a:pt x="4545" y="6949"/>
                </a:lnTo>
                <a:lnTo>
                  <a:pt x="4327" y="7006"/>
                </a:lnTo>
                <a:lnTo>
                  <a:pt x="4106" y="7049"/>
                </a:lnTo>
                <a:lnTo>
                  <a:pt x="3883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9"/>
                </a:lnTo>
                <a:lnTo>
                  <a:pt x="2765" y="7006"/>
                </a:lnTo>
                <a:lnTo>
                  <a:pt x="2547" y="6949"/>
                </a:lnTo>
                <a:lnTo>
                  <a:pt x="2333" y="6879"/>
                </a:lnTo>
                <a:lnTo>
                  <a:pt x="2124" y="6796"/>
                </a:lnTo>
                <a:lnTo>
                  <a:pt x="1921" y="6699"/>
                </a:lnTo>
                <a:lnTo>
                  <a:pt x="1725" y="6590"/>
                </a:lnTo>
                <a:lnTo>
                  <a:pt x="1535" y="6468"/>
                </a:lnTo>
                <a:lnTo>
                  <a:pt x="1354" y="6334"/>
                </a:lnTo>
                <a:lnTo>
                  <a:pt x="1182" y="6190"/>
                </a:lnTo>
                <a:lnTo>
                  <a:pt x="1019" y="6035"/>
                </a:lnTo>
                <a:lnTo>
                  <a:pt x="866" y="5869"/>
                </a:lnTo>
                <a:lnTo>
                  <a:pt x="724" y="5695"/>
                </a:lnTo>
                <a:lnTo>
                  <a:pt x="594" y="5511"/>
                </a:lnTo>
                <a:lnTo>
                  <a:pt x="475" y="5320"/>
                </a:lnTo>
                <a:lnTo>
                  <a:pt x="369" y="5122"/>
                </a:lnTo>
                <a:lnTo>
                  <a:pt x="275" y="4917"/>
                </a:lnTo>
                <a:lnTo>
                  <a:pt x="195" y="4707"/>
                </a:lnTo>
                <a:lnTo>
                  <a:pt x="128" y="4492"/>
                </a:lnTo>
                <a:lnTo>
                  <a:pt x="75" y="4273"/>
                </a:lnTo>
                <a:lnTo>
                  <a:pt x="36" y="4052"/>
                </a:lnTo>
                <a:lnTo>
                  <a:pt x="11" y="3828"/>
                </a:lnTo>
                <a:lnTo>
                  <a:pt x="0" y="3603"/>
                </a:lnTo>
                <a:lnTo>
                  <a:pt x="4" y="3378"/>
                </a:lnTo>
                <a:lnTo>
                  <a:pt x="22" y="3154"/>
                </a:lnTo>
                <a:lnTo>
                  <a:pt x="54" y="2931"/>
                </a:lnTo>
                <a:lnTo>
                  <a:pt x="100" y="2711"/>
                </a:lnTo>
                <a:lnTo>
                  <a:pt x="160" y="2494"/>
                </a:lnTo>
                <a:lnTo>
                  <a:pt x="234" y="2281"/>
                </a:lnTo>
                <a:lnTo>
                  <a:pt x="320" y="2074"/>
                </a:lnTo>
                <a:lnTo>
                  <a:pt x="420" y="1872"/>
                </a:lnTo>
                <a:lnTo>
                  <a:pt x="533" y="1677"/>
                </a:lnTo>
                <a:lnTo>
                  <a:pt x="658" y="1489"/>
                </a:lnTo>
                <a:lnTo>
                  <a:pt x="794" y="1310"/>
                </a:lnTo>
                <a:lnTo>
                  <a:pt x="941" y="1140"/>
                </a:lnTo>
                <a:lnTo>
                  <a:pt x="1099" y="980"/>
                </a:lnTo>
                <a:lnTo>
                  <a:pt x="1267" y="830"/>
                </a:lnTo>
                <a:lnTo>
                  <a:pt x="1444" y="690"/>
                </a:lnTo>
                <a:lnTo>
                  <a:pt x="1629" y="563"/>
                </a:lnTo>
                <a:lnTo>
                  <a:pt x="1822" y="447"/>
                </a:lnTo>
                <a:lnTo>
                  <a:pt x="2022" y="344"/>
                </a:lnTo>
                <a:lnTo>
                  <a:pt x="2228" y="254"/>
                </a:lnTo>
                <a:lnTo>
                  <a:pt x="2440" y="177"/>
                </a:lnTo>
                <a:lnTo>
                  <a:pt x="2656" y="114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988160" y="1198080"/>
            <a:ext cx="1315080" cy="1104480"/>
          </a:xfrm>
          <a:custGeom>
            <a:avLst/>
            <a:gdLst/>
            <a:ahLst/>
            <a:rect l="0" t="0" r="r" b="b"/>
            <a:pathLst>
              <a:path w="3653" h="3068">
                <a:moveTo>
                  <a:pt x="500" y="1024"/>
                </a:moveTo>
                <a:lnTo>
                  <a:pt x="545" y="941"/>
                </a:lnTo>
                <a:lnTo>
                  <a:pt x="595" y="860"/>
                </a:lnTo>
                <a:lnTo>
                  <a:pt x="651" y="781"/>
                </a:lnTo>
                <a:lnTo>
                  <a:pt x="713" y="704"/>
                </a:lnTo>
                <a:lnTo>
                  <a:pt x="780" y="629"/>
                </a:lnTo>
                <a:lnTo>
                  <a:pt x="852" y="558"/>
                </a:lnTo>
                <a:lnTo>
                  <a:pt x="929" y="490"/>
                </a:lnTo>
                <a:lnTo>
                  <a:pt x="1012" y="424"/>
                </a:lnTo>
                <a:lnTo>
                  <a:pt x="1099" y="363"/>
                </a:lnTo>
                <a:lnTo>
                  <a:pt x="1191" y="306"/>
                </a:lnTo>
                <a:lnTo>
                  <a:pt x="1288" y="253"/>
                </a:lnTo>
                <a:lnTo>
                  <a:pt x="1389" y="204"/>
                </a:lnTo>
                <a:lnTo>
                  <a:pt x="1494" y="160"/>
                </a:lnTo>
                <a:lnTo>
                  <a:pt x="1604" y="121"/>
                </a:lnTo>
                <a:lnTo>
                  <a:pt x="1717" y="86"/>
                </a:lnTo>
                <a:lnTo>
                  <a:pt x="1833" y="58"/>
                </a:lnTo>
                <a:lnTo>
                  <a:pt x="1953" y="34"/>
                </a:lnTo>
                <a:lnTo>
                  <a:pt x="2076" y="17"/>
                </a:lnTo>
                <a:lnTo>
                  <a:pt x="2202" y="5"/>
                </a:lnTo>
                <a:lnTo>
                  <a:pt x="2331" y="0"/>
                </a:lnTo>
                <a:lnTo>
                  <a:pt x="2462" y="0"/>
                </a:lnTo>
                <a:lnTo>
                  <a:pt x="2596" y="8"/>
                </a:lnTo>
                <a:lnTo>
                  <a:pt x="2730" y="21"/>
                </a:lnTo>
                <a:lnTo>
                  <a:pt x="2805" y="99"/>
                </a:lnTo>
                <a:lnTo>
                  <a:pt x="2877" y="178"/>
                </a:lnTo>
                <a:lnTo>
                  <a:pt x="2946" y="261"/>
                </a:lnTo>
                <a:lnTo>
                  <a:pt x="3013" y="345"/>
                </a:lnTo>
                <a:lnTo>
                  <a:pt x="3076" y="432"/>
                </a:lnTo>
                <a:lnTo>
                  <a:pt x="3137" y="521"/>
                </a:lnTo>
                <a:lnTo>
                  <a:pt x="3194" y="612"/>
                </a:lnTo>
                <a:lnTo>
                  <a:pt x="3249" y="705"/>
                </a:lnTo>
                <a:lnTo>
                  <a:pt x="3300" y="800"/>
                </a:lnTo>
                <a:lnTo>
                  <a:pt x="3348" y="896"/>
                </a:lnTo>
                <a:lnTo>
                  <a:pt x="3392" y="994"/>
                </a:lnTo>
                <a:lnTo>
                  <a:pt x="3434" y="1094"/>
                </a:lnTo>
                <a:lnTo>
                  <a:pt x="3471" y="1194"/>
                </a:lnTo>
                <a:lnTo>
                  <a:pt x="3506" y="1297"/>
                </a:lnTo>
                <a:lnTo>
                  <a:pt x="3536" y="1401"/>
                </a:lnTo>
                <a:lnTo>
                  <a:pt x="3564" y="1505"/>
                </a:lnTo>
                <a:lnTo>
                  <a:pt x="3587" y="1610"/>
                </a:lnTo>
                <a:lnTo>
                  <a:pt x="3607" y="1715"/>
                </a:lnTo>
                <a:lnTo>
                  <a:pt x="3624" y="1822"/>
                </a:lnTo>
                <a:lnTo>
                  <a:pt x="3637" y="1929"/>
                </a:lnTo>
                <a:lnTo>
                  <a:pt x="3646" y="2036"/>
                </a:lnTo>
                <a:lnTo>
                  <a:pt x="3651" y="2143"/>
                </a:lnTo>
                <a:lnTo>
                  <a:pt x="3653" y="2251"/>
                </a:lnTo>
                <a:lnTo>
                  <a:pt x="3557" y="2351"/>
                </a:lnTo>
                <a:lnTo>
                  <a:pt x="3457" y="2445"/>
                </a:lnTo>
                <a:lnTo>
                  <a:pt x="3355" y="2532"/>
                </a:lnTo>
                <a:lnTo>
                  <a:pt x="3250" y="2613"/>
                </a:lnTo>
                <a:lnTo>
                  <a:pt x="3143" y="2687"/>
                </a:lnTo>
                <a:lnTo>
                  <a:pt x="3035" y="2755"/>
                </a:lnTo>
                <a:lnTo>
                  <a:pt x="2924" y="2816"/>
                </a:lnTo>
                <a:lnTo>
                  <a:pt x="2813" y="2870"/>
                </a:lnTo>
                <a:lnTo>
                  <a:pt x="2701" y="2918"/>
                </a:lnTo>
                <a:lnTo>
                  <a:pt x="2588" y="2959"/>
                </a:lnTo>
                <a:lnTo>
                  <a:pt x="2474" y="2994"/>
                </a:lnTo>
                <a:lnTo>
                  <a:pt x="2361" y="3022"/>
                </a:lnTo>
                <a:lnTo>
                  <a:pt x="2248" y="3043"/>
                </a:lnTo>
                <a:lnTo>
                  <a:pt x="2136" y="3058"/>
                </a:lnTo>
                <a:lnTo>
                  <a:pt x="2025" y="3066"/>
                </a:lnTo>
                <a:lnTo>
                  <a:pt x="1916" y="3068"/>
                </a:lnTo>
                <a:lnTo>
                  <a:pt x="1808" y="3064"/>
                </a:lnTo>
                <a:lnTo>
                  <a:pt x="1701" y="3054"/>
                </a:lnTo>
                <a:lnTo>
                  <a:pt x="1597" y="3037"/>
                </a:lnTo>
                <a:lnTo>
                  <a:pt x="1496" y="3015"/>
                </a:lnTo>
                <a:lnTo>
                  <a:pt x="1397" y="2987"/>
                </a:lnTo>
                <a:lnTo>
                  <a:pt x="1301" y="2953"/>
                </a:lnTo>
                <a:lnTo>
                  <a:pt x="1208" y="2914"/>
                </a:lnTo>
                <a:lnTo>
                  <a:pt x="1119" y="2870"/>
                </a:lnTo>
                <a:lnTo>
                  <a:pt x="1083" y="2864"/>
                </a:lnTo>
                <a:lnTo>
                  <a:pt x="1102" y="2852"/>
                </a:lnTo>
                <a:lnTo>
                  <a:pt x="1170" y="2800"/>
                </a:lnTo>
                <a:lnTo>
                  <a:pt x="1233" y="2741"/>
                </a:lnTo>
                <a:lnTo>
                  <a:pt x="1292" y="2674"/>
                </a:lnTo>
                <a:lnTo>
                  <a:pt x="1344" y="2600"/>
                </a:lnTo>
                <a:lnTo>
                  <a:pt x="1389" y="2521"/>
                </a:lnTo>
                <a:lnTo>
                  <a:pt x="1426" y="2435"/>
                </a:lnTo>
                <a:lnTo>
                  <a:pt x="1456" y="2345"/>
                </a:lnTo>
                <a:lnTo>
                  <a:pt x="1476" y="2251"/>
                </a:lnTo>
                <a:lnTo>
                  <a:pt x="1487" y="2154"/>
                </a:lnTo>
                <a:lnTo>
                  <a:pt x="1488" y="2055"/>
                </a:lnTo>
                <a:lnTo>
                  <a:pt x="1479" y="1954"/>
                </a:lnTo>
                <a:lnTo>
                  <a:pt x="1459" y="1854"/>
                </a:lnTo>
                <a:lnTo>
                  <a:pt x="1430" y="1754"/>
                </a:lnTo>
                <a:lnTo>
                  <a:pt x="1389" y="1657"/>
                </a:lnTo>
                <a:lnTo>
                  <a:pt x="1339" y="1563"/>
                </a:lnTo>
                <a:lnTo>
                  <a:pt x="1278" y="1473"/>
                </a:lnTo>
                <a:lnTo>
                  <a:pt x="1208" y="1388"/>
                </a:lnTo>
                <a:lnTo>
                  <a:pt x="1129" y="1310"/>
                </a:lnTo>
                <a:lnTo>
                  <a:pt x="1041" y="1238"/>
                </a:lnTo>
                <a:lnTo>
                  <a:pt x="945" y="1175"/>
                </a:lnTo>
                <a:lnTo>
                  <a:pt x="842" y="1122"/>
                </a:lnTo>
                <a:lnTo>
                  <a:pt x="733" y="1078"/>
                </a:lnTo>
                <a:lnTo>
                  <a:pt x="619" y="1046"/>
                </a:lnTo>
                <a:lnTo>
                  <a:pt x="500" y="1024"/>
                </a:lnTo>
                <a:moveTo>
                  <a:pt x="1029" y="2854"/>
                </a:moveTo>
                <a:lnTo>
                  <a:pt x="944" y="2830"/>
                </a:lnTo>
                <a:lnTo>
                  <a:pt x="865" y="2797"/>
                </a:lnTo>
                <a:lnTo>
                  <a:pt x="792" y="2757"/>
                </a:lnTo>
                <a:lnTo>
                  <a:pt x="726" y="2709"/>
                </a:lnTo>
                <a:lnTo>
                  <a:pt x="668" y="2656"/>
                </a:lnTo>
                <a:lnTo>
                  <a:pt x="617" y="2596"/>
                </a:lnTo>
                <a:lnTo>
                  <a:pt x="576" y="2533"/>
                </a:lnTo>
                <a:lnTo>
                  <a:pt x="543" y="2466"/>
                </a:lnTo>
                <a:lnTo>
                  <a:pt x="519" y="2396"/>
                </a:lnTo>
                <a:lnTo>
                  <a:pt x="505" y="2324"/>
                </a:lnTo>
                <a:lnTo>
                  <a:pt x="500" y="2251"/>
                </a:lnTo>
                <a:lnTo>
                  <a:pt x="494" y="2316"/>
                </a:lnTo>
                <a:lnTo>
                  <a:pt x="475" y="2380"/>
                </a:lnTo>
                <a:lnTo>
                  <a:pt x="443" y="2440"/>
                </a:lnTo>
                <a:lnTo>
                  <a:pt x="400" y="2494"/>
                </a:lnTo>
                <a:lnTo>
                  <a:pt x="345" y="2541"/>
                </a:lnTo>
                <a:lnTo>
                  <a:pt x="281" y="2579"/>
                </a:lnTo>
                <a:lnTo>
                  <a:pt x="209" y="2606"/>
                </a:lnTo>
                <a:lnTo>
                  <a:pt x="129" y="2622"/>
                </a:lnTo>
                <a:lnTo>
                  <a:pt x="103" y="2539"/>
                </a:lnTo>
                <a:lnTo>
                  <a:pt x="94" y="2458"/>
                </a:lnTo>
                <a:lnTo>
                  <a:pt x="100" y="2381"/>
                </a:lnTo>
                <a:lnTo>
                  <a:pt x="120" y="2311"/>
                </a:lnTo>
                <a:lnTo>
                  <a:pt x="150" y="2251"/>
                </a:lnTo>
                <a:lnTo>
                  <a:pt x="157" y="2183"/>
                </a:lnTo>
                <a:lnTo>
                  <a:pt x="177" y="2117"/>
                </a:lnTo>
                <a:lnTo>
                  <a:pt x="209" y="2056"/>
                </a:lnTo>
                <a:lnTo>
                  <a:pt x="253" y="2003"/>
                </a:lnTo>
                <a:lnTo>
                  <a:pt x="217" y="2019"/>
                </a:lnTo>
                <a:lnTo>
                  <a:pt x="183" y="2039"/>
                </a:lnTo>
                <a:lnTo>
                  <a:pt x="150" y="2064"/>
                </a:lnTo>
                <a:lnTo>
                  <a:pt x="119" y="2093"/>
                </a:lnTo>
                <a:lnTo>
                  <a:pt x="90" y="2127"/>
                </a:lnTo>
                <a:lnTo>
                  <a:pt x="65" y="2164"/>
                </a:lnTo>
                <a:lnTo>
                  <a:pt x="43" y="2206"/>
                </a:lnTo>
                <a:lnTo>
                  <a:pt x="25" y="2251"/>
                </a:lnTo>
                <a:lnTo>
                  <a:pt x="12" y="2299"/>
                </a:lnTo>
                <a:lnTo>
                  <a:pt x="3" y="2350"/>
                </a:lnTo>
                <a:lnTo>
                  <a:pt x="0" y="2403"/>
                </a:lnTo>
                <a:lnTo>
                  <a:pt x="3" y="2457"/>
                </a:lnTo>
                <a:lnTo>
                  <a:pt x="12" y="2512"/>
                </a:lnTo>
                <a:lnTo>
                  <a:pt x="27" y="2567"/>
                </a:lnTo>
                <a:lnTo>
                  <a:pt x="48" y="2622"/>
                </a:lnTo>
                <a:lnTo>
                  <a:pt x="76" y="2676"/>
                </a:lnTo>
                <a:lnTo>
                  <a:pt x="109" y="2727"/>
                </a:lnTo>
                <a:lnTo>
                  <a:pt x="149" y="2776"/>
                </a:lnTo>
                <a:lnTo>
                  <a:pt x="195" y="2822"/>
                </a:lnTo>
                <a:lnTo>
                  <a:pt x="246" y="2863"/>
                </a:lnTo>
                <a:lnTo>
                  <a:pt x="303" y="2900"/>
                </a:lnTo>
                <a:lnTo>
                  <a:pt x="365" y="2932"/>
                </a:lnTo>
                <a:lnTo>
                  <a:pt x="431" y="2957"/>
                </a:lnTo>
                <a:lnTo>
                  <a:pt x="500" y="2976"/>
                </a:lnTo>
                <a:lnTo>
                  <a:pt x="573" y="2989"/>
                </a:lnTo>
                <a:lnTo>
                  <a:pt x="648" y="2993"/>
                </a:lnTo>
                <a:lnTo>
                  <a:pt x="724" y="2990"/>
                </a:lnTo>
                <a:lnTo>
                  <a:pt x="802" y="2979"/>
                </a:lnTo>
                <a:lnTo>
                  <a:pt x="879" y="2960"/>
                </a:lnTo>
                <a:lnTo>
                  <a:pt x="955" y="2932"/>
                </a:lnTo>
                <a:lnTo>
                  <a:pt x="1030" y="2896"/>
                </a:lnTo>
                <a:lnTo>
                  <a:pt x="1083" y="2864"/>
                </a:lnTo>
                <a:lnTo>
                  <a:pt x="1029" y="2854"/>
                </a:lnTo>
                <a:close/>
              </a:path>
            </a:pathLst>
          </a:custGeom>
          <a:solidFill>
            <a:srgbClr val="BE84DB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4988160" y="1198080"/>
            <a:ext cx="1315080" cy="1104480"/>
          </a:xfrm>
          <a:custGeom>
            <a:avLst/>
            <a:gdLst/>
            <a:ahLst/>
            <a:rect l="0" t="0" r="r" b="b"/>
            <a:pathLst>
              <a:path w="3653" h="3068">
                <a:moveTo>
                  <a:pt x="500" y="1024"/>
                </a:moveTo>
                <a:lnTo>
                  <a:pt x="545" y="941"/>
                </a:lnTo>
                <a:lnTo>
                  <a:pt x="595" y="860"/>
                </a:lnTo>
                <a:lnTo>
                  <a:pt x="651" y="781"/>
                </a:lnTo>
                <a:lnTo>
                  <a:pt x="713" y="704"/>
                </a:lnTo>
                <a:lnTo>
                  <a:pt x="780" y="629"/>
                </a:lnTo>
                <a:lnTo>
                  <a:pt x="852" y="558"/>
                </a:lnTo>
                <a:lnTo>
                  <a:pt x="929" y="490"/>
                </a:lnTo>
                <a:lnTo>
                  <a:pt x="1012" y="424"/>
                </a:lnTo>
                <a:lnTo>
                  <a:pt x="1099" y="363"/>
                </a:lnTo>
                <a:lnTo>
                  <a:pt x="1191" y="306"/>
                </a:lnTo>
                <a:lnTo>
                  <a:pt x="1288" y="253"/>
                </a:lnTo>
                <a:lnTo>
                  <a:pt x="1389" y="204"/>
                </a:lnTo>
                <a:lnTo>
                  <a:pt x="1494" y="160"/>
                </a:lnTo>
                <a:lnTo>
                  <a:pt x="1604" y="121"/>
                </a:lnTo>
                <a:lnTo>
                  <a:pt x="1717" y="86"/>
                </a:lnTo>
                <a:lnTo>
                  <a:pt x="1833" y="58"/>
                </a:lnTo>
                <a:lnTo>
                  <a:pt x="1953" y="34"/>
                </a:lnTo>
                <a:lnTo>
                  <a:pt x="2076" y="17"/>
                </a:lnTo>
                <a:lnTo>
                  <a:pt x="2202" y="5"/>
                </a:lnTo>
                <a:lnTo>
                  <a:pt x="2331" y="0"/>
                </a:lnTo>
                <a:lnTo>
                  <a:pt x="2462" y="0"/>
                </a:lnTo>
                <a:lnTo>
                  <a:pt x="2596" y="8"/>
                </a:lnTo>
                <a:lnTo>
                  <a:pt x="2730" y="21"/>
                </a:lnTo>
                <a:lnTo>
                  <a:pt x="2805" y="99"/>
                </a:lnTo>
                <a:lnTo>
                  <a:pt x="2877" y="178"/>
                </a:lnTo>
                <a:lnTo>
                  <a:pt x="2946" y="261"/>
                </a:lnTo>
                <a:lnTo>
                  <a:pt x="3013" y="345"/>
                </a:lnTo>
                <a:lnTo>
                  <a:pt x="3076" y="432"/>
                </a:lnTo>
                <a:lnTo>
                  <a:pt x="3137" y="521"/>
                </a:lnTo>
                <a:lnTo>
                  <a:pt x="3194" y="612"/>
                </a:lnTo>
                <a:lnTo>
                  <a:pt x="3249" y="705"/>
                </a:lnTo>
                <a:lnTo>
                  <a:pt x="3300" y="800"/>
                </a:lnTo>
                <a:lnTo>
                  <a:pt x="3348" y="896"/>
                </a:lnTo>
                <a:lnTo>
                  <a:pt x="3392" y="994"/>
                </a:lnTo>
                <a:lnTo>
                  <a:pt x="3434" y="1094"/>
                </a:lnTo>
                <a:lnTo>
                  <a:pt x="3471" y="1194"/>
                </a:lnTo>
                <a:lnTo>
                  <a:pt x="3506" y="1297"/>
                </a:lnTo>
                <a:lnTo>
                  <a:pt x="3536" y="1401"/>
                </a:lnTo>
                <a:lnTo>
                  <a:pt x="3564" y="1505"/>
                </a:lnTo>
                <a:lnTo>
                  <a:pt x="3587" y="1610"/>
                </a:lnTo>
                <a:lnTo>
                  <a:pt x="3607" y="1715"/>
                </a:lnTo>
                <a:lnTo>
                  <a:pt x="3624" y="1822"/>
                </a:lnTo>
                <a:lnTo>
                  <a:pt x="3637" y="1929"/>
                </a:lnTo>
                <a:lnTo>
                  <a:pt x="3646" y="2036"/>
                </a:lnTo>
                <a:lnTo>
                  <a:pt x="3651" y="2143"/>
                </a:lnTo>
                <a:lnTo>
                  <a:pt x="3653" y="2251"/>
                </a:lnTo>
                <a:lnTo>
                  <a:pt x="3557" y="2351"/>
                </a:lnTo>
                <a:lnTo>
                  <a:pt x="3457" y="2445"/>
                </a:lnTo>
                <a:lnTo>
                  <a:pt x="3355" y="2532"/>
                </a:lnTo>
                <a:lnTo>
                  <a:pt x="3250" y="2613"/>
                </a:lnTo>
                <a:lnTo>
                  <a:pt x="3143" y="2687"/>
                </a:lnTo>
                <a:lnTo>
                  <a:pt x="3035" y="2755"/>
                </a:lnTo>
                <a:lnTo>
                  <a:pt x="2924" y="2816"/>
                </a:lnTo>
                <a:lnTo>
                  <a:pt x="2813" y="2870"/>
                </a:lnTo>
                <a:lnTo>
                  <a:pt x="2701" y="2918"/>
                </a:lnTo>
                <a:lnTo>
                  <a:pt x="2588" y="2959"/>
                </a:lnTo>
                <a:lnTo>
                  <a:pt x="2474" y="2994"/>
                </a:lnTo>
                <a:lnTo>
                  <a:pt x="2361" y="3022"/>
                </a:lnTo>
                <a:lnTo>
                  <a:pt x="2248" y="3043"/>
                </a:lnTo>
                <a:lnTo>
                  <a:pt x="2136" y="3058"/>
                </a:lnTo>
                <a:lnTo>
                  <a:pt x="2025" y="3066"/>
                </a:lnTo>
                <a:lnTo>
                  <a:pt x="1916" y="3068"/>
                </a:lnTo>
                <a:lnTo>
                  <a:pt x="1808" y="3064"/>
                </a:lnTo>
                <a:lnTo>
                  <a:pt x="1701" y="3054"/>
                </a:lnTo>
                <a:lnTo>
                  <a:pt x="1597" y="3037"/>
                </a:lnTo>
                <a:lnTo>
                  <a:pt x="1496" y="3015"/>
                </a:lnTo>
                <a:lnTo>
                  <a:pt x="1397" y="2987"/>
                </a:lnTo>
                <a:lnTo>
                  <a:pt x="1301" y="2953"/>
                </a:lnTo>
                <a:lnTo>
                  <a:pt x="1208" y="2914"/>
                </a:lnTo>
                <a:lnTo>
                  <a:pt x="1119" y="2870"/>
                </a:lnTo>
                <a:lnTo>
                  <a:pt x="1029" y="2854"/>
                </a:lnTo>
                <a:lnTo>
                  <a:pt x="944" y="2830"/>
                </a:lnTo>
                <a:lnTo>
                  <a:pt x="865" y="2797"/>
                </a:lnTo>
                <a:lnTo>
                  <a:pt x="792" y="2757"/>
                </a:lnTo>
                <a:lnTo>
                  <a:pt x="726" y="2709"/>
                </a:lnTo>
                <a:lnTo>
                  <a:pt x="668" y="2656"/>
                </a:lnTo>
                <a:lnTo>
                  <a:pt x="617" y="2596"/>
                </a:lnTo>
                <a:lnTo>
                  <a:pt x="576" y="2533"/>
                </a:lnTo>
                <a:lnTo>
                  <a:pt x="543" y="2466"/>
                </a:lnTo>
                <a:lnTo>
                  <a:pt x="519" y="2396"/>
                </a:lnTo>
                <a:lnTo>
                  <a:pt x="505" y="2324"/>
                </a:lnTo>
                <a:lnTo>
                  <a:pt x="500" y="2251"/>
                </a:lnTo>
                <a:lnTo>
                  <a:pt x="494" y="2316"/>
                </a:lnTo>
                <a:lnTo>
                  <a:pt x="475" y="2380"/>
                </a:lnTo>
                <a:lnTo>
                  <a:pt x="443" y="2440"/>
                </a:lnTo>
                <a:lnTo>
                  <a:pt x="400" y="2494"/>
                </a:lnTo>
                <a:lnTo>
                  <a:pt x="345" y="2541"/>
                </a:lnTo>
                <a:lnTo>
                  <a:pt x="281" y="2579"/>
                </a:lnTo>
                <a:lnTo>
                  <a:pt x="209" y="2606"/>
                </a:lnTo>
                <a:lnTo>
                  <a:pt x="129" y="2622"/>
                </a:lnTo>
                <a:lnTo>
                  <a:pt x="103" y="2539"/>
                </a:lnTo>
                <a:lnTo>
                  <a:pt x="94" y="2458"/>
                </a:lnTo>
                <a:lnTo>
                  <a:pt x="100" y="2381"/>
                </a:lnTo>
                <a:lnTo>
                  <a:pt x="120" y="2311"/>
                </a:lnTo>
                <a:lnTo>
                  <a:pt x="150" y="2251"/>
                </a:lnTo>
                <a:lnTo>
                  <a:pt x="157" y="2183"/>
                </a:lnTo>
                <a:lnTo>
                  <a:pt x="177" y="2117"/>
                </a:lnTo>
                <a:lnTo>
                  <a:pt x="209" y="2056"/>
                </a:lnTo>
                <a:lnTo>
                  <a:pt x="253" y="2003"/>
                </a:lnTo>
                <a:lnTo>
                  <a:pt x="217" y="2019"/>
                </a:lnTo>
                <a:lnTo>
                  <a:pt x="183" y="2039"/>
                </a:lnTo>
                <a:lnTo>
                  <a:pt x="150" y="2064"/>
                </a:lnTo>
                <a:lnTo>
                  <a:pt x="119" y="2093"/>
                </a:lnTo>
                <a:lnTo>
                  <a:pt x="90" y="2127"/>
                </a:lnTo>
                <a:lnTo>
                  <a:pt x="65" y="2164"/>
                </a:lnTo>
                <a:lnTo>
                  <a:pt x="43" y="2206"/>
                </a:lnTo>
                <a:lnTo>
                  <a:pt x="25" y="2251"/>
                </a:lnTo>
                <a:lnTo>
                  <a:pt x="12" y="2299"/>
                </a:lnTo>
                <a:lnTo>
                  <a:pt x="3" y="2350"/>
                </a:lnTo>
                <a:lnTo>
                  <a:pt x="0" y="2403"/>
                </a:lnTo>
                <a:lnTo>
                  <a:pt x="3" y="2457"/>
                </a:lnTo>
                <a:lnTo>
                  <a:pt x="12" y="2512"/>
                </a:lnTo>
                <a:lnTo>
                  <a:pt x="27" y="2567"/>
                </a:lnTo>
                <a:lnTo>
                  <a:pt x="48" y="2622"/>
                </a:lnTo>
                <a:lnTo>
                  <a:pt x="76" y="2676"/>
                </a:lnTo>
                <a:lnTo>
                  <a:pt x="109" y="2727"/>
                </a:lnTo>
                <a:lnTo>
                  <a:pt x="149" y="2776"/>
                </a:lnTo>
                <a:lnTo>
                  <a:pt x="195" y="2822"/>
                </a:lnTo>
                <a:lnTo>
                  <a:pt x="246" y="2863"/>
                </a:lnTo>
                <a:lnTo>
                  <a:pt x="303" y="2900"/>
                </a:lnTo>
                <a:lnTo>
                  <a:pt x="365" y="2932"/>
                </a:lnTo>
                <a:lnTo>
                  <a:pt x="431" y="2957"/>
                </a:lnTo>
                <a:lnTo>
                  <a:pt x="500" y="2976"/>
                </a:lnTo>
                <a:lnTo>
                  <a:pt x="573" y="2989"/>
                </a:lnTo>
                <a:lnTo>
                  <a:pt x="648" y="2993"/>
                </a:lnTo>
                <a:lnTo>
                  <a:pt x="724" y="2990"/>
                </a:lnTo>
                <a:lnTo>
                  <a:pt x="802" y="2979"/>
                </a:lnTo>
                <a:lnTo>
                  <a:pt x="879" y="2960"/>
                </a:lnTo>
                <a:lnTo>
                  <a:pt x="955" y="2932"/>
                </a:lnTo>
                <a:lnTo>
                  <a:pt x="1030" y="2896"/>
                </a:lnTo>
                <a:lnTo>
                  <a:pt x="1102" y="2852"/>
                </a:lnTo>
                <a:lnTo>
                  <a:pt x="1170" y="2800"/>
                </a:lnTo>
                <a:lnTo>
                  <a:pt x="1233" y="2741"/>
                </a:lnTo>
                <a:lnTo>
                  <a:pt x="1292" y="2674"/>
                </a:lnTo>
                <a:lnTo>
                  <a:pt x="1344" y="2600"/>
                </a:lnTo>
                <a:lnTo>
                  <a:pt x="1389" y="2521"/>
                </a:lnTo>
                <a:lnTo>
                  <a:pt x="1426" y="2435"/>
                </a:lnTo>
                <a:lnTo>
                  <a:pt x="1456" y="2345"/>
                </a:lnTo>
                <a:lnTo>
                  <a:pt x="1476" y="2251"/>
                </a:lnTo>
                <a:lnTo>
                  <a:pt x="1487" y="2154"/>
                </a:lnTo>
                <a:lnTo>
                  <a:pt x="1488" y="2055"/>
                </a:lnTo>
                <a:lnTo>
                  <a:pt x="1479" y="1954"/>
                </a:lnTo>
                <a:lnTo>
                  <a:pt x="1459" y="1854"/>
                </a:lnTo>
                <a:lnTo>
                  <a:pt x="1430" y="1754"/>
                </a:lnTo>
                <a:lnTo>
                  <a:pt x="1389" y="1657"/>
                </a:lnTo>
                <a:lnTo>
                  <a:pt x="1339" y="1563"/>
                </a:lnTo>
                <a:lnTo>
                  <a:pt x="1278" y="1473"/>
                </a:lnTo>
                <a:lnTo>
                  <a:pt x="1208" y="1388"/>
                </a:lnTo>
                <a:lnTo>
                  <a:pt x="1129" y="1310"/>
                </a:lnTo>
                <a:lnTo>
                  <a:pt x="1041" y="1238"/>
                </a:lnTo>
                <a:lnTo>
                  <a:pt x="945" y="1175"/>
                </a:lnTo>
                <a:lnTo>
                  <a:pt x="842" y="1122"/>
                </a:lnTo>
                <a:lnTo>
                  <a:pt x="733" y="1078"/>
                </a:lnTo>
                <a:lnTo>
                  <a:pt x="619" y="1046"/>
                </a:lnTo>
                <a:lnTo>
                  <a:pt x="500" y="1024"/>
                </a:lnTo>
                <a:close/>
              </a:path>
            </a:pathLst>
          </a:custGeom>
          <a:noFill/>
          <a:ln w="24840">
            <a:solidFill>
              <a:srgbClr val="BE84DB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5022000" y="1198080"/>
            <a:ext cx="1281240" cy="1104480"/>
          </a:xfrm>
          <a:custGeom>
            <a:avLst/>
            <a:gdLst/>
            <a:ahLst/>
            <a:rect l="0" t="0" r="r" b="b"/>
            <a:pathLst>
              <a:path fill="none" w="3559" h="3068">
                <a:moveTo>
                  <a:pt x="406" y="1024"/>
                </a:moveTo>
                <a:lnTo>
                  <a:pt x="451" y="941"/>
                </a:lnTo>
                <a:lnTo>
                  <a:pt x="501" y="860"/>
                </a:lnTo>
                <a:lnTo>
                  <a:pt x="557" y="781"/>
                </a:lnTo>
                <a:lnTo>
                  <a:pt x="619" y="704"/>
                </a:lnTo>
                <a:lnTo>
                  <a:pt x="686" y="629"/>
                </a:lnTo>
                <a:lnTo>
                  <a:pt x="758" y="558"/>
                </a:lnTo>
                <a:lnTo>
                  <a:pt x="835" y="490"/>
                </a:lnTo>
                <a:lnTo>
                  <a:pt x="918" y="424"/>
                </a:lnTo>
                <a:lnTo>
                  <a:pt x="1005" y="363"/>
                </a:lnTo>
                <a:lnTo>
                  <a:pt x="1097" y="306"/>
                </a:lnTo>
                <a:lnTo>
                  <a:pt x="1194" y="253"/>
                </a:lnTo>
                <a:lnTo>
                  <a:pt x="1295" y="204"/>
                </a:lnTo>
                <a:lnTo>
                  <a:pt x="1400" y="160"/>
                </a:lnTo>
                <a:lnTo>
                  <a:pt x="1510" y="121"/>
                </a:lnTo>
                <a:lnTo>
                  <a:pt x="1623" y="86"/>
                </a:lnTo>
                <a:lnTo>
                  <a:pt x="1739" y="58"/>
                </a:lnTo>
                <a:lnTo>
                  <a:pt x="1859" y="34"/>
                </a:lnTo>
                <a:lnTo>
                  <a:pt x="1982" y="17"/>
                </a:lnTo>
                <a:lnTo>
                  <a:pt x="2109" y="5"/>
                </a:lnTo>
                <a:lnTo>
                  <a:pt x="2238" y="0"/>
                </a:lnTo>
                <a:lnTo>
                  <a:pt x="2369" y="0"/>
                </a:lnTo>
                <a:lnTo>
                  <a:pt x="2502" y="8"/>
                </a:lnTo>
                <a:lnTo>
                  <a:pt x="2636" y="21"/>
                </a:lnTo>
                <a:lnTo>
                  <a:pt x="2711" y="99"/>
                </a:lnTo>
                <a:lnTo>
                  <a:pt x="2783" y="178"/>
                </a:lnTo>
                <a:lnTo>
                  <a:pt x="2852" y="261"/>
                </a:lnTo>
                <a:lnTo>
                  <a:pt x="2919" y="345"/>
                </a:lnTo>
                <a:lnTo>
                  <a:pt x="2982" y="432"/>
                </a:lnTo>
                <a:lnTo>
                  <a:pt x="3043" y="521"/>
                </a:lnTo>
                <a:lnTo>
                  <a:pt x="3100" y="612"/>
                </a:lnTo>
                <a:lnTo>
                  <a:pt x="3155" y="705"/>
                </a:lnTo>
                <a:lnTo>
                  <a:pt x="3206" y="800"/>
                </a:lnTo>
                <a:lnTo>
                  <a:pt x="3254" y="896"/>
                </a:lnTo>
                <a:lnTo>
                  <a:pt x="3298" y="994"/>
                </a:lnTo>
                <a:lnTo>
                  <a:pt x="3340" y="1094"/>
                </a:lnTo>
                <a:lnTo>
                  <a:pt x="3377" y="1194"/>
                </a:lnTo>
                <a:lnTo>
                  <a:pt x="3412" y="1297"/>
                </a:lnTo>
                <a:lnTo>
                  <a:pt x="3442" y="1401"/>
                </a:lnTo>
                <a:lnTo>
                  <a:pt x="3470" y="1505"/>
                </a:lnTo>
                <a:lnTo>
                  <a:pt x="3493" y="1610"/>
                </a:lnTo>
                <a:lnTo>
                  <a:pt x="3513" y="1715"/>
                </a:lnTo>
                <a:lnTo>
                  <a:pt x="3530" y="1822"/>
                </a:lnTo>
                <a:lnTo>
                  <a:pt x="3543" y="1929"/>
                </a:lnTo>
                <a:lnTo>
                  <a:pt x="3552" y="2036"/>
                </a:lnTo>
                <a:lnTo>
                  <a:pt x="3557" y="2143"/>
                </a:lnTo>
                <a:lnTo>
                  <a:pt x="3559" y="2251"/>
                </a:lnTo>
                <a:lnTo>
                  <a:pt x="3463" y="2351"/>
                </a:lnTo>
                <a:lnTo>
                  <a:pt x="3363" y="2445"/>
                </a:lnTo>
                <a:lnTo>
                  <a:pt x="3261" y="2532"/>
                </a:lnTo>
                <a:lnTo>
                  <a:pt x="3156" y="2613"/>
                </a:lnTo>
                <a:lnTo>
                  <a:pt x="3049" y="2687"/>
                </a:lnTo>
                <a:lnTo>
                  <a:pt x="2941" y="2755"/>
                </a:lnTo>
                <a:lnTo>
                  <a:pt x="2830" y="2816"/>
                </a:lnTo>
                <a:lnTo>
                  <a:pt x="2719" y="2870"/>
                </a:lnTo>
                <a:lnTo>
                  <a:pt x="2607" y="2918"/>
                </a:lnTo>
                <a:lnTo>
                  <a:pt x="2494" y="2959"/>
                </a:lnTo>
                <a:lnTo>
                  <a:pt x="2381" y="2994"/>
                </a:lnTo>
                <a:lnTo>
                  <a:pt x="2268" y="3022"/>
                </a:lnTo>
                <a:lnTo>
                  <a:pt x="2155" y="3043"/>
                </a:lnTo>
                <a:lnTo>
                  <a:pt x="2042" y="3058"/>
                </a:lnTo>
                <a:lnTo>
                  <a:pt x="1931" y="3066"/>
                </a:lnTo>
                <a:lnTo>
                  <a:pt x="1822" y="3068"/>
                </a:lnTo>
                <a:lnTo>
                  <a:pt x="1714" y="3064"/>
                </a:lnTo>
                <a:lnTo>
                  <a:pt x="1607" y="3054"/>
                </a:lnTo>
                <a:lnTo>
                  <a:pt x="1503" y="3037"/>
                </a:lnTo>
                <a:lnTo>
                  <a:pt x="1402" y="3015"/>
                </a:lnTo>
                <a:lnTo>
                  <a:pt x="1303" y="2987"/>
                </a:lnTo>
                <a:lnTo>
                  <a:pt x="1207" y="2953"/>
                </a:lnTo>
                <a:lnTo>
                  <a:pt x="1114" y="2914"/>
                </a:lnTo>
                <a:lnTo>
                  <a:pt x="1025" y="2870"/>
                </a:lnTo>
                <a:lnTo>
                  <a:pt x="935" y="2854"/>
                </a:lnTo>
                <a:lnTo>
                  <a:pt x="850" y="2830"/>
                </a:lnTo>
                <a:lnTo>
                  <a:pt x="771" y="2797"/>
                </a:lnTo>
                <a:lnTo>
                  <a:pt x="698" y="2757"/>
                </a:lnTo>
                <a:lnTo>
                  <a:pt x="632" y="2709"/>
                </a:lnTo>
                <a:lnTo>
                  <a:pt x="574" y="2656"/>
                </a:lnTo>
                <a:lnTo>
                  <a:pt x="523" y="2596"/>
                </a:lnTo>
                <a:lnTo>
                  <a:pt x="482" y="2533"/>
                </a:lnTo>
                <a:lnTo>
                  <a:pt x="449" y="2466"/>
                </a:lnTo>
                <a:lnTo>
                  <a:pt x="425" y="2396"/>
                </a:lnTo>
                <a:lnTo>
                  <a:pt x="411" y="2324"/>
                </a:lnTo>
                <a:lnTo>
                  <a:pt x="406" y="2251"/>
                </a:lnTo>
                <a:lnTo>
                  <a:pt x="400" y="2316"/>
                </a:lnTo>
                <a:lnTo>
                  <a:pt x="381" y="2380"/>
                </a:lnTo>
                <a:lnTo>
                  <a:pt x="349" y="2440"/>
                </a:lnTo>
                <a:lnTo>
                  <a:pt x="306" y="2494"/>
                </a:lnTo>
                <a:lnTo>
                  <a:pt x="251" y="2541"/>
                </a:lnTo>
                <a:lnTo>
                  <a:pt x="187" y="2579"/>
                </a:lnTo>
                <a:lnTo>
                  <a:pt x="115" y="2606"/>
                </a:lnTo>
                <a:lnTo>
                  <a:pt x="35" y="2622"/>
                </a:lnTo>
                <a:lnTo>
                  <a:pt x="9" y="2539"/>
                </a:lnTo>
                <a:lnTo>
                  <a:pt x="0" y="2458"/>
                </a:lnTo>
                <a:lnTo>
                  <a:pt x="6" y="2381"/>
                </a:lnTo>
                <a:lnTo>
                  <a:pt x="26" y="2311"/>
                </a:lnTo>
                <a:lnTo>
                  <a:pt x="56" y="2251"/>
                </a:lnTo>
                <a:lnTo>
                  <a:pt x="63" y="2183"/>
                </a:lnTo>
                <a:lnTo>
                  <a:pt x="83" y="2117"/>
                </a:lnTo>
                <a:lnTo>
                  <a:pt x="115" y="2056"/>
                </a:lnTo>
                <a:lnTo>
                  <a:pt x="159" y="2003"/>
                </a:lnTo>
              </a:path>
            </a:pathLst>
          </a:custGeom>
          <a:ln w="24840">
            <a:solidFill>
              <a:srgbClr val="BE84DB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5136480" y="153504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5136480" y="153504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5938920" y="11739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5938920" y="11739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6271560" y="197640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6271560" y="197640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359680" y="219924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8"/>
                </a:moveTo>
                <a:cubicBezTo>
                  <a:pt x="0" y="-29"/>
                  <a:pt x="176" y="-29"/>
                  <a:pt x="176" y="88"/>
                </a:cubicBezTo>
                <a:cubicBezTo>
                  <a:pt x="176" y="206"/>
                  <a:pt x="0" y="206"/>
                  <a:pt x="0" y="88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359680" y="219924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8"/>
                </a:moveTo>
                <a:cubicBezTo>
                  <a:pt x="176" y="206"/>
                  <a:pt x="0" y="206"/>
                  <a:pt x="0" y="88"/>
                </a:cubicBezTo>
                <a:cubicBezTo>
                  <a:pt x="0" y="-29"/>
                  <a:pt x="176" y="-29"/>
                  <a:pt x="176" y="88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5136480" y="19764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5136480" y="19764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5002920" y="2110320"/>
            <a:ext cx="63360" cy="64080"/>
          </a:xfrm>
          <a:custGeom>
            <a:avLst/>
            <a:gdLst/>
            <a:ahLst/>
            <a:rect l="0" t="0" r="r" b="b"/>
            <a:pathLst>
              <a:path w="176" h="178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8"/>
                  <a:pt x="0" y="208"/>
                  <a:pt x="0" y="89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5002920" y="2110320"/>
            <a:ext cx="63360" cy="64080"/>
          </a:xfrm>
          <a:custGeom>
            <a:avLst/>
            <a:gdLst/>
            <a:ahLst/>
            <a:rect l="0" t="0" r="r" b="b"/>
            <a:pathLst>
              <a:path fill="none" w="176" h="178">
                <a:moveTo>
                  <a:pt x="176" y="89"/>
                </a:moveTo>
                <a:cubicBezTo>
                  <a:pt x="176" y="208"/>
                  <a:pt x="0" y="208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010480" y="19764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010480" y="19764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5047560" y="188748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8"/>
                </a:moveTo>
                <a:cubicBezTo>
                  <a:pt x="0" y="-29"/>
                  <a:pt x="176" y="-29"/>
                  <a:pt x="176" y="88"/>
                </a:cubicBezTo>
                <a:cubicBezTo>
                  <a:pt x="176" y="206"/>
                  <a:pt x="0" y="206"/>
                  <a:pt x="0" y="88"/>
                </a:cubicBezTo>
                <a:close/>
              </a:path>
            </a:pathLst>
          </a:custGeom>
          <a:solidFill>
            <a:srgbClr val="BE84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5047560" y="188748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8"/>
                </a:moveTo>
                <a:cubicBezTo>
                  <a:pt x="176" y="206"/>
                  <a:pt x="0" y="206"/>
                  <a:pt x="0" y="88"/>
                </a:cubicBezTo>
                <a:cubicBezTo>
                  <a:pt x="0" y="-29"/>
                  <a:pt x="176" y="-29"/>
                  <a:pt x="176" y="88"/>
                </a:cubicBezTo>
              </a:path>
            </a:pathLst>
          </a:custGeom>
          <a:ln cap="rnd" w="8640">
            <a:solidFill>
              <a:srgbClr val="BE84D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 flipV="1">
            <a:off x="5168160" y="87336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168160" y="1205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7" y="2152"/>
                </a:lnTo>
                <a:lnTo>
                  <a:pt x="155" y="2075"/>
                </a:lnTo>
                <a:lnTo>
                  <a:pt x="232" y="1998"/>
                </a:lnTo>
                <a:lnTo>
                  <a:pt x="309" y="1922"/>
                </a:lnTo>
                <a:lnTo>
                  <a:pt x="385" y="1845"/>
                </a:lnTo>
                <a:lnTo>
                  <a:pt x="462" y="1768"/>
                </a:lnTo>
                <a:lnTo>
                  <a:pt x="539" y="1691"/>
                </a:lnTo>
                <a:lnTo>
                  <a:pt x="616" y="1614"/>
                </a:lnTo>
                <a:lnTo>
                  <a:pt x="693" y="1537"/>
                </a:lnTo>
                <a:lnTo>
                  <a:pt x="770" y="1460"/>
                </a:lnTo>
                <a:lnTo>
                  <a:pt x="847" y="1384"/>
                </a:lnTo>
                <a:lnTo>
                  <a:pt x="923" y="1307"/>
                </a:lnTo>
                <a:lnTo>
                  <a:pt x="1000" y="1230"/>
                </a:lnTo>
                <a:lnTo>
                  <a:pt x="1077" y="1153"/>
                </a:lnTo>
                <a:lnTo>
                  <a:pt x="1154" y="1076"/>
                </a:lnTo>
                <a:lnTo>
                  <a:pt x="1231" y="999"/>
                </a:lnTo>
                <a:lnTo>
                  <a:pt x="1308" y="922"/>
                </a:lnTo>
                <a:lnTo>
                  <a:pt x="1385" y="846"/>
                </a:lnTo>
                <a:lnTo>
                  <a:pt x="1461" y="769"/>
                </a:lnTo>
                <a:lnTo>
                  <a:pt x="1538" y="692"/>
                </a:lnTo>
                <a:lnTo>
                  <a:pt x="1615" y="615"/>
                </a:lnTo>
                <a:lnTo>
                  <a:pt x="1692" y="538"/>
                </a:lnTo>
                <a:lnTo>
                  <a:pt x="1769" y="461"/>
                </a:lnTo>
                <a:lnTo>
                  <a:pt x="1846" y="384"/>
                </a:lnTo>
                <a:lnTo>
                  <a:pt x="1999" y="231"/>
                </a:lnTo>
                <a:lnTo>
                  <a:pt x="2076" y="154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5168160" y="2008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5168160" y="2008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77" y="77"/>
                </a:lnTo>
                <a:lnTo>
                  <a:pt x="155" y="154"/>
                </a:lnTo>
                <a:lnTo>
                  <a:pt x="232" y="231"/>
                </a:lnTo>
                <a:lnTo>
                  <a:pt x="309" y="307"/>
                </a:lnTo>
                <a:lnTo>
                  <a:pt x="385" y="384"/>
                </a:lnTo>
                <a:lnTo>
                  <a:pt x="462" y="461"/>
                </a:lnTo>
                <a:lnTo>
                  <a:pt x="539" y="538"/>
                </a:lnTo>
                <a:lnTo>
                  <a:pt x="616" y="615"/>
                </a:lnTo>
                <a:lnTo>
                  <a:pt x="693" y="692"/>
                </a:lnTo>
                <a:lnTo>
                  <a:pt x="770" y="769"/>
                </a:lnTo>
                <a:lnTo>
                  <a:pt x="847" y="846"/>
                </a:lnTo>
                <a:lnTo>
                  <a:pt x="923" y="922"/>
                </a:lnTo>
                <a:lnTo>
                  <a:pt x="1000" y="999"/>
                </a:lnTo>
                <a:lnTo>
                  <a:pt x="1077" y="1076"/>
                </a:lnTo>
                <a:lnTo>
                  <a:pt x="1154" y="1153"/>
                </a:lnTo>
                <a:lnTo>
                  <a:pt x="1231" y="1230"/>
                </a:lnTo>
                <a:lnTo>
                  <a:pt x="1308" y="1307"/>
                </a:lnTo>
                <a:lnTo>
                  <a:pt x="1385" y="1383"/>
                </a:lnTo>
                <a:lnTo>
                  <a:pt x="1461" y="1460"/>
                </a:lnTo>
                <a:lnTo>
                  <a:pt x="1538" y="1537"/>
                </a:lnTo>
                <a:lnTo>
                  <a:pt x="1615" y="1614"/>
                </a:lnTo>
                <a:lnTo>
                  <a:pt x="1692" y="1691"/>
                </a:lnTo>
                <a:lnTo>
                  <a:pt x="1769" y="1768"/>
                </a:lnTo>
                <a:lnTo>
                  <a:pt x="1846" y="1845"/>
                </a:lnTo>
                <a:lnTo>
                  <a:pt x="1999" y="1998"/>
                </a:lnTo>
                <a:lnTo>
                  <a:pt x="2076" y="2075"/>
                </a:lnTo>
                <a:lnTo>
                  <a:pt x="2153" y="2152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5168160" y="200808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4365720" y="2008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153" y="77"/>
                </a:lnTo>
                <a:lnTo>
                  <a:pt x="2076" y="154"/>
                </a:lnTo>
                <a:lnTo>
                  <a:pt x="2000" y="231"/>
                </a:lnTo>
                <a:lnTo>
                  <a:pt x="1923" y="307"/>
                </a:lnTo>
                <a:lnTo>
                  <a:pt x="1846" y="384"/>
                </a:lnTo>
                <a:lnTo>
                  <a:pt x="1769" y="461"/>
                </a:lnTo>
                <a:lnTo>
                  <a:pt x="1692" y="538"/>
                </a:lnTo>
                <a:lnTo>
                  <a:pt x="1615" y="615"/>
                </a:lnTo>
                <a:lnTo>
                  <a:pt x="1538" y="692"/>
                </a:lnTo>
                <a:lnTo>
                  <a:pt x="1462" y="769"/>
                </a:lnTo>
                <a:lnTo>
                  <a:pt x="1385" y="846"/>
                </a:lnTo>
                <a:lnTo>
                  <a:pt x="1308" y="922"/>
                </a:lnTo>
                <a:lnTo>
                  <a:pt x="1231" y="999"/>
                </a:lnTo>
                <a:lnTo>
                  <a:pt x="1154" y="1076"/>
                </a:lnTo>
                <a:lnTo>
                  <a:pt x="1077" y="1153"/>
                </a:lnTo>
                <a:lnTo>
                  <a:pt x="924" y="1307"/>
                </a:lnTo>
                <a:lnTo>
                  <a:pt x="847" y="1383"/>
                </a:lnTo>
                <a:lnTo>
                  <a:pt x="770" y="1460"/>
                </a:lnTo>
                <a:lnTo>
                  <a:pt x="693" y="1537"/>
                </a:lnTo>
                <a:lnTo>
                  <a:pt x="616" y="1614"/>
                </a:lnTo>
                <a:lnTo>
                  <a:pt x="539" y="1691"/>
                </a:lnTo>
                <a:lnTo>
                  <a:pt x="462" y="1768"/>
                </a:lnTo>
                <a:lnTo>
                  <a:pt x="386" y="1845"/>
                </a:lnTo>
                <a:lnTo>
                  <a:pt x="309" y="1921"/>
                </a:lnTo>
                <a:lnTo>
                  <a:pt x="232" y="1998"/>
                </a:lnTo>
                <a:lnTo>
                  <a:pt x="155" y="2075"/>
                </a:lnTo>
                <a:lnTo>
                  <a:pt x="77" y="2152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 flipH="1">
            <a:off x="4033440" y="2008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4365720" y="1205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076" y="2075"/>
                </a:lnTo>
                <a:lnTo>
                  <a:pt x="2000" y="1998"/>
                </a:lnTo>
                <a:lnTo>
                  <a:pt x="1923" y="1922"/>
                </a:lnTo>
                <a:lnTo>
                  <a:pt x="1846" y="1845"/>
                </a:lnTo>
                <a:lnTo>
                  <a:pt x="1769" y="1768"/>
                </a:lnTo>
                <a:lnTo>
                  <a:pt x="1692" y="1691"/>
                </a:lnTo>
                <a:lnTo>
                  <a:pt x="1615" y="1614"/>
                </a:lnTo>
                <a:lnTo>
                  <a:pt x="1538" y="1537"/>
                </a:lnTo>
                <a:lnTo>
                  <a:pt x="1462" y="1460"/>
                </a:lnTo>
                <a:lnTo>
                  <a:pt x="1385" y="1384"/>
                </a:lnTo>
                <a:lnTo>
                  <a:pt x="1308" y="1307"/>
                </a:lnTo>
                <a:lnTo>
                  <a:pt x="1231" y="1230"/>
                </a:lnTo>
                <a:lnTo>
                  <a:pt x="1154" y="1153"/>
                </a:lnTo>
                <a:lnTo>
                  <a:pt x="1077" y="1076"/>
                </a:lnTo>
                <a:lnTo>
                  <a:pt x="924" y="922"/>
                </a:lnTo>
                <a:lnTo>
                  <a:pt x="847" y="846"/>
                </a:lnTo>
                <a:lnTo>
                  <a:pt x="770" y="769"/>
                </a:lnTo>
                <a:lnTo>
                  <a:pt x="693" y="692"/>
                </a:lnTo>
                <a:lnTo>
                  <a:pt x="616" y="615"/>
                </a:lnTo>
                <a:lnTo>
                  <a:pt x="539" y="538"/>
                </a:lnTo>
                <a:lnTo>
                  <a:pt x="462" y="461"/>
                </a:lnTo>
                <a:lnTo>
                  <a:pt x="386" y="384"/>
                </a:lnTo>
                <a:lnTo>
                  <a:pt x="309" y="308"/>
                </a:lnTo>
                <a:lnTo>
                  <a:pt x="232" y="231"/>
                </a:lnTo>
                <a:lnTo>
                  <a:pt x="155" y="154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4527000" y="378720"/>
            <a:ext cx="125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55, species = 22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5034960" y="68724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5836320" y="1061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6337080" y="196380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5823360" y="2866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022360" y="324036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4011840" y="2866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771000" y="196380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4024440" y="1061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3509640" y="1402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6673680" y="551520"/>
            <a:ext cx="3302640" cy="3001320"/>
          </a:xfrm>
          <a:custGeom>
            <a:avLst/>
            <a:gdLst/>
            <a:ahLst/>
            <a:rect l="0" t="0" r="r" b="b"/>
            <a:pathLst>
              <a:path w="9174" h="8337">
                <a:moveTo>
                  <a:pt x="0" y="0"/>
                </a:moveTo>
                <a:lnTo>
                  <a:pt x="9174" y="0"/>
                </a:lnTo>
                <a:lnTo>
                  <a:pt x="9174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7002720" y="69480"/>
            <a:ext cx="2935440" cy="482400"/>
          </a:xfrm>
          <a:custGeom>
            <a:avLst/>
            <a:gdLst/>
            <a:ahLst/>
            <a:rect l="0" t="0" r="r" b="b"/>
            <a:pathLst>
              <a:path w="8154" h="1340">
                <a:moveTo>
                  <a:pt x="0" y="0"/>
                </a:moveTo>
                <a:lnTo>
                  <a:pt x="8154" y="0"/>
                </a:lnTo>
                <a:lnTo>
                  <a:pt x="8154" y="1340"/>
                </a:lnTo>
                <a:lnTo>
                  <a:pt x="0" y="13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3458880" y="835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8051400" y="182880"/>
            <a:ext cx="8161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Anseriformes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052040" y="589680"/>
            <a:ext cx="2837160" cy="2837160"/>
          </a:xfrm>
          <a:custGeom>
            <a:avLst/>
            <a:gdLst/>
            <a:ahLst/>
            <a:rect l="0" t="0" r="r" b="b"/>
            <a:pathLst>
              <a:path w="7881" h="7881">
                <a:moveTo>
                  <a:pt x="0" y="0"/>
                </a:moveTo>
                <a:lnTo>
                  <a:pt x="7881" y="0"/>
                </a:lnTo>
                <a:lnTo>
                  <a:pt x="7881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 flipV="1">
            <a:off x="8470440" y="73152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 flipV="1">
            <a:off x="8470440" y="110556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8470440" y="2008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8470440" y="200808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470440" y="20080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 flipH="1">
            <a:off x="7567560" y="200808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 flipH="1">
            <a:off x="7193880" y="2008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 flipH="1" flipV="1">
            <a:off x="7567560" y="110556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903080" y="1440720"/>
            <a:ext cx="1135080" cy="1134720"/>
          </a:xfrm>
          <a:custGeom>
            <a:avLst/>
            <a:gdLst/>
            <a:ahLst/>
            <a:rect l="0" t="0" r="r" b="b"/>
            <a:pathLst>
              <a:path fill="none" w="3153" h="3152">
                <a:moveTo>
                  <a:pt x="1576" y="0"/>
                </a:moveTo>
                <a:lnTo>
                  <a:pt x="1676" y="3"/>
                </a:lnTo>
                <a:lnTo>
                  <a:pt x="1776" y="13"/>
                </a:lnTo>
                <a:lnTo>
                  <a:pt x="1875" y="28"/>
                </a:lnTo>
                <a:lnTo>
                  <a:pt x="1973" y="50"/>
                </a:lnTo>
                <a:lnTo>
                  <a:pt x="2068" y="79"/>
                </a:lnTo>
                <a:lnTo>
                  <a:pt x="2162" y="113"/>
                </a:lnTo>
                <a:lnTo>
                  <a:pt x="2254" y="153"/>
                </a:lnTo>
                <a:lnTo>
                  <a:pt x="2343" y="199"/>
                </a:lnTo>
                <a:lnTo>
                  <a:pt x="2429" y="250"/>
                </a:lnTo>
                <a:lnTo>
                  <a:pt x="2511" y="307"/>
                </a:lnTo>
                <a:lnTo>
                  <a:pt x="2590" y="369"/>
                </a:lnTo>
                <a:lnTo>
                  <a:pt x="2664" y="435"/>
                </a:lnTo>
                <a:lnTo>
                  <a:pt x="2735" y="507"/>
                </a:lnTo>
                <a:lnTo>
                  <a:pt x="2800" y="582"/>
                </a:lnTo>
                <a:lnTo>
                  <a:pt x="2861" y="662"/>
                </a:lnTo>
                <a:lnTo>
                  <a:pt x="2916" y="746"/>
                </a:lnTo>
                <a:lnTo>
                  <a:pt x="2966" y="833"/>
                </a:lnTo>
                <a:lnTo>
                  <a:pt x="3010" y="922"/>
                </a:lnTo>
                <a:lnTo>
                  <a:pt x="3049" y="1015"/>
                </a:lnTo>
                <a:lnTo>
                  <a:pt x="3082" y="1109"/>
                </a:lnTo>
                <a:lnTo>
                  <a:pt x="3108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3" y="1602"/>
                </a:lnTo>
                <a:lnTo>
                  <a:pt x="3148" y="1702"/>
                </a:lnTo>
                <a:lnTo>
                  <a:pt x="3137" y="1801"/>
                </a:lnTo>
                <a:lnTo>
                  <a:pt x="3119" y="1900"/>
                </a:lnTo>
                <a:lnTo>
                  <a:pt x="3096" y="1997"/>
                </a:lnTo>
                <a:lnTo>
                  <a:pt x="3066" y="2092"/>
                </a:lnTo>
                <a:lnTo>
                  <a:pt x="3030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2"/>
                </a:lnTo>
                <a:lnTo>
                  <a:pt x="2768" y="2609"/>
                </a:lnTo>
                <a:lnTo>
                  <a:pt x="2700" y="2683"/>
                </a:lnTo>
                <a:lnTo>
                  <a:pt x="2628" y="2752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7" y="3146"/>
                </a:lnTo>
                <a:lnTo>
                  <a:pt x="1626" y="3152"/>
                </a:lnTo>
                <a:lnTo>
                  <a:pt x="1526" y="3152"/>
                </a:lnTo>
                <a:lnTo>
                  <a:pt x="1426" y="3146"/>
                </a:lnTo>
                <a:lnTo>
                  <a:pt x="1327" y="3133"/>
                </a:lnTo>
                <a:lnTo>
                  <a:pt x="1229" y="3114"/>
                </a:lnTo>
                <a:lnTo>
                  <a:pt x="1132" y="3089"/>
                </a:lnTo>
                <a:lnTo>
                  <a:pt x="1037" y="3058"/>
                </a:lnTo>
                <a:lnTo>
                  <a:pt x="944" y="3021"/>
                </a:lnTo>
                <a:lnTo>
                  <a:pt x="854" y="2978"/>
                </a:lnTo>
                <a:lnTo>
                  <a:pt x="766" y="2929"/>
                </a:lnTo>
                <a:lnTo>
                  <a:pt x="682" y="2875"/>
                </a:lnTo>
                <a:lnTo>
                  <a:pt x="602" y="2816"/>
                </a:lnTo>
                <a:lnTo>
                  <a:pt x="525" y="2752"/>
                </a:lnTo>
                <a:lnTo>
                  <a:pt x="453" y="2683"/>
                </a:lnTo>
                <a:lnTo>
                  <a:pt x="385" y="2609"/>
                </a:lnTo>
                <a:lnTo>
                  <a:pt x="322" y="2532"/>
                </a:lnTo>
                <a:lnTo>
                  <a:pt x="264" y="2450"/>
                </a:lnTo>
                <a:lnTo>
                  <a:pt x="211" y="2365"/>
                </a:lnTo>
                <a:lnTo>
                  <a:pt x="164" y="2277"/>
                </a:lnTo>
                <a:lnTo>
                  <a:pt x="122" y="2186"/>
                </a:lnTo>
                <a:lnTo>
                  <a:pt x="86" y="2092"/>
                </a:lnTo>
                <a:lnTo>
                  <a:pt x="57" y="1997"/>
                </a:lnTo>
                <a:lnTo>
                  <a:pt x="33" y="1900"/>
                </a:lnTo>
                <a:lnTo>
                  <a:pt x="16" y="1801"/>
                </a:lnTo>
                <a:lnTo>
                  <a:pt x="5" y="1702"/>
                </a:lnTo>
                <a:lnTo>
                  <a:pt x="0" y="1602"/>
                </a:lnTo>
                <a:lnTo>
                  <a:pt x="2" y="1502"/>
                </a:lnTo>
                <a:lnTo>
                  <a:pt x="9" y="1402"/>
                </a:lnTo>
                <a:lnTo>
                  <a:pt x="24" y="1303"/>
                </a:lnTo>
                <a:lnTo>
                  <a:pt x="44" y="1205"/>
                </a:lnTo>
                <a:lnTo>
                  <a:pt x="71" y="1109"/>
                </a:lnTo>
                <a:lnTo>
                  <a:pt x="104" y="1015"/>
                </a:lnTo>
                <a:lnTo>
                  <a:pt x="142" y="922"/>
                </a:lnTo>
                <a:lnTo>
                  <a:pt x="186" y="833"/>
                </a:lnTo>
                <a:lnTo>
                  <a:pt x="237" y="746"/>
                </a:lnTo>
                <a:lnTo>
                  <a:pt x="292" y="662"/>
                </a:lnTo>
                <a:lnTo>
                  <a:pt x="353" y="582"/>
                </a:lnTo>
                <a:lnTo>
                  <a:pt x="418" y="507"/>
                </a:lnTo>
                <a:lnTo>
                  <a:pt x="488" y="435"/>
                </a:lnTo>
                <a:lnTo>
                  <a:pt x="563" y="369"/>
                </a:lnTo>
                <a:lnTo>
                  <a:pt x="641" y="307"/>
                </a:lnTo>
                <a:lnTo>
                  <a:pt x="724" y="250"/>
                </a:lnTo>
                <a:lnTo>
                  <a:pt x="809" y="199"/>
                </a:lnTo>
                <a:lnTo>
                  <a:pt x="898" y="153"/>
                </a:lnTo>
                <a:lnTo>
                  <a:pt x="990" y="113"/>
                </a:lnTo>
                <a:lnTo>
                  <a:pt x="1084" y="79"/>
                </a:lnTo>
                <a:lnTo>
                  <a:pt x="1180" y="50"/>
                </a:lnTo>
                <a:lnTo>
                  <a:pt x="1277" y="28"/>
                </a:lnTo>
                <a:lnTo>
                  <a:pt x="1376" y="13"/>
                </a:lnTo>
                <a:lnTo>
                  <a:pt x="1476" y="3"/>
                </a:lnTo>
                <a:lnTo>
                  <a:pt x="157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7335720" y="873360"/>
            <a:ext cx="2269440" cy="2269440"/>
          </a:xfrm>
          <a:custGeom>
            <a:avLst/>
            <a:gdLst/>
            <a:ahLst/>
            <a:rect l="0" t="0" r="r" b="b"/>
            <a:pathLst>
              <a:path fill="none" w="6304" h="6304">
                <a:moveTo>
                  <a:pt x="3153" y="0"/>
                </a:moveTo>
                <a:lnTo>
                  <a:pt x="3353" y="6"/>
                </a:lnTo>
                <a:lnTo>
                  <a:pt x="3552" y="25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6"/>
                </a:lnTo>
                <a:lnTo>
                  <a:pt x="4508" y="306"/>
                </a:lnTo>
                <a:lnTo>
                  <a:pt x="4685" y="398"/>
                </a:lnTo>
                <a:lnTo>
                  <a:pt x="4857" y="500"/>
                </a:lnTo>
                <a:lnTo>
                  <a:pt x="5022" y="614"/>
                </a:lnTo>
                <a:lnTo>
                  <a:pt x="5179" y="738"/>
                </a:lnTo>
                <a:lnTo>
                  <a:pt x="5328" y="872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5"/>
                </a:lnTo>
                <a:lnTo>
                  <a:pt x="5831" y="1491"/>
                </a:lnTo>
                <a:lnTo>
                  <a:pt x="5931" y="1664"/>
                </a:lnTo>
                <a:lnTo>
                  <a:pt x="6020" y="1844"/>
                </a:lnTo>
                <a:lnTo>
                  <a:pt x="6097" y="2028"/>
                </a:lnTo>
                <a:lnTo>
                  <a:pt x="6163" y="2217"/>
                </a:lnTo>
                <a:lnTo>
                  <a:pt x="6216" y="2410"/>
                </a:lnTo>
                <a:lnTo>
                  <a:pt x="6257" y="2606"/>
                </a:lnTo>
                <a:lnTo>
                  <a:pt x="6285" y="2804"/>
                </a:lnTo>
                <a:lnTo>
                  <a:pt x="6301" y="3003"/>
                </a:lnTo>
                <a:lnTo>
                  <a:pt x="6304" y="3203"/>
                </a:lnTo>
                <a:lnTo>
                  <a:pt x="6295" y="3403"/>
                </a:lnTo>
                <a:lnTo>
                  <a:pt x="6273" y="3602"/>
                </a:lnTo>
                <a:lnTo>
                  <a:pt x="6238" y="3799"/>
                </a:lnTo>
                <a:lnTo>
                  <a:pt x="6191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3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1" y="5631"/>
                </a:lnTo>
                <a:lnTo>
                  <a:pt x="4940" y="5749"/>
                </a:lnTo>
                <a:lnTo>
                  <a:pt x="4772" y="5857"/>
                </a:lnTo>
                <a:lnTo>
                  <a:pt x="4597" y="5955"/>
                </a:lnTo>
                <a:lnTo>
                  <a:pt x="4416" y="6041"/>
                </a:lnTo>
                <a:lnTo>
                  <a:pt x="4231" y="6115"/>
                </a:lnTo>
                <a:lnTo>
                  <a:pt x="4041" y="6177"/>
                </a:lnTo>
                <a:lnTo>
                  <a:pt x="3847" y="6228"/>
                </a:lnTo>
                <a:lnTo>
                  <a:pt x="3651" y="6265"/>
                </a:lnTo>
                <a:lnTo>
                  <a:pt x="3452" y="6291"/>
                </a:lnTo>
                <a:lnTo>
                  <a:pt x="3253" y="6304"/>
                </a:lnTo>
                <a:lnTo>
                  <a:pt x="3053" y="6304"/>
                </a:lnTo>
                <a:lnTo>
                  <a:pt x="2853" y="6291"/>
                </a:lnTo>
                <a:lnTo>
                  <a:pt x="2655" y="6265"/>
                </a:lnTo>
                <a:lnTo>
                  <a:pt x="2458" y="6228"/>
                </a:lnTo>
                <a:lnTo>
                  <a:pt x="2265" y="6177"/>
                </a:lnTo>
                <a:lnTo>
                  <a:pt x="2075" y="6115"/>
                </a:lnTo>
                <a:lnTo>
                  <a:pt x="1889" y="6041"/>
                </a:lnTo>
                <a:lnTo>
                  <a:pt x="1708" y="5955"/>
                </a:lnTo>
                <a:lnTo>
                  <a:pt x="1533" y="5857"/>
                </a:lnTo>
                <a:lnTo>
                  <a:pt x="1364" y="5749"/>
                </a:lnTo>
                <a:lnTo>
                  <a:pt x="1203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70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8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7" y="3799"/>
                </a:lnTo>
                <a:lnTo>
                  <a:pt x="32" y="3602"/>
                </a:lnTo>
                <a:lnTo>
                  <a:pt x="10" y="3403"/>
                </a:lnTo>
                <a:lnTo>
                  <a:pt x="0" y="3203"/>
                </a:lnTo>
                <a:lnTo>
                  <a:pt x="3" y="3003"/>
                </a:lnTo>
                <a:lnTo>
                  <a:pt x="19" y="2804"/>
                </a:lnTo>
                <a:lnTo>
                  <a:pt x="48" y="2606"/>
                </a:lnTo>
                <a:lnTo>
                  <a:pt x="89" y="2410"/>
                </a:lnTo>
                <a:lnTo>
                  <a:pt x="142" y="2217"/>
                </a:lnTo>
                <a:lnTo>
                  <a:pt x="207" y="2028"/>
                </a:lnTo>
                <a:lnTo>
                  <a:pt x="285" y="1844"/>
                </a:lnTo>
                <a:lnTo>
                  <a:pt x="373" y="1664"/>
                </a:lnTo>
                <a:lnTo>
                  <a:pt x="473" y="1491"/>
                </a:lnTo>
                <a:lnTo>
                  <a:pt x="584" y="1325"/>
                </a:lnTo>
                <a:lnTo>
                  <a:pt x="705" y="1165"/>
                </a:lnTo>
                <a:lnTo>
                  <a:pt x="836" y="1014"/>
                </a:lnTo>
                <a:lnTo>
                  <a:pt x="977" y="872"/>
                </a:lnTo>
                <a:lnTo>
                  <a:pt x="1126" y="738"/>
                </a:lnTo>
                <a:lnTo>
                  <a:pt x="1283" y="614"/>
                </a:lnTo>
                <a:lnTo>
                  <a:pt x="1448" y="500"/>
                </a:lnTo>
                <a:lnTo>
                  <a:pt x="1619" y="398"/>
                </a:lnTo>
                <a:lnTo>
                  <a:pt x="1798" y="306"/>
                </a:lnTo>
                <a:lnTo>
                  <a:pt x="1981" y="226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7"/>
                </a:lnTo>
                <a:lnTo>
                  <a:pt x="2754" y="25"/>
                </a:lnTo>
                <a:lnTo>
                  <a:pt x="2953" y="6"/>
                </a:lnTo>
                <a:lnTo>
                  <a:pt x="3153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7193880" y="73152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6" y="114"/>
                </a:lnTo>
                <a:lnTo>
                  <a:pt x="4652" y="177"/>
                </a:lnTo>
                <a:lnTo>
                  <a:pt x="4865" y="254"/>
                </a:lnTo>
                <a:lnTo>
                  <a:pt x="5071" y="344"/>
                </a:lnTo>
                <a:lnTo>
                  <a:pt x="5271" y="447"/>
                </a:lnTo>
                <a:lnTo>
                  <a:pt x="5464" y="563"/>
                </a:lnTo>
                <a:lnTo>
                  <a:pt x="5649" y="690"/>
                </a:lnTo>
                <a:lnTo>
                  <a:pt x="5826" y="830"/>
                </a:lnTo>
                <a:lnTo>
                  <a:pt x="5994" y="980"/>
                </a:lnTo>
                <a:lnTo>
                  <a:pt x="6152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4"/>
                </a:lnTo>
                <a:lnTo>
                  <a:pt x="6859" y="2281"/>
                </a:lnTo>
                <a:lnTo>
                  <a:pt x="6933" y="2494"/>
                </a:lnTo>
                <a:lnTo>
                  <a:pt x="6993" y="2711"/>
                </a:lnTo>
                <a:lnTo>
                  <a:pt x="7039" y="2931"/>
                </a:lnTo>
                <a:lnTo>
                  <a:pt x="7071" y="3154"/>
                </a:lnTo>
                <a:lnTo>
                  <a:pt x="7089" y="3378"/>
                </a:lnTo>
                <a:lnTo>
                  <a:pt x="7092" y="3603"/>
                </a:lnTo>
                <a:lnTo>
                  <a:pt x="7082" y="3828"/>
                </a:lnTo>
                <a:lnTo>
                  <a:pt x="7057" y="4052"/>
                </a:lnTo>
                <a:lnTo>
                  <a:pt x="7018" y="4273"/>
                </a:lnTo>
                <a:lnTo>
                  <a:pt x="6965" y="4492"/>
                </a:lnTo>
                <a:lnTo>
                  <a:pt x="6898" y="4707"/>
                </a:lnTo>
                <a:lnTo>
                  <a:pt x="6818" y="4917"/>
                </a:lnTo>
                <a:lnTo>
                  <a:pt x="6724" y="5122"/>
                </a:lnTo>
                <a:lnTo>
                  <a:pt x="6618" y="5320"/>
                </a:lnTo>
                <a:lnTo>
                  <a:pt x="6499" y="5511"/>
                </a:lnTo>
                <a:lnTo>
                  <a:pt x="6369" y="5695"/>
                </a:lnTo>
                <a:lnTo>
                  <a:pt x="6227" y="5869"/>
                </a:lnTo>
                <a:lnTo>
                  <a:pt x="6074" y="6035"/>
                </a:lnTo>
                <a:lnTo>
                  <a:pt x="5911" y="6190"/>
                </a:lnTo>
                <a:lnTo>
                  <a:pt x="5739" y="6334"/>
                </a:lnTo>
                <a:lnTo>
                  <a:pt x="5558" y="6468"/>
                </a:lnTo>
                <a:lnTo>
                  <a:pt x="5368" y="6590"/>
                </a:lnTo>
                <a:lnTo>
                  <a:pt x="5172" y="6699"/>
                </a:lnTo>
                <a:lnTo>
                  <a:pt x="4969" y="6796"/>
                </a:lnTo>
                <a:lnTo>
                  <a:pt x="4759" y="6879"/>
                </a:lnTo>
                <a:lnTo>
                  <a:pt x="4545" y="6949"/>
                </a:lnTo>
                <a:lnTo>
                  <a:pt x="4327" y="7006"/>
                </a:lnTo>
                <a:lnTo>
                  <a:pt x="4106" y="7049"/>
                </a:lnTo>
                <a:lnTo>
                  <a:pt x="3883" y="7077"/>
                </a:lnTo>
                <a:lnTo>
                  <a:pt x="3658" y="7091"/>
                </a:lnTo>
                <a:lnTo>
                  <a:pt x="3433" y="7091"/>
                </a:lnTo>
                <a:lnTo>
                  <a:pt x="3209" y="7077"/>
                </a:lnTo>
                <a:lnTo>
                  <a:pt x="2986" y="7049"/>
                </a:lnTo>
                <a:lnTo>
                  <a:pt x="2764" y="7006"/>
                </a:lnTo>
                <a:lnTo>
                  <a:pt x="2547" y="6949"/>
                </a:lnTo>
                <a:lnTo>
                  <a:pt x="2333" y="6879"/>
                </a:lnTo>
                <a:lnTo>
                  <a:pt x="2124" y="6796"/>
                </a:lnTo>
                <a:lnTo>
                  <a:pt x="1921" y="6699"/>
                </a:lnTo>
                <a:lnTo>
                  <a:pt x="1724" y="6590"/>
                </a:lnTo>
                <a:lnTo>
                  <a:pt x="1535" y="6468"/>
                </a:lnTo>
                <a:lnTo>
                  <a:pt x="1354" y="6334"/>
                </a:lnTo>
                <a:lnTo>
                  <a:pt x="1181" y="6190"/>
                </a:lnTo>
                <a:lnTo>
                  <a:pt x="1018" y="6035"/>
                </a:lnTo>
                <a:lnTo>
                  <a:pt x="866" y="5869"/>
                </a:lnTo>
                <a:lnTo>
                  <a:pt x="724" y="5695"/>
                </a:lnTo>
                <a:lnTo>
                  <a:pt x="593" y="5511"/>
                </a:lnTo>
                <a:lnTo>
                  <a:pt x="475" y="5320"/>
                </a:lnTo>
                <a:lnTo>
                  <a:pt x="368" y="5122"/>
                </a:lnTo>
                <a:lnTo>
                  <a:pt x="275" y="4917"/>
                </a:lnTo>
                <a:lnTo>
                  <a:pt x="195" y="4707"/>
                </a:lnTo>
                <a:lnTo>
                  <a:pt x="128" y="4492"/>
                </a:lnTo>
                <a:lnTo>
                  <a:pt x="75" y="4273"/>
                </a:lnTo>
                <a:lnTo>
                  <a:pt x="36" y="4052"/>
                </a:lnTo>
                <a:lnTo>
                  <a:pt x="11" y="3828"/>
                </a:lnTo>
                <a:lnTo>
                  <a:pt x="0" y="3603"/>
                </a:lnTo>
                <a:lnTo>
                  <a:pt x="4" y="3378"/>
                </a:lnTo>
                <a:lnTo>
                  <a:pt x="21" y="3154"/>
                </a:lnTo>
                <a:lnTo>
                  <a:pt x="53" y="2931"/>
                </a:lnTo>
                <a:lnTo>
                  <a:pt x="100" y="2711"/>
                </a:lnTo>
                <a:lnTo>
                  <a:pt x="160" y="2494"/>
                </a:lnTo>
                <a:lnTo>
                  <a:pt x="233" y="2281"/>
                </a:lnTo>
                <a:lnTo>
                  <a:pt x="320" y="2074"/>
                </a:lnTo>
                <a:lnTo>
                  <a:pt x="420" y="1872"/>
                </a:lnTo>
                <a:lnTo>
                  <a:pt x="533" y="1677"/>
                </a:lnTo>
                <a:lnTo>
                  <a:pt x="657" y="1489"/>
                </a:lnTo>
                <a:lnTo>
                  <a:pt x="793" y="1310"/>
                </a:lnTo>
                <a:lnTo>
                  <a:pt x="941" y="1140"/>
                </a:lnTo>
                <a:lnTo>
                  <a:pt x="1099" y="980"/>
                </a:lnTo>
                <a:lnTo>
                  <a:pt x="1266" y="830"/>
                </a:lnTo>
                <a:lnTo>
                  <a:pt x="1443" y="690"/>
                </a:lnTo>
                <a:lnTo>
                  <a:pt x="1629" y="563"/>
                </a:lnTo>
                <a:lnTo>
                  <a:pt x="1822" y="447"/>
                </a:lnTo>
                <a:lnTo>
                  <a:pt x="2022" y="344"/>
                </a:lnTo>
                <a:lnTo>
                  <a:pt x="2228" y="254"/>
                </a:lnTo>
                <a:lnTo>
                  <a:pt x="2439" y="177"/>
                </a:lnTo>
                <a:lnTo>
                  <a:pt x="2655" y="114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8291160" y="1779480"/>
            <a:ext cx="1314360" cy="560880"/>
          </a:xfrm>
          <a:custGeom>
            <a:avLst/>
            <a:gdLst/>
            <a:ahLst/>
            <a:rect l="0" t="0" r="r" b="b"/>
            <a:pathLst>
              <a:path w="3651" h="1558">
                <a:moveTo>
                  <a:pt x="498" y="636"/>
                </a:moveTo>
                <a:lnTo>
                  <a:pt x="512" y="583"/>
                </a:lnTo>
                <a:lnTo>
                  <a:pt x="553" y="540"/>
                </a:lnTo>
                <a:lnTo>
                  <a:pt x="615" y="519"/>
                </a:lnTo>
                <a:lnTo>
                  <a:pt x="694" y="450"/>
                </a:lnTo>
                <a:lnTo>
                  <a:pt x="776" y="387"/>
                </a:lnTo>
                <a:lnTo>
                  <a:pt x="861" y="328"/>
                </a:lnTo>
                <a:lnTo>
                  <a:pt x="949" y="273"/>
                </a:lnTo>
                <a:lnTo>
                  <a:pt x="1041" y="223"/>
                </a:lnTo>
                <a:lnTo>
                  <a:pt x="1135" y="178"/>
                </a:lnTo>
                <a:lnTo>
                  <a:pt x="1233" y="137"/>
                </a:lnTo>
                <a:lnTo>
                  <a:pt x="1333" y="102"/>
                </a:lnTo>
                <a:lnTo>
                  <a:pt x="1435" y="72"/>
                </a:lnTo>
                <a:lnTo>
                  <a:pt x="1540" y="47"/>
                </a:lnTo>
                <a:lnTo>
                  <a:pt x="1646" y="27"/>
                </a:lnTo>
                <a:lnTo>
                  <a:pt x="1754" y="12"/>
                </a:lnTo>
                <a:lnTo>
                  <a:pt x="1864" y="3"/>
                </a:lnTo>
                <a:lnTo>
                  <a:pt x="1975" y="0"/>
                </a:lnTo>
                <a:lnTo>
                  <a:pt x="2088" y="2"/>
                </a:lnTo>
                <a:lnTo>
                  <a:pt x="2201" y="10"/>
                </a:lnTo>
                <a:lnTo>
                  <a:pt x="2315" y="23"/>
                </a:lnTo>
                <a:lnTo>
                  <a:pt x="2429" y="42"/>
                </a:lnTo>
                <a:lnTo>
                  <a:pt x="2544" y="67"/>
                </a:lnTo>
                <a:lnTo>
                  <a:pt x="2658" y="98"/>
                </a:lnTo>
                <a:lnTo>
                  <a:pt x="2773" y="134"/>
                </a:lnTo>
                <a:lnTo>
                  <a:pt x="2887" y="177"/>
                </a:lnTo>
                <a:lnTo>
                  <a:pt x="3000" y="225"/>
                </a:lnTo>
                <a:lnTo>
                  <a:pt x="3112" y="279"/>
                </a:lnTo>
                <a:lnTo>
                  <a:pt x="3223" y="339"/>
                </a:lnTo>
                <a:lnTo>
                  <a:pt x="3333" y="404"/>
                </a:lnTo>
                <a:lnTo>
                  <a:pt x="3441" y="475"/>
                </a:lnTo>
                <a:lnTo>
                  <a:pt x="3547" y="553"/>
                </a:lnTo>
                <a:lnTo>
                  <a:pt x="3651" y="636"/>
                </a:lnTo>
                <a:lnTo>
                  <a:pt x="3562" y="741"/>
                </a:lnTo>
                <a:lnTo>
                  <a:pt x="3471" y="839"/>
                </a:lnTo>
                <a:lnTo>
                  <a:pt x="3376" y="932"/>
                </a:lnTo>
                <a:lnTo>
                  <a:pt x="3278" y="1018"/>
                </a:lnTo>
                <a:lnTo>
                  <a:pt x="3179" y="1098"/>
                </a:lnTo>
                <a:lnTo>
                  <a:pt x="3076" y="1172"/>
                </a:lnTo>
                <a:lnTo>
                  <a:pt x="2973" y="1239"/>
                </a:lnTo>
                <a:lnTo>
                  <a:pt x="2867" y="1300"/>
                </a:lnTo>
                <a:lnTo>
                  <a:pt x="2761" y="1354"/>
                </a:lnTo>
                <a:lnTo>
                  <a:pt x="2653" y="1402"/>
                </a:lnTo>
                <a:lnTo>
                  <a:pt x="2545" y="1443"/>
                </a:lnTo>
                <a:lnTo>
                  <a:pt x="2437" y="1478"/>
                </a:lnTo>
                <a:lnTo>
                  <a:pt x="2329" y="1506"/>
                </a:lnTo>
                <a:lnTo>
                  <a:pt x="2222" y="1529"/>
                </a:lnTo>
                <a:lnTo>
                  <a:pt x="2115" y="1545"/>
                </a:lnTo>
                <a:lnTo>
                  <a:pt x="2009" y="1554"/>
                </a:lnTo>
                <a:lnTo>
                  <a:pt x="1904" y="1558"/>
                </a:lnTo>
                <a:lnTo>
                  <a:pt x="1801" y="1555"/>
                </a:lnTo>
                <a:lnTo>
                  <a:pt x="1700" y="1547"/>
                </a:lnTo>
                <a:lnTo>
                  <a:pt x="1601" y="1533"/>
                </a:lnTo>
                <a:lnTo>
                  <a:pt x="1504" y="1513"/>
                </a:lnTo>
                <a:lnTo>
                  <a:pt x="1411" y="1488"/>
                </a:lnTo>
                <a:lnTo>
                  <a:pt x="1320" y="1457"/>
                </a:lnTo>
                <a:lnTo>
                  <a:pt x="1210" y="1457"/>
                </a:lnTo>
                <a:lnTo>
                  <a:pt x="1104" y="1445"/>
                </a:lnTo>
                <a:lnTo>
                  <a:pt x="1004" y="1423"/>
                </a:lnTo>
                <a:lnTo>
                  <a:pt x="911" y="1391"/>
                </a:lnTo>
                <a:lnTo>
                  <a:pt x="825" y="1349"/>
                </a:lnTo>
                <a:lnTo>
                  <a:pt x="746" y="1300"/>
                </a:lnTo>
                <a:lnTo>
                  <a:pt x="676" y="1244"/>
                </a:lnTo>
                <a:lnTo>
                  <a:pt x="616" y="1181"/>
                </a:lnTo>
                <a:lnTo>
                  <a:pt x="566" y="1114"/>
                </a:lnTo>
                <a:lnTo>
                  <a:pt x="527" y="1042"/>
                </a:lnTo>
                <a:lnTo>
                  <a:pt x="498" y="968"/>
                </a:lnTo>
                <a:lnTo>
                  <a:pt x="441" y="996"/>
                </a:lnTo>
                <a:lnTo>
                  <a:pt x="375" y="1015"/>
                </a:lnTo>
                <a:lnTo>
                  <a:pt x="302" y="1020"/>
                </a:lnTo>
                <a:lnTo>
                  <a:pt x="225" y="1012"/>
                </a:lnTo>
                <a:lnTo>
                  <a:pt x="146" y="988"/>
                </a:lnTo>
                <a:lnTo>
                  <a:pt x="95" y="928"/>
                </a:lnTo>
                <a:lnTo>
                  <a:pt x="54" y="862"/>
                </a:lnTo>
                <a:lnTo>
                  <a:pt x="24" y="790"/>
                </a:lnTo>
                <a:lnTo>
                  <a:pt x="6" y="714"/>
                </a:lnTo>
                <a:lnTo>
                  <a:pt x="0" y="636"/>
                </a:lnTo>
                <a:lnTo>
                  <a:pt x="64" y="593"/>
                </a:lnTo>
                <a:lnTo>
                  <a:pt x="132" y="563"/>
                </a:lnTo>
                <a:lnTo>
                  <a:pt x="200" y="546"/>
                </a:lnTo>
                <a:lnTo>
                  <a:pt x="268" y="541"/>
                </a:lnTo>
                <a:lnTo>
                  <a:pt x="333" y="548"/>
                </a:lnTo>
                <a:lnTo>
                  <a:pt x="394" y="567"/>
                </a:lnTo>
                <a:lnTo>
                  <a:pt x="450" y="597"/>
                </a:lnTo>
                <a:lnTo>
                  <a:pt x="498" y="636"/>
                </a:lnTo>
                <a:close/>
              </a:path>
            </a:pathLst>
          </a:custGeom>
          <a:solidFill>
            <a:srgbClr val="F8766D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8291160" y="1779480"/>
            <a:ext cx="1314360" cy="560880"/>
          </a:xfrm>
          <a:custGeom>
            <a:avLst/>
            <a:gdLst/>
            <a:ahLst/>
            <a:rect l="0" t="0" r="r" b="b"/>
            <a:pathLst>
              <a:path w="3651" h="1558">
                <a:moveTo>
                  <a:pt x="498" y="636"/>
                </a:moveTo>
                <a:lnTo>
                  <a:pt x="512" y="583"/>
                </a:lnTo>
                <a:lnTo>
                  <a:pt x="553" y="540"/>
                </a:lnTo>
                <a:lnTo>
                  <a:pt x="615" y="519"/>
                </a:lnTo>
                <a:lnTo>
                  <a:pt x="694" y="450"/>
                </a:lnTo>
                <a:lnTo>
                  <a:pt x="776" y="387"/>
                </a:lnTo>
                <a:lnTo>
                  <a:pt x="861" y="328"/>
                </a:lnTo>
                <a:lnTo>
                  <a:pt x="949" y="273"/>
                </a:lnTo>
                <a:lnTo>
                  <a:pt x="1041" y="223"/>
                </a:lnTo>
                <a:lnTo>
                  <a:pt x="1135" y="178"/>
                </a:lnTo>
                <a:lnTo>
                  <a:pt x="1233" y="137"/>
                </a:lnTo>
                <a:lnTo>
                  <a:pt x="1333" y="102"/>
                </a:lnTo>
                <a:lnTo>
                  <a:pt x="1435" y="72"/>
                </a:lnTo>
                <a:lnTo>
                  <a:pt x="1540" y="47"/>
                </a:lnTo>
                <a:lnTo>
                  <a:pt x="1646" y="27"/>
                </a:lnTo>
                <a:lnTo>
                  <a:pt x="1754" y="12"/>
                </a:lnTo>
                <a:lnTo>
                  <a:pt x="1864" y="3"/>
                </a:lnTo>
                <a:lnTo>
                  <a:pt x="1975" y="0"/>
                </a:lnTo>
                <a:lnTo>
                  <a:pt x="2088" y="2"/>
                </a:lnTo>
                <a:lnTo>
                  <a:pt x="2201" y="10"/>
                </a:lnTo>
                <a:lnTo>
                  <a:pt x="2315" y="23"/>
                </a:lnTo>
                <a:lnTo>
                  <a:pt x="2429" y="42"/>
                </a:lnTo>
                <a:lnTo>
                  <a:pt x="2544" y="67"/>
                </a:lnTo>
                <a:lnTo>
                  <a:pt x="2658" y="98"/>
                </a:lnTo>
                <a:lnTo>
                  <a:pt x="2773" y="134"/>
                </a:lnTo>
                <a:lnTo>
                  <a:pt x="2887" y="177"/>
                </a:lnTo>
                <a:lnTo>
                  <a:pt x="3000" y="225"/>
                </a:lnTo>
                <a:lnTo>
                  <a:pt x="3112" y="279"/>
                </a:lnTo>
                <a:lnTo>
                  <a:pt x="3223" y="339"/>
                </a:lnTo>
                <a:lnTo>
                  <a:pt x="3333" y="404"/>
                </a:lnTo>
                <a:lnTo>
                  <a:pt x="3441" y="475"/>
                </a:lnTo>
                <a:lnTo>
                  <a:pt x="3547" y="553"/>
                </a:lnTo>
                <a:lnTo>
                  <a:pt x="3651" y="636"/>
                </a:lnTo>
                <a:lnTo>
                  <a:pt x="3562" y="741"/>
                </a:lnTo>
                <a:lnTo>
                  <a:pt x="3471" y="839"/>
                </a:lnTo>
                <a:lnTo>
                  <a:pt x="3376" y="932"/>
                </a:lnTo>
                <a:lnTo>
                  <a:pt x="3278" y="1018"/>
                </a:lnTo>
                <a:lnTo>
                  <a:pt x="3179" y="1098"/>
                </a:lnTo>
                <a:lnTo>
                  <a:pt x="3076" y="1172"/>
                </a:lnTo>
                <a:lnTo>
                  <a:pt x="2973" y="1239"/>
                </a:lnTo>
                <a:lnTo>
                  <a:pt x="2867" y="1300"/>
                </a:lnTo>
                <a:lnTo>
                  <a:pt x="2761" y="1354"/>
                </a:lnTo>
                <a:lnTo>
                  <a:pt x="2653" y="1402"/>
                </a:lnTo>
                <a:lnTo>
                  <a:pt x="2545" y="1443"/>
                </a:lnTo>
                <a:lnTo>
                  <a:pt x="2437" y="1478"/>
                </a:lnTo>
                <a:lnTo>
                  <a:pt x="2329" y="1506"/>
                </a:lnTo>
                <a:lnTo>
                  <a:pt x="2222" y="1529"/>
                </a:lnTo>
                <a:lnTo>
                  <a:pt x="2115" y="1545"/>
                </a:lnTo>
                <a:lnTo>
                  <a:pt x="2009" y="1554"/>
                </a:lnTo>
                <a:lnTo>
                  <a:pt x="1904" y="1558"/>
                </a:lnTo>
                <a:lnTo>
                  <a:pt x="1801" y="1555"/>
                </a:lnTo>
                <a:lnTo>
                  <a:pt x="1700" y="1547"/>
                </a:lnTo>
                <a:lnTo>
                  <a:pt x="1601" y="1533"/>
                </a:lnTo>
                <a:lnTo>
                  <a:pt x="1504" y="1513"/>
                </a:lnTo>
                <a:lnTo>
                  <a:pt x="1411" y="1488"/>
                </a:lnTo>
                <a:lnTo>
                  <a:pt x="1320" y="1457"/>
                </a:lnTo>
                <a:lnTo>
                  <a:pt x="1210" y="1457"/>
                </a:lnTo>
                <a:lnTo>
                  <a:pt x="1104" y="1445"/>
                </a:lnTo>
                <a:lnTo>
                  <a:pt x="1004" y="1423"/>
                </a:lnTo>
                <a:lnTo>
                  <a:pt x="911" y="1391"/>
                </a:lnTo>
                <a:lnTo>
                  <a:pt x="825" y="1349"/>
                </a:lnTo>
                <a:lnTo>
                  <a:pt x="746" y="1300"/>
                </a:lnTo>
                <a:lnTo>
                  <a:pt x="676" y="1244"/>
                </a:lnTo>
                <a:lnTo>
                  <a:pt x="616" y="1181"/>
                </a:lnTo>
                <a:lnTo>
                  <a:pt x="566" y="1114"/>
                </a:lnTo>
                <a:lnTo>
                  <a:pt x="527" y="1042"/>
                </a:lnTo>
                <a:lnTo>
                  <a:pt x="498" y="968"/>
                </a:lnTo>
                <a:lnTo>
                  <a:pt x="441" y="996"/>
                </a:lnTo>
                <a:lnTo>
                  <a:pt x="375" y="1015"/>
                </a:lnTo>
                <a:lnTo>
                  <a:pt x="302" y="1020"/>
                </a:lnTo>
                <a:lnTo>
                  <a:pt x="225" y="1012"/>
                </a:lnTo>
                <a:lnTo>
                  <a:pt x="146" y="988"/>
                </a:lnTo>
                <a:lnTo>
                  <a:pt x="95" y="928"/>
                </a:lnTo>
                <a:lnTo>
                  <a:pt x="54" y="862"/>
                </a:lnTo>
                <a:lnTo>
                  <a:pt x="24" y="790"/>
                </a:lnTo>
                <a:lnTo>
                  <a:pt x="6" y="714"/>
                </a:lnTo>
                <a:lnTo>
                  <a:pt x="0" y="636"/>
                </a:lnTo>
                <a:lnTo>
                  <a:pt x="64" y="593"/>
                </a:lnTo>
                <a:lnTo>
                  <a:pt x="132" y="563"/>
                </a:lnTo>
                <a:lnTo>
                  <a:pt x="200" y="546"/>
                </a:lnTo>
                <a:lnTo>
                  <a:pt x="268" y="541"/>
                </a:lnTo>
                <a:lnTo>
                  <a:pt x="333" y="548"/>
                </a:lnTo>
                <a:lnTo>
                  <a:pt x="394" y="567"/>
                </a:lnTo>
                <a:lnTo>
                  <a:pt x="450" y="597"/>
                </a:lnTo>
                <a:lnTo>
                  <a:pt x="498" y="636"/>
                </a:lnTo>
                <a:close/>
              </a:path>
            </a:pathLst>
          </a:custGeom>
          <a:noFill/>
          <a:ln w="24840">
            <a:solidFill>
              <a:srgbClr val="F8766D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8291160" y="1779480"/>
            <a:ext cx="1314360" cy="560880"/>
          </a:xfrm>
          <a:custGeom>
            <a:avLst/>
            <a:gdLst/>
            <a:ahLst/>
            <a:rect l="0" t="0" r="r" b="b"/>
            <a:pathLst>
              <a:path fill="none" w="3651" h="1558">
                <a:moveTo>
                  <a:pt x="498" y="636"/>
                </a:moveTo>
                <a:lnTo>
                  <a:pt x="512" y="583"/>
                </a:lnTo>
                <a:lnTo>
                  <a:pt x="553" y="540"/>
                </a:lnTo>
                <a:lnTo>
                  <a:pt x="615" y="519"/>
                </a:lnTo>
                <a:lnTo>
                  <a:pt x="694" y="450"/>
                </a:lnTo>
                <a:lnTo>
                  <a:pt x="776" y="387"/>
                </a:lnTo>
                <a:lnTo>
                  <a:pt x="861" y="328"/>
                </a:lnTo>
                <a:lnTo>
                  <a:pt x="949" y="273"/>
                </a:lnTo>
                <a:lnTo>
                  <a:pt x="1041" y="223"/>
                </a:lnTo>
                <a:lnTo>
                  <a:pt x="1135" y="178"/>
                </a:lnTo>
                <a:lnTo>
                  <a:pt x="1233" y="137"/>
                </a:lnTo>
                <a:lnTo>
                  <a:pt x="1333" y="102"/>
                </a:lnTo>
                <a:lnTo>
                  <a:pt x="1435" y="72"/>
                </a:lnTo>
                <a:lnTo>
                  <a:pt x="1540" y="47"/>
                </a:lnTo>
                <a:lnTo>
                  <a:pt x="1646" y="27"/>
                </a:lnTo>
                <a:lnTo>
                  <a:pt x="1754" y="12"/>
                </a:lnTo>
                <a:lnTo>
                  <a:pt x="1864" y="3"/>
                </a:lnTo>
                <a:lnTo>
                  <a:pt x="1975" y="0"/>
                </a:lnTo>
                <a:lnTo>
                  <a:pt x="2088" y="2"/>
                </a:lnTo>
                <a:lnTo>
                  <a:pt x="2201" y="10"/>
                </a:lnTo>
                <a:lnTo>
                  <a:pt x="2315" y="23"/>
                </a:lnTo>
                <a:lnTo>
                  <a:pt x="2429" y="42"/>
                </a:lnTo>
                <a:lnTo>
                  <a:pt x="2544" y="67"/>
                </a:lnTo>
                <a:lnTo>
                  <a:pt x="2658" y="98"/>
                </a:lnTo>
                <a:lnTo>
                  <a:pt x="2773" y="134"/>
                </a:lnTo>
                <a:lnTo>
                  <a:pt x="2887" y="177"/>
                </a:lnTo>
                <a:lnTo>
                  <a:pt x="3000" y="225"/>
                </a:lnTo>
                <a:lnTo>
                  <a:pt x="3112" y="279"/>
                </a:lnTo>
                <a:lnTo>
                  <a:pt x="3223" y="339"/>
                </a:lnTo>
                <a:lnTo>
                  <a:pt x="3333" y="404"/>
                </a:lnTo>
                <a:lnTo>
                  <a:pt x="3441" y="475"/>
                </a:lnTo>
                <a:lnTo>
                  <a:pt x="3547" y="553"/>
                </a:lnTo>
                <a:lnTo>
                  <a:pt x="3651" y="636"/>
                </a:lnTo>
                <a:lnTo>
                  <a:pt x="3562" y="741"/>
                </a:lnTo>
                <a:lnTo>
                  <a:pt x="3471" y="839"/>
                </a:lnTo>
                <a:lnTo>
                  <a:pt x="3376" y="932"/>
                </a:lnTo>
                <a:lnTo>
                  <a:pt x="3278" y="1018"/>
                </a:lnTo>
                <a:lnTo>
                  <a:pt x="3179" y="1098"/>
                </a:lnTo>
                <a:lnTo>
                  <a:pt x="3076" y="1172"/>
                </a:lnTo>
                <a:lnTo>
                  <a:pt x="2973" y="1239"/>
                </a:lnTo>
                <a:lnTo>
                  <a:pt x="2867" y="1300"/>
                </a:lnTo>
                <a:lnTo>
                  <a:pt x="2761" y="1354"/>
                </a:lnTo>
                <a:lnTo>
                  <a:pt x="2653" y="1402"/>
                </a:lnTo>
                <a:lnTo>
                  <a:pt x="2545" y="1443"/>
                </a:lnTo>
                <a:lnTo>
                  <a:pt x="2437" y="1478"/>
                </a:lnTo>
                <a:lnTo>
                  <a:pt x="2329" y="1506"/>
                </a:lnTo>
                <a:lnTo>
                  <a:pt x="2222" y="1529"/>
                </a:lnTo>
                <a:lnTo>
                  <a:pt x="2115" y="1545"/>
                </a:lnTo>
                <a:lnTo>
                  <a:pt x="2009" y="1554"/>
                </a:lnTo>
                <a:lnTo>
                  <a:pt x="1904" y="1558"/>
                </a:lnTo>
                <a:lnTo>
                  <a:pt x="1801" y="1555"/>
                </a:lnTo>
                <a:lnTo>
                  <a:pt x="1700" y="1547"/>
                </a:lnTo>
                <a:lnTo>
                  <a:pt x="1601" y="1533"/>
                </a:lnTo>
                <a:lnTo>
                  <a:pt x="1504" y="1513"/>
                </a:lnTo>
                <a:lnTo>
                  <a:pt x="1411" y="1488"/>
                </a:lnTo>
                <a:lnTo>
                  <a:pt x="1320" y="1457"/>
                </a:lnTo>
                <a:lnTo>
                  <a:pt x="1210" y="1457"/>
                </a:lnTo>
                <a:lnTo>
                  <a:pt x="1104" y="1445"/>
                </a:lnTo>
                <a:lnTo>
                  <a:pt x="1004" y="1423"/>
                </a:lnTo>
                <a:lnTo>
                  <a:pt x="911" y="1391"/>
                </a:lnTo>
                <a:lnTo>
                  <a:pt x="825" y="1349"/>
                </a:lnTo>
                <a:lnTo>
                  <a:pt x="746" y="1300"/>
                </a:lnTo>
                <a:lnTo>
                  <a:pt x="676" y="1244"/>
                </a:lnTo>
                <a:lnTo>
                  <a:pt x="616" y="1181"/>
                </a:lnTo>
                <a:lnTo>
                  <a:pt x="566" y="1114"/>
                </a:lnTo>
                <a:lnTo>
                  <a:pt x="527" y="1042"/>
                </a:lnTo>
                <a:lnTo>
                  <a:pt x="498" y="968"/>
                </a:lnTo>
                <a:lnTo>
                  <a:pt x="441" y="996"/>
                </a:lnTo>
                <a:lnTo>
                  <a:pt x="375" y="1015"/>
                </a:lnTo>
                <a:lnTo>
                  <a:pt x="302" y="1020"/>
                </a:lnTo>
                <a:lnTo>
                  <a:pt x="225" y="1012"/>
                </a:lnTo>
                <a:lnTo>
                  <a:pt x="146" y="988"/>
                </a:lnTo>
                <a:lnTo>
                  <a:pt x="95" y="928"/>
                </a:lnTo>
                <a:lnTo>
                  <a:pt x="54" y="862"/>
                </a:lnTo>
                <a:lnTo>
                  <a:pt x="24" y="790"/>
                </a:lnTo>
                <a:lnTo>
                  <a:pt x="6" y="714"/>
                </a:lnTo>
                <a:lnTo>
                  <a:pt x="0" y="636"/>
                </a:lnTo>
                <a:lnTo>
                  <a:pt x="64" y="593"/>
                </a:lnTo>
                <a:lnTo>
                  <a:pt x="132" y="563"/>
                </a:lnTo>
                <a:lnTo>
                  <a:pt x="200" y="546"/>
                </a:lnTo>
                <a:lnTo>
                  <a:pt x="268" y="541"/>
                </a:lnTo>
                <a:lnTo>
                  <a:pt x="333" y="548"/>
                </a:lnTo>
                <a:lnTo>
                  <a:pt x="394" y="567"/>
                </a:lnTo>
                <a:lnTo>
                  <a:pt x="450" y="597"/>
                </a:lnTo>
                <a:lnTo>
                  <a:pt x="498" y="636"/>
                </a:lnTo>
              </a:path>
            </a:pathLst>
          </a:custGeom>
          <a:ln w="24840">
            <a:solidFill>
              <a:srgbClr val="F8766D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8438760" y="19764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8438760" y="19764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8480880" y="193428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8"/>
                </a:moveTo>
                <a:cubicBezTo>
                  <a:pt x="0" y="-29"/>
                  <a:pt x="177" y="-29"/>
                  <a:pt x="177" y="88"/>
                </a:cubicBezTo>
                <a:cubicBezTo>
                  <a:pt x="177" y="206"/>
                  <a:pt x="0" y="206"/>
                  <a:pt x="0" y="88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8480880" y="193428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8"/>
                </a:moveTo>
                <a:cubicBezTo>
                  <a:pt x="177" y="206"/>
                  <a:pt x="0" y="206"/>
                  <a:pt x="0" y="88"/>
                </a:cubicBezTo>
                <a:cubicBezTo>
                  <a:pt x="0" y="-29"/>
                  <a:pt x="177" y="-29"/>
                  <a:pt x="177" y="88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9573480" y="19764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9573480" y="19764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8734320" y="22719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8734320" y="22719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8438760" y="209592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8438760" y="209592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8312040" y="210312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8312040" y="210312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8259480" y="19764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8259480" y="19764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8438760" y="19764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8766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8438760" y="19764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8766D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 flipV="1">
            <a:off x="8470440" y="87336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8470440" y="1205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7" y="2152"/>
                </a:lnTo>
                <a:lnTo>
                  <a:pt x="1076" y="1153"/>
                </a:lnTo>
                <a:lnTo>
                  <a:pt x="1153" y="1076"/>
                </a:lnTo>
                <a:lnTo>
                  <a:pt x="1229" y="999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8470440" y="2008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8470440" y="2008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1076" y="1076"/>
                </a:lnTo>
                <a:lnTo>
                  <a:pt x="1153" y="1153"/>
                </a:lnTo>
                <a:lnTo>
                  <a:pt x="1229" y="1230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8470440" y="200808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7668000" y="2008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153" y="77"/>
                </a:lnTo>
                <a:lnTo>
                  <a:pt x="307" y="1921"/>
                </a:lnTo>
                <a:lnTo>
                  <a:pt x="231" y="1998"/>
                </a:lnTo>
                <a:lnTo>
                  <a:pt x="154" y="2075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 flipH="1">
            <a:off x="7335720" y="2008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7668000" y="1205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307" y="308"/>
                </a:lnTo>
                <a:lnTo>
                  <a:pt x="231" y="231"/>
                </a:lnTo>
                <a:lnTo>
                  <a:pt x="154" y="154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829280" y="378720"/>
            <a:ext cx="125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35, species = 16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8337240" y="68724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9138240" y="1061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9639360" y="196380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9125640" y="2866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8324640" y="324036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313760" y="2866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7073280" y="196380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7326720" y="1061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6811560" y="1402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9975960" y="551520"/>
            <a:ext cx="3302280" cy="3001320"/>
          </a:xfrm>
          <a:custGeom>
            <a:avLst/>
            <a:gdLst/>
            <a:ahLst/>
            <a:rect l="0" t="0" r="r" b="b"/>
            <a:pathLst>
              <a:path w="9173" h="8337">
                <a:moveTo>
                  <a:pt x="0" y="0"/>
                </a:moveTo>
                <a:lnTo>
                  <a:pt x="9173" y="0"/>
                </a:lnTo>
                <a:lnTo>
                  <a:pt x="9173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0305000" y="69480"/>
            <a:ext cx="2935440" cy="482400"/>
          </a:xfrm>
          <a:custGeom>
            <a:avLst/>
            <a:gdLst/>
            <a:ahLst/>
            <a:rect l="0" t="0" r="r" b="b"/>
            <a:pathLst>
              <a:path w="8154" h="1340">
                <a:moveTo>
                  <a:pt x="0" y="0"/>
                </a:moveTo>
                <a:lnTo>
                  <a:pt x="8154" y="0"/>
                </a:lnTo>
                <a:lnTo>
                  <a:pt x="8154" y="1340"/>
                </a:lnTo>
                <a:lnTo>
                  <a:pt x="0" y="13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760800" y="835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11270880" y="182880"/>
            <a:ext cx="9777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Charadriiformes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0353960" y="589680"/>
            <a:ext cx="2837520" cy="2837160"/>
          </a:xfrm>
          <a:custGeom>
            <a:avLst/>
            <a:gdLst/>
            <a:ahLst/>
            <a:rect l="0" t="0" r="r" b="b"/>
            <a:pathLst>
              <a:path w="7882" h="7881">
                <a:moveTo>
                  <a:pt x="0" y="0"/>
                </a:moveTo>
                <a:lnTo>
                  <a:pt x="7882" y="0"/>
                </a:lnTo>
                <a:lnTo>
                  <a:pt x="7882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 flipV="1">
            <a:off x="11772360" y="73152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 flipV="1">
            <a:off x="11772360" y="110556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1772360" y="2008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1772360" y="200808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1772360" y="20080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 flipH="1">
            <a:off x="10869840" y="200808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 flipH="1">
            <a:off x="10495800" y="2008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 flipH="1" flipV="1">
            <a:off x="10869840" y="110556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11205360" y="1440720"/>
            <a:ext cx="1134720" cy="1134720"/>
          </a:xfrm>
          <a:custGeom>
            <a:avLst/>
            <a:gdLst/>
            <a:ahLst/>
            <a:rect l="0" t="0" r="r" b="b"/>
            <a:pathLst>
              <a:path fill="none" w="3152" h="3152">
                <a:moveTo>
                  <a:pt x="1575" y="0"/>
                </a:moveTo>
                <a:lnTo>
                  <a:pt x="1675" y="3"/>
                </a:lnTo>
                <a:lnTo>
                  <a:pt x="1775" y="13"/>
                </a:lnTo>
                <a:lnTo>
                  <a:pt x="1874" y="28"/>
                </a:lnTo>
                <a:lnTo>
                  <a:pt x="1972" y="50"/>
                </a:lnTo>
                <a:lnTo>
                  <a:pt x="2068" y="79"/>
                </a:lnTo>
                <a:lnTo>
                  <a:pt x="2162" y="113"/>
                </a:lnTo>
                <a:lnTo>
                  <a:pt x="2254" y="153"/>
                </a:lnTo>
                <a:lnTo>
                  <a:pt x="2343" y="199"/>
                </a:lnTo>
                <a:lnTo>
                  <a:pt x="2428" y="250"/>
                </a:lnTo>
                <a:lnTo>
                  <a:pt x="2511" y="307"/>
                </a:lnTo>
                <a:lnTo>
                  <a:pt x="2589" y="369"/>
                </a:lnTo>
                <a:lnTo>
                  <a:pt x="2664" y="435"/>
                </a:lnTo>
                <a:lnTo>
                  <a:pt x="2734" y="507"/>
                </a:lnTo>
                <a:lnTo>
                  <a:pt x="2800" y="582"/>
                </a:lnTo>
                <a:lnTo>
                  <a:pt x="2860" y="662"/>
                </a:lnTo>
                <a:lnTo>
                  <a:pt x="2915" y="746"/>
                </a:lnTo>
                <a:lnTo>
                  <a:pt x="2965" y="833"/>
                </a:lnTo>
                <a:lnTo>
                  <a:pt x="3010" y="922"/>
                </a:lnTo>
                <a:lnTo>
                  <a:pt x="3049" y="1015"/>
                </a:lnTo>
                <a:lnTo>
                  <a:pt x="3081" y="1109"/>
                </a:lnTo>
                <a:lnTo>
                  <a:pt x="3108" y="1205"/>
                </a:lnTo>
                <a:lnTo>
                  <a:pt x="3128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2" y="1602"/>
                </a:lnTo>
                <a:lnTo>
                  <a:pt x="3147" y="1702"/>
                </a:lnTo>
                <a:lnTo>
                  <a:pt x="3136" y="1801"/>
                </a:lnTo>
                <a:lnTo>
                  <a:pt x="3119" y="1900"/>
                </a:lnTo>
                <a:lnTo>
                  <a:pt x="3095" y="1997"/>
                </a:lnTo>
                <a:lnTo>
                  <a:pt x="3066" y="2092"/>
                </a:lnTo>
                <a:lnTo>
                  <a:pt x="3030" y="2186"/>
                </a:lnTo>
                <a:lnTo>
                  <a:pt x="2989" y="2277"/>
                </a:lnTo>
                <a:lnTo>
                  <a:pt x="2941" y="2365"/>
                </a:lnTo>
                <a:lnTo>
                  <a:pt x="2888" y="2450"/>
                </a:lnTo>
                <a:lnTo>
                  <a:pt x="2830" y="2532"/>
                </a:lnTo>
                <a:lnTo>
                  <a:pt x="2767" y="2609"/>
                </a:lnTo>
                <a:lnTo>
                  <a:pt x="2700" y="2683"/>
                </a:lnTo>
                <a:lnTo>
                  <a:pt x="2627" y="2752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8"/>
                </a:lnTo>
                <a:lnTo>
                  <a:pt x="2208" y="3021"/>
                </a:lnTo>
                <a:lnTo>
                  <a:pt x="2115" y="3058"/>
                </a:lnTo>
                <a:lnTo>
                  <a:pt x="2020" y="3089"/>
                </a:lnTo>
                <a:lnTo>
                  <a:pt x="1923" y="3114"/>
                </a:lnTo>
                <a:lnTo>
                  <a:pt x="1824" y="3133"/>
                </a:lnTo>
                <a:lnTo>
                  <a:pt x="1725" y="3146"/>
                </a:lnTo>
                <a:lnTo>
                  <a:pt x="1625" y="3152"/>
                </a:lnTo>
                <a:lnTo>
                  <a:pt x="1525" y="3152"/>
                </a:lnTo>
                <a:lnTo>
                  <a:pt x="1426" y="3146"/>
                </a:lnTo>
                <a:lnTo>
                  <a:pt x="1326" y="3133"/>
                </a:lnTo>
                <a:lnTo>
                  <a:pt x="1228" y="3114"/>
                </a:lnTo>
                <a:lnTo>
                  <a:pt x="1131" y="3089"/>
                </a:lnTo>
                <a:lnTo>
                  <a:pt x="1036" y="3058"/>
                </a:lnTo>
                <a:lnTo>
                  <a:pt x="943" y="3021"/>
                </a:lnTo>
                <a:lnTo>
                  <a:pt x="853" y="2978"/>
                </a:lnTo>
                <a:lnTo>
                  <a:pt x="766" y="2929"/>
                </a:lnTo>
                <a:lnTo>
                  <a:pt x="682" y="2875"/>
                </a:lnTo>
                <a:lnTo>
                  <a:pt x="601" y="2816"/>
                </a:lnTo>
                <a:lnTo>
                  <a:pt x="524" y="2752"/>
                </a:lnTo>
                <a:lnTo>
                  <a:pt x="452" y="2683"/>
                </a:lnTo>
                <a:lnTo>
                  <a:pt x="384" y="2609"/>
                </a:lnTo>
                <a:lnTo>
                  <a:pt x="321" y="2532"/>
                </a:lnTo>
                <a:lnTo>
                  <a:pt x="263" y="2450"/>
                </a:lnTo>
                <a:lnTo>
                  <a:pt x="211" y="2365"/>
                </a:lnTo>
                <a:lnTo>
                  <a:pt x="163" y="2277"/>
                </a:lnTo>
                <a:lnTo>
                  <a:pt x="122" y="2186"/>
                </a:lnTo>
                <a:lnTo>
                  <a:pt x="86" y="2092"/>
                </a:lnTo>
                <a:lnTo>
                  <a:pt x="56" y="1997"/>
                </a:lnTo>
                <a:lnTo>
                  <a:pt x="33" y="1900"/>
                </a:lnTo>
                <a:lnTo>
                  <a:pt x="15" y="1801"/>
                </a:lnTo>
                <a:lnTo>
                  <a:pt x="4" y="1702"/>
                </a:lnTo>
                <a:lnTo>
                  <a:pt x="0" y="1602"/>
                </a:lnTo>
                <a:lnTo>
                  <a:pt x="1" y="1502"/>
                </a:lnTo>
                <a:lnTo>
                  <a:pt x="9" y="1402"/>
                </a:lnTo>
                <a:lnTo>
                  <a:pt x="23" y="1303"/>
                </a:lnTo>
                <a:lnTo>
                  <a:pt x="44" y="1205"/>
                </a:lnTo>
                <a:lnTo>
                  <a:pt x="70" y="1109"/>
                </a:lnTo>
                <a:lnTo>
                  <a:pt x="103" y="1015"/>
                </a:lnTo>
                <a:lnTo>
                  <a:pt x="142" y="922"/>
                </a:lnTo>
                <a:lnTo>
                  <a:pt x="186" y="833"/>
                </a:lnTo>
                <a:lnTo>
                  <a:pt x="236" y="746"/>
                </a:lnTo>
                <a:lnTo>
                  <a:pt x="292" y="662"/>
                </a:lnTo>
                <a:lnTo>
                  <a:pt x="352" y="582"/>
                </a:lnTo>
                <a:lnTo>
                  <a:pt x="418" y="507"/>
                </a:lnTo>
                <a:lnTo>
                  <a:pt x="488" y="435"/>
                </a:lnTo>
                <a:lnTo>
                  <a:pt x="562" y="369"/>
                </a:lnTo>
                <a:lnTo>
                  <a:pt x="641" y="307"/>
                </a:lnTo>
                <a:lnTo>
                  <a:pt x="723" y="250"/>
                </a:lnTo>
                <a:lnTo>
                  <a:pt x="809" y="199"/>
                </a:lnTo>
                <a:lnTo>
                  <a:pt x="898" y="153"/>
                </a:lnTo>
                <a:lnTo>
                  <a:pt x="990" y="113"/>
                </a:lnTo>
                <a:lnTo>
                  <a:pt x="1083" y="79"/>
                </a:lnTo>
                <a:lnTo>
                  <a:pt x="1180" y="50"/>
                </a:lnTo>
                <a:lnTo>
                  <a:pt x="1277" y="28"/>
                </a:lnTo>
                <a:lnTo>
                  <a:pt x="1376" y="13"/>
                </a:lnTo>
                <a:lnTo>
                  <a:pt x="1475" y="3"/>
                </a:lnTo>
                <a:lnTo>
                  <a:pt x="1575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10638000" y="873360"/>
            <a:ext cx="2269440" cy="2269440"/>
          </a:xfrm>
          <a:custGeom>
            <a:avLst/>
            <a:gdLst/>
            <a:ahLst/>
            <a:rect l="0" t="0" r="r" b="b"/>
            <a:pathLst>
              <a:path fill="none" w="6304" h="6304">
                <a:moveTo>
                  <a:pt x="3151" y="0"/>
                </a:moveTo>
                <a:lnTo>
                  <a:pt x="3351" y="6"/>
                </a:lnTo>
                <a:lnTo>
                  <a:pt x="3550" y="25"/>
                </a:lnTo>
                <a:lnTo>
                  <a:pt x="3748" y="57"/>
                </a:lnTo>
                <a:lnTo>
                  <a:pt x="3943" y="101"/>
                </a:lnTo>
                <a:lnTo>
                  <a:pt x="4135" y="157"/>
                </a:lnTo>
                <a:lnTo>
                  <a:pt x="4323" y="226"/>
                </a:lnTo>
                <a:lnTo>
                  <a:pt x="4506" y="306"/>
                </a:lnTo>
                <a:lnTo>
                  <a:pt x="4684" y="398"/>
                </a:lnTo>
                <a:lnTo>
                  <a:pt x="4856" y="500"/>
                </a:lnTo>
                <a:lnTo>
                  <a:pt x="5020" y="614"/>
                </a:lnTo>
                <a:lnTo>
                  <a:pt x="5178" y="738"/>
                </a:lnTo>
                <a:lnTo>
                  <a:pt x="5328" y="872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5"/>
                </a:lnTo>
                <a:lnTo>
                  <a:pt x="5831" y="1491"/>
                </a:lnTo>
                <a:lnTo>
                  <a:pt x="5931" y="1664"/>
                </a:lnTo>
                <a:lnTo>
                  <a:pt x="6020" y="1844"/>
                </a:lnTo>
                <a:lnTo>
                  <a:pt x="6097" y="2028"/>
                </a:lnTo>
                <a:lnTo>
                  <a:pt x="6162" y="2217"/>
                </a:lnTo>
                <a:lnTo>
                  <a:pt x="6216" y="2410"/>
                </a:lnTo>
                <a:lnTo>
                  <a:pt x="6256" y="2606"/>
                </a:lnTo>
                <a:lnTo>
                  <a:pt x="6285" y="2804"/>
                </a:lnTo>
                <a:lnTo>
                  <a:pt x="6301" y="3003"/>
                </a:lnTo>
                <a:lnTo>
                  <a:pt x="6304" y="3203"/>
                </a:lnTo>
                <a:lnTo>
                  <a:pt x="6295" y="3403"/>
                </a:lnTo>
                <a:lnTo>
                  <a:pt x="6272" y="3602"/>
                </a:lnTo>
                <a:lnTo>
                  <a:pt x="6238" y="3799"/>
                </a:lnTo>
                <a:lnTo>
                  <a:pt x="6190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2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0" y="5631"/>
                </a:lnTo>
                <a:lnTo>
                  <a:pt x="4939" y="5749"/>
                </a:lnTo>
                <a:lnTo>
                  <a:pt x="4771" y="5857"/>
                </a:lnTo>
                <a:lnTo>
                  <a:pt x="4596" y="5955"/>
                </a:lnTo>
                <a:lnTo>
                  <a:pt x="4415" y="6041"/>
                </a:lnTo>
                <a:lnTo>
                  <a:pt x="4229" y="6115"/>
                </a:lnTo>
                <a:lnTo>
                  <a:pt x="4039" y="6177"/>
                </a:lnTo>
                <a:lnTo>
                  <a:pt x="3846" y="6228"/>
                </a:lnTo>
                <a:lnTo>
                  <a:pt x="3649" y="6265"/>
                </a:lnTo>
                <a:lnTo>
                  <a:pt x="3451" y="6291"/>
                </a:lnTo>
                <a:lnTo>
                  <a:pt x="3251" y="6304"/>
                </a:lnTo>
                <a:lnTo>
                  <a:pt x="3051" y="6304"/>
                </a:lnTo>
                <a:lnTo>
                  <a:pt x="2852" y="6291"/>
                </a:lnTo>
                <a:lnTo>
                  <a:pt x="2653" y="6265"/>
                </a:lnTo>
                <a:lnTo>
                  <a:pt x="2457" y="6228"/>
                </a:lnTo>
                <a:lnTo>
                  <a:pt x="2263" y="6177"/>
                </a:lnTo>
                <a:lnTo>
                  <a:pt x="2073" y="6115"/>
                </a:lnTo>
                <a:lnTo>
                  <a:pt x="1888" y="6041"/>
                </a:lnTo>
                <a:lnTo>
                  <a:pt x="1707" y="5955"/>
                </a:lnTo>
                <a:lnTo>
                  <a:pt x="1532" y="5857"/>
                </a:lnTo>
                <a:lnTo>
                  <a:pt x="1364" y="5749"/>
                </a:lnTo>
                <a:lnTo>
                  <a:pt x="1203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69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7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3" y="3993"/>
                </a:lnTo>
                <a:lnTo>
                  <a:pt x="66" y="3799"/>
                </a:lnTo>
                <a:lnTo>
                  <a:pt x="31" y="3602"/>
                </a:lnTo>
                <a:lnTo>
                  <a:pt x="9" y="3403"/>
                </a:lnTo>
                <a:lnTo>
                  <a:pt x="0" y="3203"/>
                </a:lnTo>
                <a:lnTo>
                  <a:pt x="3" y="3003"/>
                </a:lnTo>
                <a:lnTo>
                  <a:pt x="19" y="2804"/>
                </a:lnTo>
                <a:lnTo>
                  <a:pt x="47" y="2606"/>
                </a:lnTo>
                <a:lnTo>
                  <a:pt x="88" y="2410"/>
                </a:lnTo>
                <a:lnTo>
                  <a:pt x="141" y="2217"/>
                </a:lnTo>
                <a:lnTo>
                  <a:pt x="207" y="2028"/>
                </a:lnTo>
                <a:lnTo>
                  <a:pt x="284" y="1844"/>
                </a:lnTo>
                <a:lnTo>
                  <a:pt x="373" y="1664"/>
                </a:lnTo>
                <a:lnTo>
                  <a:pt x="473" y="1491"/>
                </a:lnTo>
                <a:lnTo>
                  <a:pt x="584" y="1325"/>
                </a:lnTo>
                <a:lnTo>
                  <a:pt x="705" y="1165"/>
                </a:lnTo>
                <a:lnTo>
                  <a:pt x="836" y="1014"/>
                </a:lnTo>
                <a:lnTo>
                  <a:pt x="976" y="872"/>
                </a:lnTo>
                <a:lnTo>
                  <a:pt x="1125" y="738"/>
                </a:lnTo>
                <a:lnTo>
                  <a:pt x="1282" y="614"/>
                </a:lnTo>
                <a:lnTo>
                  <a:pt x="1447" y="500"/>
                </a:lnTo>
                <a:lnTo>
                  <a:pt x="1619" y="398"/>
                </a:lnTo>
                <a:lnTo>
                  <a:pt x="1797" y="306"/>
                </a:lnTo>
                <a:lnTo>
                  <a:pt x="1980" y="226"/>
                </a:lnTo>
                <a:lnTo>
                  <a:pt x="2168" y="157"/>
                </a:lnTo>
                <a:lnTo>
                  <a:pt x="2360" y="101"/>
                </a:lnTo>
                <a:lnTo>
                  <a:pt x="2555" y="57"/>
                </a:lnTo>
                <a:lnTo>
                  <a:pt x="2752" y="25"/>
                </a:lnTo>
                <a:lnTo>
                  <a:pt x="2951" y="6"/>
                </a:lnTo>
                <a:lnTo>
                  <a:pt x="3151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10496160" y="73152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7" y="114"/>
                </a:lnTo>
                <a:lnTo>
                  <a:pt x="4653" y="177"/>
                </a:lnTo>
                <a:lnTo>
                  <a:pt x="4864" y="254"/>
                </a:lnTo>
                <a:lnTo>
                  <a:pt x="5070" y="344"/>
                </a:lnTo>
                <a:lnTo>
                  <a:pt x="5270" y="447"/>
                </a:lnTo>
                <a:lnTo>
                  <a:pt x="5464" y="563"/>
                </a:lnTo>
                <a:lnTo>
                  <a:pt x="5649" y="690"/>
                </a:lnTo>
                <a:lnTo>
                  <a:pt x="5826" y="830"/>
                </a:lnTo>
                <a:lnTo>
                  <a:pt x="5993" y="980"/>
                </a:lnTo>
                <a:lnTo>
                  <a:pt x="6151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4"/>
                </a:lnTo>
                <a:lnTo>
                  <a:pt x="6859" y="2281"/>
                </a:lnTo>
                <a:lnTo>
                  <a:pt x="6933" y="2494"/>
                </a:lnTo>
                <a:lnTo>
                  <a:pt x="6993" y="2711"/>
                </a:lnTo>
                <a:lnTo>
                  <a:pt x="7039" y="2931"/>
                </a:lnTo>
                <a:lnTo>
                  <a:pt x="7071" y="3154"/>
                </a:lnTo>
                <a:lnTo>
                  <a:pt x="7088" y="3378"/>
                </a:lnTo>
                <a:lnTo>
                  <a:pt x="7092" y="3603"/>
                </a:lnTo>
                <a:lnTo>
                  <a:pt x="7081" y="3828"/>
                </a:lnTo>
                <a:lnTo>
                  <a:pt x="7056" y="4052"/>
                </a:lnTo>
                <a:lnTo>
                  <a:pt x="7017" y="4273"/>
                </a:lnTo>
                <a:lnTo>
                  <a:pt x="6964" y="4492"/>
                </a:lnTo>
                <a:lnTo>
                  <a:pt x="6897" y="4707"/>
                </a:lnTo>
                <a:lnTo>
                  <a:pt x="6817" y="4917"/>
                </a:lnTo>
                <a:lnTo>
                  <a:pt x="6724" y="5122"/>
                </a:lnTo>
                <a:lnTo>
                  <a:pt x="6617" y="5320"/>
                </a:lnTo>
                <a:lnTo>
                  <a:pt x="6499" y="5511"/>
                </a:lnTo>
                <a:lnTo>
                  <a:pt x="6368" y="5695"/>
                </a:lnTo>
                <a:lnTo>
                  <a:pt x="6226" y="5869"/>
                </a:lnTo>
                <a:lnTo>
                  <a:pt x="6074" y="6035"/>
                </a:lnTo>
                <a:lnTo>
                  <a:pt x="5911" y="6190"/>
                </a:lnTo>
                <a:lnTo>
                  <a:pt x="5738" y="6334"/>
                </a:lnTo>
                <a:lnTo>
                  <a:pt x="5557" y="6468"/>
                </a:lnTo>
                <a:lnTo>
                  <a:pt x="5368" y="6590"/>
                </a:lnTo>
                <a:lnTo>
                  <a:pt x="5171" y="6699"/>
                </a:lnTo>
                <a:lnTo>
                  <a:pt x="4968" y="6796"/>
                </a:lnTo>
                <a:lnTo>
                  <a:pt x="4759" y="6879"/>
                </a:lnTo>
                <a:lnTo>
                  <a:pt x="4545" y="6949"/>
                </a:lnTo>
                <a:lnTo>
                  <a:pt x="4328" y="7006"/>
                </a:lnTo>
                <a:lnTo>
                  <a:pt x="4107" y="7049"/>
                </a:lnTo>
                <a:lnTo>
                  <a:pt x="3883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9"/>
                </a:lnTo>
                <a:lnTo>
                  <a:pt x="2765" y="7006"/>
                </a:lnTo>
                <a:lnTo>
                  <a:pt x="2546" y="6949"/>
                </a:lnTo>
                <a:lnTo>
                  <a:pt x="2333" y="6879"/>
                </a:lnTo>
                <a:lnTo>
                  <a:pt x="2124" y="6796"/>
                </a:lnTo>
                <a:lnTo>
                  <a:pt x="1920" y="6699"/>
                </a:lnTo>
                <a:lnTo>
                  <a:pt x="1724" y="6590"/>
                </a:lnTo>
                <a:lnTo>
                  <a:pt x="1534" y="6468"/>
                </a:lnTo>
                <a:lnTo>
                  <a:pt x="1353" y="6334"/>
                </a:lnTo>
                <a:lnTo>
                  <a:pt x="1181" y="6190"/>
                </a:lnTo>
                <a:lnTo>
                  <a:pt x="1018" y="6035"/>
                </a:lnTo>
                <a:lnTo>
                  <a:pt x="865" y="5869"/>
                </a:lnTo>
                <a:lnTo>
                  <a:pt x="723" y="5695"/>
                </a:lnTo>
                <a:lnTo>
                  <a:pt x="593" y="5511"/>
                </a:lnTo>
                <a:lnTo>
                  <a:pt x="474" y="5320"/>
                </a:lnTo>
                <a:lnTo>
                  <a:pt x="368" y="5122"/>
                </a:lnTo>
                <a:lnTo>
                  <a:pt x="275" y="4917"/>
                </a:lnTo>
                <a:lnTo>
                  <a:pt x="194" y="4707"/>
                </a:lnTo>
                <a:lnTo>
                  <a:pt x="128" y="4492"/>
                </a:lnTo>
                <a:lnTo>
                  <a:pt x="74" y="4273"/>
                </a:lnTo>
                <a:lnTo>
                  <a:pt x="35" y="4052"/>
                </a:lnTo>
                <a:lnTo>
                  <a:pt x="10" y="3828"/>
                </a:lnTo>
                <a:lnTo>
                  <a:pt x="0" y="3603"/>
                </a:lnTo>
                <a:lnTo>
                  <a:pt x="3" y="3378"/>
                </a:lnTo>
                <a:lnTo>
                  <a:pt x="21" y="3154"/>
                </a:lnTo>
                <a:lnTo>
                  <a:pt x="53" y="2931"/>
                </a:lnTo>
                <a:lnTo>
                  <a:pt x="99" y="2711"/>
                </a:lnTo>
                <a:lnTo>
                  <a:pt x="159" y="2494"/>
                </a:lnTo>
                <a:lnTo>
                  <a:pt x="233" y="2281"/>
                </a:lnTo>
                <a:lnTo>
                  <a:pt x="320" y="2074"/>
                </a:lnTo>
                <a:lnTo>
                  <a:pt x="420" y="1872"/>
                </a:lnTo>
                <a:lnTo>
                  <a:pt x="532" y="1677"/>
                </a:lnTo>
                <a:lnTo>
                  <a:pt x="657" y="1489"/>
                </a:lnTo>
                <a:lnTo>
                  <a:pt x="793" y="1310"/>
                </a:lnTo>
                <a:lnTo>
                  <a:pt x="940" y="1140"/>
                </a:lnTo>
                <a:lnTo>
                  <a:pt x="1098" y="980"/>
                </a:lnTo>
                <a:lnTo>
                  <a:pt x="1266" y="830"/>
                </a:lnTo>
                <a:lnTo>
                  <a:pt x="1443" y="690"/>
                </a:lnTo>
                <a:lnTo>
                  <a:pt x="1628" y="563"/>
                </a:lnTo>
                <a:lnTo>
                  <a:pt x="1821" y="447"/>
                </a:lnTo>
                <a:lnTo>
                  <a:pt x="2021" y="344"/>
                </a:lnTo>
                <a:lnTo>
                  <a:pt x="2227" y="254"/>
                </a:lnTo>
                <a:lnTo>
                  <a:pt x="2439" y="177"/>
                </a:lnTo>
                <a:lnTo>
                  <a:pt x="2655" y="114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11587320" y="1205640"/>
            <a:ext cx="1170360" cy="1050120"/>
          </a:xfrm>
          <a:custGeom>
            <a:avLst/>
            <a:gdLst/>
            <a:ahLst/>
            <a:rect l="0" t="0" r="r" b="b"/>
            <a:pathLst>
              <a:path w="3251" h="2917">
                <a:moveTo>
                  <a:pt x="514" y="2230"/>
                </a:moveTo>
                <a:lnTo>
                  <a:pt x="517" y="2132"/>
                </a:lnTo>
                <a:lnTo>
                  <a:pt x="524" y="2033"/>
                </a:lnTo>
                <a:lnTo>
                  <a:pt x="536" y="1935"/>
                </a:lnTo>
                <a:lnTo>
                  <a:pt x="553" y="1838"/>
                </a:lnTo>
                <a:lnTo>
                  <a:pt x="575" y="1741"/>
                </a:lnTo>
                <a:lnTo>
                  <a:pt x="601" y="1645"/>
                </a:lnTo>
                <a:lnTo>
                  <a:pt x="632" y="1551"/>
                </a:lnTo>
                <a:lnTo>
                  <a:pt x="668" y="1457"/>
                </a:lnTo>
                <a:lnTo>
                  <a:pt x="709" y="1365"/>
                </a:lnTo>
                <a:lnTo>
                  <a:pt x="754" y="1275"/>
                </a:lnTo>
                <a:lnTo>
                  <a:pt x="803" y="1186"/>
                </a:lnTo>
                <a:lnTo>
                  <a:pt x="857" y="1099"/>
                </a:lnTo>
                <a:lnTo>
                  <a:pt x="916" y="1013"/>
                </a:lnTo>
                <a:lnTo>
                  <a:pt x="979" y="931"/>
                </a:lnTo>
                <a:lnTo>
                  <a:pt x="1046" y="850"/>
                </a:lnTo>
                <a:lnTo>
                  <a:pt x="1117" y="773"/>
                </a:lnTo>
                <a:lnTo>
                  <a:pt x="1193" y="698"/>
                </a:lnTo>
                <a:lnTo>
                  <a:pt x="1272" y="626"/>
                </a:lnTo>
                <a:lnTo>
                  <a:pt x="1356" y="557"/>
                </a:lnTo>
                <a:lnTo>
                  <a:pt x="1443" y="492"/>
                </a:lnTo>
                <a:lnTo>
                  <a:pt x="1534" y="429"/>
                </a:lnTo>
                <a:lnTo>
                  <a:pt x="1628" y="370"/>
                </a:lnTo>
                <a:lnTo>
                  <a:pt x="1726" y="315"/>
                </a:lnTo>
                <a:lnTo>
                  <a:pt x="1828" y="263"/>
                </a:lnTo>
                <a:lnTo>
                  <a:pt x="1933" y="216"/>
                </a:lnTo>
                <a:lnTo>
                  <a:pt x="2041" y="172"/>
                </a:lnTo>
                <a:lnTo>
                  <a:pt x="2152" y="132"/>
                </a:lnTo>
                <a:lnTo>
                  <a:pt x="2265" y="97"/>
                </a:lnTo>
                <a:lnTo>
                  <a:pt x="2381" y="66"/>
                </a:lnTo>
                <a:lnTo>
                  <a:pt x="2500" y="39"/>
                </a:lnTo>
                <a:lnTo>
                  <a:pt x="2621" y="17"/>
                </a:lnTo>
                <a:lnTo>
                  <a:pt x="2744" y="0"/>
                </a:lnTo>
                <a:lnTo>
                  <a:pt x="2806" y="96"/>
                </a:lnTo>
                <a:lnTo>
                  <a:pt x="2864" y="194"/>
                </a:lnTo>
                <a:lnTo>
                  <a:pt x="2918" y="293"/>
                </a:lnTo>
                <a:lnTo>
                  <a:pt x="2968" y="393"/>
                </a:lnTo>
                <a:lnTo>
                  <a:pt x="3014" y="494"/>
                </a:lnTo>
                <a:lnTo>
                  <a:pt x="3056" y="596"/>
                </a:lnTo>
                <a:lnTo>
                  <a:pt x="3093" y="699"/>
                </a:lnTo>
                <a:lnTo>
                  <a:pt x="3127" y="803"/>
                </a:lnTo>
                <a:lnTo>
                  <a:pt x="3157" y="907"/>
                </a:lnTo>
                <a:lnTo>
                  <a:pt x="3182" y="1011"/>
                </a:lnTo>
                <a:lnTo>
                  <a:pt x="3203" y="1116"/>
                </a:lnTo>
                <a:lnTo>
                  <a:pt x="3221" y="1221"/>
                </a:lnTo>
                <a:lnTo>
                  <a:pt x="3234" y="1325"/>
                </a:lnTo>
                <a:lnTo>
                  <a:pt x="3244" y="1429"/>
                </a:lnTo>
                <a:lnTo>
                  <a:pt x="3249" y="1532"/>
                </a:lnTo>
                <a:lnTo>
                  <a:pt x="3251" y="1635"/>
                </a:lnTo>
                <a:lnTo>
                  <a:pt x="3249" y="1737"/>
                </a:lnTo>
                <a:lnTo>
                  <a:pt x="3243" y="1838"/>
                </a:lnTo>
                <a:lnTo>
                  <a:pt x="3233" y="1938"/>
                </a:lnTo>
                <a:lnTo>
                  <a:pt x="3220" y="2037"/>
                </a:lnTo>
                <a:lnTo>
                  <a:pt x="3203" y="2134"/>
                </a:lnTo>
                <a:lnTo>
                  <a:pt x="3183" y="2230"/>
                </a:lnTo>
                <a:lnTo>
                  <a:pt x="3088" y="2326"/>
                </a:lnTo>
                <a:lnTo>
                  <a:pt x="2991" y="2416"/>
                </a:lnTo>
                <a:lnTo>
                  <a:pt x="2890" y="2498"/>
                </a:lnTo>
                <a:lnTo>
                  <a:pt x="2787" y="2573"/>
                </a:lnTo>
                <a:lnTo>
                  <a:pt x="2682" y="2640"/>
                </a:lnTo>
                <a:lnTo>
                  <a:pt x="2575" y="2700"/>
                </a:lnTo>
                <a:lnTo>
                  <a:pt x="2467" y="2753"/>
                </a:lnTo>
                <a:lnTo>
                  <a:pt x="2358" y="2798"/>
                </a:lnTo>
                <a:lnTo>
                  <a:pt x="2248" y="2836"/>
                </a:lnTo>
                <a:lnTo>
                  <a:pt x="2138" y="2867"/>
                </a:lnTo>
                <a:lnTo>
                  <a:pt x="2029" y="2890"/>
                </a:lnTo>
                <a:lnTo>
                  <a:pt x="1919" y="2906"/>
                </a:lnTo>
                <a:lnTo>
                  <a:pt x="1811" y="2915"/>
                </a:lnTo>
                <a:lnTo>
                  <a:pt x="1704" y="2917"/>
                </a:lnTo>
                <a:lnTo>
                  <a:pt x="1600" y="2912"/>
                </a:lnTo>
                <a:lnTo>
                  <a:pt x="1497" y="2900"/>
                </a:lnTo>
                <a:lnTo>
                  <a:pt x="1397" y="2881"/>
                </a:lnTo>
                <a:lnTo>
                  <a:pt x="1300" y="2856"/>
                </a:lnTo>
                <a:lnTo>
                  <a:pt x="1206" y="2825"/>
                </a:lnTo>
                <a:lnTo>
                  <a:pt x="1115" y="2788"/>
                </a:lnTo>
                <a:lnTo>
                  <a:pt x="1029" y="2744"/>
                </a:lnTo>
                <a:lnTo>
                  <a:pt x="925" y="2745"/>
                </a:lnTo>
                <a:lnTo>
                  <a:pt x="828" y="2729"/>
                </a:lnTo>
                <a:lnTo>
                  <a:pt x="740" y="2698"/>
                </a:lnTo>
                <a:lnTo>
                  <a:pt x="663" y="2655"/>
                </a:lnTo>
                <a:lnTo>
                  <a:pt x="599" y="2601"/>
                </a:lnTo>
                <a:lnTo>
                  <a:pt x="549" y="2540"/>
                </a:lnTo>
                <a:lnTo>
                  <a:pt x="514" y="2472"/>
                </a:lnTo>
                <a:lnTo>
                  <a:pt x="479" y="2540"/>
                </a:lnTo>
                <a:lnTo>
                  <a:pt x="430" y="2601"/>
                </a:lnTo>
                <a:lnTo>
                  <a:pt x="366" y="2655"/>
                </a:lnTo>
                <a:lnTo>
                  <a:pt x="289" y="2698"/>
                </a:lnTo>
                <a:lnTo>
                  <a:pt x="201" y="2729"/>
                </a:lnTo>
                <a:lnTo>
                  <a:pt x="104" y="2745"/>
                </a:lnTo>
                <a:lnTo>
                  <a:pt x="0" y="2744"/>
                </a:lnTo>
                <a:lnTo>
                  <a:pt x="0" y="2640"/>
                </a:lnTo>
                <a:lnTo>
                  <a:pt x="16" y="2543"/>
                </a:lnTo>
                <a:lnTo>
                  <a:pt x="46" y="2455"/>
                </a:lnTo>
                <a:lnTo>
                  <a:pt x="89" y="2379"/>
                </a:lnTo>
                <a:lnTo>
                  <a:pt x="143" y="2315"/>
                </a:lnTo>
                <a:lnTo>
                  <a:pt x="205" y="2265"/>
                </a:lnTo>
                <a:lnTo>
                  <a:pt x="272" y="2230"/>
                </a:lnTo>
                <a:lnTo>
                  <a:pt x="336" y="2195"/>
                </a:lnTo>
                <a:lnTo>
                  <a:pt x="402" y="2184"/>
                </a:lnTo>
                <a:lnTo>
                  <a:pt x="464" y="2196"/>
                </a:lnTo>
                <a:lnTo>
                  <a:pt x="514" y="2230"/>
                </a:lnTo>
                <a:close/>
              </a:path>
            </a:pathLst>
          </a:custGeom>
          <a:solidFill>
            <a:srgbClr val="7AD151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11587320" y="1205640"/>
            <a:ext cx="1170360" cy="1050120"/>
          </a:xfrm>
          <a:custGeom>
            <a:avLst/>
            <a:gdLst/>
            <a:ahLst/>
            <a:rect l="0" t="0" r="r" b="b"/>
            <a:pathLst>
              <a:path w="3251" h="2917">
                <a:moveTo>
                  <a:pt x="514" y="2230"/>
                </a:moveTo>
                <a:lnTo>
                  <a:pt x="517" y="2132"/>
                </a:lnTo>
                <a:lnTo>
                  <a:pt x="524" y="2033"/>
                </a:lnTo>
                <a:lnTo>
                  <a:pt x="536" y="1935"/>
                </a:lnTo>
                <a:lnTo>
                  <a:pt x="553" y="1838"/>
                </a:lnTo>
                <a:lnTo>
                  <a:pt x="575" y="1741"/>
                </a:lnTo>
                <a:lnTo>
                  <a:pt x="601" y="1645"/>
                </a:lnTo>
                <a:lnTo>
                  <a:pt x="632" y="1551"/>
                </a:lnTo>
                <a:lnTo>
                  <a:pt x="668" y="1457"/>
                </a:lnTo>
                <a:lnTo>
                  <a:pt x="709" y="1365"/>
                </a:lnTo>
                <a:lnTo>
                  <a:pt x="754" y="1275"/>
                </a:lnTo>
                <a:lnTo>
                  <a:pt x="803" y="1186"/>
                </a:lnTo>
                <a:lnTo>
                  <a:pt x="857" y="1099"/>
                </a:lnTo>
                <a:lnTo>
                  <a:pt x="916" y="1013"/>
                </a:lnTo>
                <a:lnTo>
                  <a:pt x="979" y="931"/>
                </a:lnTo>
                <a:lnTo>
                  <a:pt x="1046" y="850"/>
                </a:lnTo>
                <a:lnTo>
                  <a:pt x="1117" y="773"/>
                </a:lnTo>
                <a:lnTo>
                  <a:pt x="1193" y="698"/>
                </a:lnTo>
                <a:lnTo>
                  <a:pt x="1272" y="626"/>
                </a:lnTo>
                <a:lnTo>
                  <a:pt x="1356" y="557"/>
                </a:lnTo>
                <a:lnTo>
                  <a:pt x="1443" y="492"/>
                </a:lnTo>
                <a:lnTo>
                  <a:pt x="1534" y="429"/>
                </a:lnTo>
                <a:lnTo>
                  <a:pt x="1628" y="370"/>
                </a:lnTo>
                <a:lnTo>
                  <a:pt x="1726" y="315"/>
                </a:lnTo>
                <a:lnTo>
                  <a:pt x="1828" y="263"/>
                </a:lnTo>
                <a:lnTo>
                  <a:pt x="1933" y="216"/>
                </a:lnTo>
                <a:lnTo>
                  <a:pt x="2041" y="172"/>
                </a:lnTo>
                <a:lnTo>
                  <a:pt x="2152" y="132"/>
                </a:lnTo>
                <a:lnTo>
                  <a:pt x="2265" y="97"/>
                </a:lnTo>
                <a:lnTo>
                  <a:pt x="2381" y="66"/>
                </a:lnTo>
                <a:lnTo>
                  <a:pt x="2500" y="39"/>
                </a:lnTo>
                <a:lnTo>
                  <a:pt x="2621" y="17"/>
                </a:lnTo>
                <a:lnTo>
                  <a:pt x="2744" y="0"/>
                </a:lnTo>
                <a:lnTo>
                  <a:pt x="2806" y="96"/>
                </a:lnTo>
                <a:lnTo>
                  <a:pt x="2864" y="194"/>
                </a:lnTo>
                <a:lnTo>
                  <a:pt x="2918" y="293"/>
                </a:lnTo>
                <a:lnTo>
                  <a:pt x="2968" y="393"/>
                </a:lnTo>
                <a:lnTo>
                  <a:pt x="3014" y="494"/>
                </a:lnTo>
                <a:lnTo>
                  <a:pt x="3056" y="596"/>
                </a:lnTo>
                <a:lnTo>
                  <a:pt x="3093" y="699"/>
                </a:lnTo>
                <a:lnTo>
                  <a:pt x="3127" y="803"/>
                </a:lnTo>
                <a:lnTo>
                  <a:pt x="3157" y="907"/>
                </a:lnTo>
                <a:lnTo>
                  <a:pt x="3182" y="1011"/>
                </a:lnTo>
                <a:lnTo>
                  <a:pt x="3203" y="1116"/>
                </a:lnTo>
                <a:lnTo>
                  <a:pt x="3221" y="1221"/>
                </a:lnTo>
                <a:lnTo>
                  <a:pt x="3234" y="1325"/>
                </a:lnTo>
                <a:lnTo>
                  <a:pt x="3244" y="1429"/>
                </a:lnTo>
                <a:lnTo>
                  <a:pt x="3249" y="1532"/>
                </a:lnTo>
                <a:lnTo>
                  <a:pt x="3251" y="1635"/>
                </a:lnTo>
                <a:lnTo>
                  <a:pt x="3249" y="1737"/>
                </a:lnTo>
                <a:lnTo>
                  <a:pt x="3243" y="1838"/>
                </a:lnTo>
                <a:lnTo>
                  <a:pt x="3233" y="1938"/>
                </a:lnTo>
                <a:lnTo>
                  <a:pt x="3220" y="2037"/>
                </a:lnTo>
                <a:lnTo>
                  <a:pt x="3203" y="2134"/>
                </a:lnTo>
                <a:lnTo>
                  <a:pt x="3183" y="2230"/>
                </a:lnTo>
                <a:lnTo>
                  <a:pt x="3088" y="2326"/>
                </a:lnTo>
                <a:lnTo>
                  <a:pt x="2991" y="2416"/>
                </a:lnTo>
                <a:lnTo>
                  <a:pt x="2890" y="2498"/>
                </a:lnTo>
                <a:lnTo>
                  <a:pt x="2787" y="2573"/>
                </a:lnTo>
                <a:lnTo>
                  <a:pt x="2682" y="2640"/>
                </a:lnTo>
                <a:lnTo>
                  <a:pt x="2575" y="2700"/>
                </a:lnTo>
                <a:lnTo>
                  <a:pt x="2467" y="2753"/>
                </a:lnTo>
                <a:lnTo>
                  <a:pt x="2358" y="2798"/>
                </a:lnTo>
                <a:lnTo>
                  <a:pt x="2248" y="2836"/>
                </a:lnTo>
                <a:lnTo>
                  <a:pt x="2138" y="2867"/>
                </a:lnTo>
                <a:lnTo>
                  <a:pt x="2029" y="2890"/>
                </a:lnTo>
                <a:lnTo>
                  <a:pt x="1919" y="2906"/>
                </a:lnTo>
                <a:lnTo>
                  <a:pt x="1811" y="2915"/>
                </a:lnTo>
                <a:lnTo>
                  <a:pt x="1704" y="2917"/>
                </a:lnTo>
                <a:lnTo>
                  <a:pt x="1600" y="2912"/>
                </a:lnTo>
                <a:lnTo>
                  <a:pt x="1497" y="2900"/>
                </a:lnTo>
                <a:lnTo>
                  <a:pt x="1397" y="2881"/>
                </a:lnTo>
                <a:lnTo>
                  <a:pt x="1300" y="2856"/>
                </a:lnTo>
                <a:lnTo>
                  <a:pt x="1206" y="2825"/>
                </a:lnTo>
                <a:lnTo>
                  <a:pt x="1115" y="2788"/>
                </a:lnTo>
                <a:lnTo>
                  <a:pt x="1029" y="2744"/>
                </a:lnTo>
                <a:lnTo>
                  <a:pt x="925" y="2745"/>
                </a:lnTo>
                <a:lnTo>
                  <a:pt x="828" y="2729"/>
                </a:lnTo>
                <a:lnTo>
                  <a:pt x="740" y="2698"/>
                </a:lnTo>
                <a:lnTo>
                  <a:pt x="663" y="2655"/>
                </a:lnTo>
                <a:lnTo>
                  <a:pt x="599" y="2601"/>
                </a:lnTo>
                <a:lnTo>
                  <a:pt x="549" y="2540"/>
                </a:lnTo>
                <a:lnTo>
                  <a:pt x="514" y="2472"/>
                </a:lnTo>
                <a:lnTo>
                  <a:pt x="479" y="2540"/>
                </a:lnTo>
                <a:lnTo>
                  <a:pt x="430" y="2601"/>
                </a:lnTo>
                <a:lnTo>
                  <a:pt x="366" y="2655"/>
                </a:lnTo>
                <a:lnTo>
                  <a:pt x="289" y="2698"/>
                </a:lnTo>
                <a:lnTo>
                  <a:pt x="201" y="2729"/>
                </a:lnTo>
                <a:lnTo>
                  <a:pt x="104" y="2745"/>
                </a:lnTo>
                <a:lnTo>
                  <a:pt x="0" y="2744"/>
                </a:lnTo>
                <a:lnTo>
                  <a:pt x="0" y="2640"/>
                </a:lnTo>
                <a:lnTo>
                  <a:pt x="16" y="2543"/>
                </a:lnTo>
                <a:lnTo>
                  <a:pt x="46" y="2455"/>
                </a:lnTo>
                <a:lnTo>
                  <a:pt x="89" y="2379"/>
                </a:lnTo>
                <a:lnTo>
                  <a:pt x="143" y="2315"/>
                </a:lnTo>
                <a:lnTo>
                  <a:pt x="205" y="2265"/>
                </a:lnTo>
                <a:lnTo>
                  <a:pt x="272" y="2230"/>
                </a:lnTo>
                <a:lnTo>
                  <a:pt x="336" y="2195"/>
                </a:lnTo>
                <a:lnTo>
                  <a:pt x="402" y="2184"/>
                </a:lnTo>
                <a:lnTo>
                  <a:pt x="464" y="2196"/>
                </a:lnTo>
                <a:lnTo>
                  <a:pt x="514" y="2230"/>
                </a:lnTo>
                <a:close/>
              </a:path>
            </a:pathLst>
          </a:custGeom>
          <a:noFill/>
          <a:ln w="24840">
            <a:solidFill>
              <a:srgbClr val="7AD151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1587320" y="1205640"/>
            <a:ext cx="1170360" cy="1050120"/>
          </a:xfrm>
          <a:custGeom>
            <a:avLst/>
            <a:gdLst/>
            <a:ahLst/>
            <a:rect l="0" t="0" r="r" b="b"/>
            <a:pathLst>
              <a:path fill="none" w="3251" h="2917">
                <a:moveTo>
                  <a:pt x="514" y="2230"/>
                </a:moveTo>
                <a:lnTo>
                  <a:pt x="517" y="2132"/>
                </a:lnTo>
                <a:lnTo>
                  <a:pt x="524" y="2033"/>
                </a:lnTo>
                <a:lnTo>
                  <a:pt x="536" y="1935"/>
                </a:lnTo>
                <a:lnTo>
                  <a:pt x="553" y="1838"/>
                </a:lnTo>
                <a:lnTo>
                  <a:pt x="575" y="1741"/>
                </a:lnTo>
                <a:lnTo>
                  <a:pt x="601" y="1645"/>
                </a:lnTo>
                <a:lnTo>
                  <a:pt x="632" y="1551"/>
                </a:lnTo>
                <a:lnTo>
                  <a:pt x="668" y="1457"/>
                </a:lnTo>
                <a:lnTo>
                  <a:pt x="709" y="1365"/>
                </a:lnTo>
                <a:lnTo>
                  <a:pt x="754" y="1275"/>
                </a:lnTo>
                <a:lnTo>
                  <a:pt x="803" y="1186"/>
                </a:lnTo>
                <a:lnTo>
                  <a:pt x="857" y="1099"/>
                </a:lnTo>
                <a:lnTo>
                  <a:pt x="916" y="1013"/>
                </a:lnTo>
                <a:lnTo>
                  <a:pt x="979" y="931"/>
                </a:lnTo>
                <a:lnTo>
                  <a:pt x="1046" y="850"/>
                </a:lnTo>
                <a:lnTo>
                  <a:pt x="1117" y="773"/>
                </a:lnTo>
                <a:lnTo>
                  <a:pt x="1193" y="698"/>
                </a:lnTo>
                <a:lnTo>
                  <a:pt x="1272" y="626"/>
                </a:lnTo>
                <a:lnTo>
                  <a:pt x="1356" y="557"/>
                </a:lnTo>
                <a:lnTo>
                  <a:pt x="1443" y="492"/>
                </a:lnTo>
                <a:lnTo>
                  <a:pt x="1534" y="429"/>
                </a:lnTo>
                <a:lnTo>
                  <a:pt x="1628" y="370"/>
                </a:lnTo>
                <a:lnTo>
                  <a:pt x="1726" y="315"/>
                </a:lnTo>
                <a:lnTo>
                  <a:pt x="1828" y="263"/>
                </a:lnTo>
                <a:lnTo>
                  <a:pt x="1933" y="216"/>
                </a:lnTo>
                <a:lnTo>
                  <a:pt x="2041" y="172"/>
                </a:lnTo>
                <a:lnTo>
                  <a:pt x="2152" y="132"/>
                </a:lnTo>
                <a:lnTo>
                  <a:pt x="2265" y="97"/>
                </a:lnTo>
                <a:lnTo>
                  <a:pt x="2381" y="66"/>
                </a:lnTo>
                <a:lnTo>
                  <a:pt x="2500" y="39"/>
                </a:lnTo>
                <a:lnTo>
                  <a:pt x="2621" y="17"/>
                </a:lnTo>
                <a:lnTo>
                  <a:pt x="2744" y="0"/>
                </a:lnTo>
                <a:lnTo>
                  <a:pt x="2806" y="96"/>
                </a:lnTo>
                <a:lnTo>
                  <a:pt x="2864" y="194"/>
                </a:lnTo>
                <a:lnTo>
                  <a:pt x="2918" y="293"/>
                </a:lnTo>
                <a:lnTo>
                  <a:pt x="2968" y="393"/>
                </a:lnTo>
                <a:lnTo>
                  <a:pt x="3014" y="494"/>
                </a:lnTo>
                <a:lnTo>
                  <a:pt x="3056" y="596"/>
                </a:lnTo>
                <a:lnTo>
                  <a:pt x="3093" y="699"/>
                </a:lnTo>
                <a:lnTo>
                  <a:pt x="3127" y="803"/>
                </a:lnTo>
                <a:lnTo>
                  <a:pt x="3157" y="907"/>
                </a:lnTo>
                <a:lnTo>
                  <a:pt x="3182" y="1011"/>
                </a:lnTo>
                <a:lnTo>
                  <a:pt x="3203" y="1116"/>
                </a:lnTo>
                <a:lnTo>
                  <a:pt x="3221" y="1221"/>
                </a:lnTo>
                <a:lnTo>
                  <a:pt x="3234" y="1325"/>
                </a:lnTo>
                <a:lnTo>
                  <a:pt x="3244" y="1429"/>
                </a:lnTo>
                <a:lnTo>
                  <a:pt x="3249" y="1532"/>
                </a:lnTo>
                <a:lnTo>
                  <a:pt x="3251" y="1635"/>
                </a:lnTo>
                <a:lnTo>
                  <a:pt x="3249" y="1737"/>
                </a:lnTo>
                <a:lnTo>
                  <a:pt x="3243" y="1838"/>
                </a:lnTo>
                <a:lnTo>
                  <a:pt x="3233" y="1938"/>
                </a:lnTo>
                <a:lnTo>
                  <a:pt x="3220" y="2037"/>
                </a:lnTo>
                <a:lnTo>
                  <a:pt x="3203" y="2134"/>
                </a:lnTo>
                <a:lnTo>
                  <a:pt x="3183" y="2230"/>
                </a:lnTo>
                <a:lnTo>
                  <a:pt x="3088" y="2326"/>
                </a:lnTo>
                <a:lnTo>
                  <a:pt x="2991" y="2416"/>
                </a:lnTo>
                <a:lnTo>
                  <a:pt x="2890" y="2498"/>
                </a:lnTo>
                <a:lnTo>
                  <a:pt x="2787" y="2573"/>
                </a:lnTo>
                <a:lnTo>
                  <a:pt x="2682" y="2640"/>
                </a:lnTo>
                <a:lnTo>
                  <a:pt x="2575" y="2700"/>
                </a:lnTo>
                <a:lnTo>
                  <a:pt x="2467" y="2753"/>
                </a:lnTo>
                <a:lnTo>
                  <a:pt x="2358" y="2798"/>
                </a:lnTo>
                <a:lnTo>
                  <a:pt x="2248" y="2836"/>
                </a:lnTo>
                <a:lnTo>
                  <a:pt x="2138" y="2867"/>
                </a:lnTo>
                <a:lnTo>
                  <a:pt x="2029" y="2890"/>
                </a:lnTo>
                <a:lnTo>
                  <a:pt x="1919" y="2906"/>
                </a:lnTo>
                <a:lnTo>
                  <a:pt x="1811" y="2915"/>
                </a:lnTo>
                <a:lnTo>
                  <a:pt x="1704" y="2917"/>
                </a:lnTo>
                <a:lnTo>
                  <a:pt x="1600" y="2912"/>
                </a:lnTo>
                <a:lnTo>
                  <a:pt x="1497" y="2900"/>
                </a:lnTo>
                <a:lnTo>
                  <a:pt x="1397" y="2881"/>
                </a:lnTo>
                <a:lnTo>
                  <a:pt x="1300" y="2856"/>
                </a:lnTo>
                <a:lnTo>
                  <a:pt x="1206" y="2825"/>
                </a:lnTo>
                <a:lnTo>
                  <a:pt x="1115" y="2788"/>
                </a:lnTo>
                <a:lnTo>
                  <a:pt x="1029" y="2744"/>
                </a:lnTo>
                <a:lnTo>
                  <a:pt x="925" y="2745"/>
                </a:lnTo>
                <a:lnTo>
                  <a:pt x="828" y="2729"/>
                </a:lnTo>
                <a:lnTo>
                  <a:pt x="740" y="2698"/>
                </a:lnTo>
                <a:lnTo>
                  <a:pt x="663" y="2655"/>
                </a:lnTo>
                <a:lnTo>
                  <a:pt x="599" y="2601"/>
                </a:lnTo>
                <a:lnTo>
                  <a:pt x="549" y="2540"/>
                </a:lnTo>
                <a:lnTo>
                  <a:pt x="514" y="2472"/>
                </a:lnTo>
                <a:lnTo>
                  <a:pt x="479" y="2540"/>
                </a:lnTo>
                <a:lnTo>
                  <a:pt x="430" y="2601"/>
                </a:lnTo>
                <a:lnTo>
                  <a:pt x="366" y="2655"/>
                </a:lnTo>
                <a:lnTo>
                  <a:pt x="289" y="2698"/>
                </a:lnTo>
                <a:lnTo>
                  <a:pt x="201" y="2729"/>
                </a:lnTo>
                <a:lnTo>
                  <a:pt x="104" y="2745"/>
                </a:lnTo>
                <a:lnTo>
                  <a:pt x="0" y="2744"/>
                </a:lnTo>
                <a:lnTo>
                  <a:pt x="0" y="2640"/>
                </a:lnTo>
                <a:lnTo>
                  <a:pt x="16" y="2543"/>
                </a:lnTo>
                <a:lnTo>
                  <a:pt x="46" y="2455"/>
                </a:lnTo>
                <a:lnTo>
                  <a:pt x="89" y="2379"/>
                </a:lnTo>
                <a:lnTo>
                  <a:pt x="143" y="2315"/>
                </a:lnTo>
                <a:lnTo>
                  <a:pt x="205" y="2265"/>
                </a:lnTo>
                <a:lnTo>
                  <a:pt x="272" y="2230"/>
                </a:lnTo>
                <a:lnTo>
                  <a:pt x="336" y="2195"/>
                </a:lnTo>
                <a:lnTo>
                  <a:pt x="402" y="2184"/>
                </a:lnTo>
                <a:lnTo>
                  <a:pt x="464" y="2196"/>
                </a:lnTo>
                <a:lnTo>
                  <a:pt x="514" y="2230"/>
                </a:lnTo>
              </a:path>
            </a:pathLst>
          </a:custGeom>
          <a:ln w="24840">
            <a:solidFill>
              <a:srgbClr val="7AD151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1741040" y="197640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11741040" y="197640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12543120" y="11739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12543120" y="11739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12701160" y="197640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12701160" y="197640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11926080" y="216180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1926080" y="216180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1741040" y="206388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8"/>
                </a:moveTo>
                <a:cubicBezTo>
                  <a:pt x="0" y="-29"/>
                  <a:pt x="176" y="-29"/>
                  <a:pt x="176" y="88"/>
                </a:cubicBezTo>
                <a:cubicBezTo>
                  <a:pt x="176" y="206"/>
                  <a:pt x="0" y="206"/>
                  <a:pt x="0" y="88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1741040" y="206388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8"/>
                </a:moveTo>
                <a:cubicBezTo>
                  <a:pt x="176" y="206"/>
                  <a:pt x="0" y="206"/>
                  <a:pt x="0" y="88"/>
                </a:cubicBezTo>
                <a:cubicBezTo>
                  <a:pt x="0" y="-29"/>
                  <a:pt x="176" y="-29"/>
                  <a:pt x="176" y="88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1555640" y="216180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11555640" y="216180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11653560" y="19764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1653560" y="19764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1741040" y="197640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7AD15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11741040" y="197640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AD151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 flipV="1">
            <a:off x="11772360" y="87336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1772360" y="1205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154" y="2075"/>
                </a:lnTo>
                <a:lnTo>
                  <a:pt x="231" y="1998"/>
                </a:lnTo>
                <a:lnTo>
                  <a:pt x="308" y="1922"/>
                </a:lnTo>
                <a:lnTo>
                  <a:pt x="462" y="1768"/>
                </a:lnTo>
                <a:lnTo>
                  <a:pt x="538" y="1691"/>
                </a:lnTo>
                <a:lnTo>
                  <a:pt x="615" y="1614"/>
                </a:lnTo>
                <a:lnTo>
                  <a:pt x="692" y="1537"/>
                </a:lnTo>
                <a:lnTo>
                  <a:pt x="769" y="1460"/>
                </a:lnTo>
                <a:lnTo>
                  <a:pt x="846" y="1384"/>
                </a:lnTo>
                <a:lnTo>
                  <a:pt x="923" y="1307"/>
                </a:lnTo>
                <a:lnTo>
                  <a:pt x="1000" y="1230"/>
                </a:lnTo>
                <a:lnTo>
                  <a:pt x="1076" y="1153"/>
                </a:lnTo>
                <a:lnTo>
                  <a:pt x="1153" y="1076"/>
                </a:lnTo>
                <a:lnTo>
                  <a:pt x="1307" y="922"/>
                </a:lnTo>
                <a:lnTo>
                  <a:pt x="1384" y="846"/>
                </a:lnTo>
                <a:lnTo>
                  <a:pt x="1461" y="769"/>
                </a:lnTo>
                <a:lnTo>
                  <a:pt x="1614" y="615"/>
                </a:lnTo>
                <a:lnTo>
                  <a:pt x="1691" y="538"/>
                </a:lnTo>
                <a:lnTo>
                  <a:pt x="1768" y="461"/>
                </a:lnTo>
                <a:lnTo>
                  <a:pt x="1846" y="384"/>
                </a:lnTo>
                <a:lnTo>
                  <a:pt x="1923" y="308"/>
                </a:lnTo>
                <a:lnTo>
                  <a:pt x="2000" y="231"/>
                </a:lnTo>
                <a:lnTo>
                  <a:pt x="2077" y="154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1772360" y="2008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11772360" y="2008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77" y="77"/>
                </a:lnTo>
                <a:lnTo>
                  <a:pt x="154" y="154"/>
                </a:lnTo>
                <a:lnTo>
                  <a:pt x="231" y="231"/>
                </a:lnTo>
                <a:lnTo>
                  <a:pt x="308" y="307"/>
                </a:lnTo>
                <a:lnTo>
                  <a:pt x="462" y="461"/>
                </a:lnTo>
                <a:lnTo>
                  <a:pt x="538" y="538"/>
                </a:lnTo>
                <a:lnTo>
                  <a:pt x="615" y="615"/>
                </a:lnTo>
                <a:lnTo>
                  <a:pt x="692" y="692"/>
                </a:lnTo>
                <a:lnTo>
                  <a:pt x="769" y="769"/>
                </a:lnTo>
                <a:lnTo>
                  <a:pt x="846" y="846"/>
                </a:lnTo>
                <a:lnTo>
                  <a:pt x="923" y="922"/>
                </a:lnTo>
                <a:lnTo>
                  <a:pt x="1000" y="999"/>
                </a:lnTo>
                <a:lnTo>
                  <a:pt x="1076" y="1076"/>
                </a:lnTo>
                <a:lnTo>
                  <a:pt x="1153" y="1153"/>
                </a:lnTo>
                <a:lnTo>
                  <a:pt x="1307" y="1307"/>
                </a:lnTo>
                <a:lnTo>
                  <a:pt x="1384" y="1383"/>
                </a:lnTo>
                <a:lnTo>
                  <a:pt x="1461" y="1460"/>
                </a:lnTo>
                <a:lnTo>
                  <a:pt x="1614" y="1614"/>
                </a:lnTo>
                <a:lnTo>
                  <a:pt x="1691" y="1691"/>
                </a:lnTo>
                <a:lnTo>
                  <a:pt x="1768" y="1768"/>
                </a:lnTo>
                <a:lnTo>
                  <a:pt x="1846" y="1845"/>
                </a:lnTo>
                <a:lnTo>
                  <a:pt x="1923" y="1921"/>
                </a:lnTo>
                <a:lnTo>
                  <a:pt x="2000" y="1998"/>
                </a:lnTo>
                <a:lnTo>
                  <a:pt x="2077" y="2075"/>
                </a:lnTo>
                <a:lnTo>
                  <a:pt x="2153" y="2152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11772360" y="200808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10969920" y="2008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153" y="77"/>
                </a:lnTo>
                <a:lnTo>
                  <a:pt x="2077" y="154"/>
                </a:lnTo>
                <a:lnTo>
                  <a:pt x="2000" y="231"/>
                </a:lnTo>
                <a:lnTo>
                  <a:pt x="1923" y="307"/>
                </a:lnTo>
                <a:lnTo>
                  <a:pt x="1846" y="384"/>
                </a:lnTo>
                <a:lnTo>
                  <a:pt x="1691" y="538"/>
                </a:lnTo>
                <a:lnTo>
                  <a:pt x="1614" y="615"/>
                </a:lnTo>
                <a:lnTo>
                  <a:pt x="1538" y="692"/>
                </a:lnTo>
                <a:lnTo>
                  <a:pt x="1384" y="846"/>
                </a:lnTo>
                <a:lnTo>
                  <a:pt x="1307" y="922"/>
                </a:lnTo>
                <a:lnTo>
                  <a:pt x="1230" y="999"/>
                </a:lnTo>
                <a:lnTo>
                  <a:pt x="1153" y="1076"/>
                </a:lnTo>
                <a:lnTo>
                  <a:pt x="1076" y="1153"/>
                </a:lnTo>
                <a:lnTo>
                  <a:pt x="1000" y="1230"/>
                </a:lnTo>
                <a:lnTo>
                  <a:pt x="923" y="1307"/>
                </a:lnTo>
                <a:lnTo>
                  <a:pt x="846" y="1383"/>
                </a:lnTo>
                <a:lnTo>
                  <a:pt x="769" y="1460"/>
                </a:lnTo>
                <a:lnTo>
                  <a:pt x="692" y="1537"/>
                </a:lnTo>
                <a:lnTo>
                  <a:pt x="538" y="1691"/>
                </a:lnTo>
                <a:lnTo>
                  <a:pt x="462" y="1768"/>
                </a:lnTo>
                <a:lnTo>
                  <a:pt x="385" y="1845"/>
                </a:lnTo>
                <a:lnTo>
                  <a:pt x="231" y="1998"/>
                </a:lnTo>
                <a:lnTo>
                  <a:pt x="154" y="2075"/>
                </a:lnTo>
                <a:lnTo>
                  <a:pt x="77" y="2152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 flipH="1">
            <a:off x="10637640" y="2008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0969920" y="1205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2"/>
                </a:lnTo>
                <a:lnTo>
                  <a:pt x="2077" y="2075"/>
                </a:lnTo>
                <a:lnTo>
                  <a:pt x="2000" y="1998"/>
                </a:lnTo>
                <a:lnTo>
                  <a:pt x="1923" y="1922"/>
                </a:lnTo>
                <a:lnTo>
                  <a:pt x="1846" y="1845"/>
                </a:lnTo>
                <a:lnTo>
                  <a:pt x="1691" y="1691"/>
                </a:lnTo>
                <a:lnTo>
                  <a:pt x="1614" y="1614"/>
                </a:lnTo>
                <a:lnTo>
                  <a:pt x="1538" y="1537"/>
                </a:lnTo>
                <a:lnTo>
                  <a:pt x="1384" y="1384"/>
                </a:lnTo>
                <a:lnTo>
                  <a:pt x="1307" y="1307"/>
                </a:lnTo>
                <a:lnTo>
                  <a:pt x="1230" y="1230"/>
                </a:lnTo>
                <a:lnTo>
                  <a:pt x="1153" y="1153"/>
                </a:lnTo>
                <a:lnTo>
                  <a:pt x="1076" y="1076"/>
                </a:lnTo>
                <a:lnTo>
                  <a:pt x="1000" y="999"/>
                </a:lnTo>
                <a:lnTo>
                  <a:pt x="923" y="922"/>
                </a:lnTo>
                <a:lnTo>
                  <a:pt x="846" y="846"/>
                </a:lnTo>
                <a:lnTo>
                  <a:pt x="769" y="769"/>
                </a:lnTo>
                <a:lnTo>
                  <a:pt x="692" y="692"/>
                </a:lnTo>
                <a:lnTo>
                  <a:pt x="538" y="538"/>
                </a:lnTo>
                <a:lnTo>
                  <a:pt x="462" y="461"/>
                </a:lnTo>
                <a:lnTo>
                  <a:pt x="385" y="384"/>
                </a:lnTo>
                <a:lnTo>
                  <a:pt x="231" y="231"/>
                </a:lnTo>
                <a:lnTo>
                  <a:pt x="154" y="154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11131200" y="378720"/>
            <a:ext cx="125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32, species = 18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11639160" y="68724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12440520" y="1061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12941280" y="196380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12427560" y="2866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11626560" y="324036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10616040" y="2866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10375560" y="196380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10628640" y="1061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10113840" y="1402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69480" y="4034880"/>
            <a:ext cx="3302280" cy="3000960"/>
          </a:xfrm>
          <a:custGeom>
            <a:avLst/>
            <a:gdLst/>
            <a:ahLst/>
            <a:rect l="0" t="0" r="r" b="b"/>
            <a:pathLst>
              <a:path w="9173" h="8336">
                <a:moveTo>
                  <a:pt x="0" y="0"/>
                </a:moveTo>
                <a:lnTo>
                  <a:pt x="9173" y="0"/>
                </a:lnTo>
                <a:lnTo>
                  <a:pt x="9173" y="8336"/>
                </a:lnTo>
                <a:lnTo>
                  <a:pt x="0" y="8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98520" y="3552480"/>
            <a:ext cx="2935440" cy="482760"/>
          </a:xfrm>
          <a:custGeom>
            <a:avLst/>
            <a:gdLst/>
            <a:ahLst/>
            <a:rect l="0" t="0" r="r" b="b"/>
            <a:pathLst>
              <a:path w="8154" h="1341">
                <a:moveTo>
                  <a:pt x="0" y="0"/>
                </a:moveTo>
                <a:lnTo>
                  <a:pt x="8154" y="0"/>
                </a:lnTo>
                <a:lnTo>
                  <a:pt x="8154" y="1341"/>
                </a:lnTo>
                <a:lnTo>
                  <a:pt x="0" y="134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10063080" y="835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1396440" y="3665880"/>
            <a:ext cx="9284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Columbiformes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447480" y="4072680"/>
            <a:ext cx="2837520" cy="2837160"/>
          </a:xfrm>
          <a:custGeom>
            <a:avLst/>
            <a:gdLst/>
            <a:ahLst/>
            <a:rect l="0" t="0" r="r" b="b"/>
            <a:pathLst>
              <a:path w="7882" h="7881">
                <a:moveTo>
                  <a:pt x="0" y="0"/>
                </a:moveTo>
                <a:lnTo>
                  <a:pt x="7882" y="0"/>
                </a:lnTo>
                <a:lnTo>
                  <a:pt x="7882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 flipV="1">
            <a:off x="1866240" y="421452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 flipV="1">
            <a:off x="1866240" y="458856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866240" y="5491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866240" y="549108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866240" y="54910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 flipH="1">
            <a:off x="963360" y="549108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 flipH="1">
            <a:off x="589320" y="5491080"/>
            <a:ext cx="127692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 flipH="1" flipV="1">
            <a:off x="963360" y="458856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298880" y="4923720"/>
            <a:ext cx="1134720" cy="1135080"/>
          </a:xfrm>
          <a:custGeom>
            <a:avLst/>
            <a:gdLst/>
            <a:ahLst/>
            <a:rect l="0" t="0" r="r" b="b"/>
            <a:pathLst>
              <a:path fill="none" w="3152" h="3153">
                <a:moveTo>
                  <a:pt x="1577" y="0"/>
                </a:moveTo>
                <a:lnTo>
                  <a:pt x="1677" y="3"/>
                </a:lnTo>
                <a:lnTo>
                  <a:pt x="1776" y="13"/>
                </a:lnTo>
                <a:lnTo>
                  <a:pt x="1875" y="29"/>
                </a:lnTo>
                <a:lnTo>
                  <a:pt x="1972" y="51"/>
                </a:lnTo>
                <a:lnTo>
                  <a:pt x="2068" y="79"/>
                </a:lnTo>
                <a:lnTo>
                  <a:pt x="2162" y="113"/>
                </a:lnTo>
                <a:lnTo>
                  <a:pt x="2254" y="153"/>
                </a:lnTo>
                <a:lnTo>
                  <a:pt x="2343" y="199"/>
                </a:lnTo>
                <a:lnTo>
                  <a:pt x="2429" y="250"/>
                </a:lnTo>
                <a:lnTo>
                  <a:pt x="2511" y="307"/>
                </a:lnTo>
                <a:lnTo>
                  <a:pt x="2590" y="369"/>
                </a:lnTo>
                <a:lnTo>
                  <a:pt x="2664" y="436"/>
                </a:lnTo>
                <a:lnTo>
                  <a:pt x="2734" y="508"/>
                </a:lnTo>
                <a:lnTo>
                  <a:pt x="2800" y="584"/>
                </a:lnTo>
                <a:lnTo>
                  <a:pt x="2860" y="663"/>
                </a:lnTo>
                <a:lnTo>
                  <a:pt x="2916" y="746"/>
                </a:lnTo>
                <a:lnTo>
                  <a:pt x="2966" y="833"/>
                </a:lnTo>
                <a:lnTo>
                  <a:pt x="3010" y="923"/>
                </a:lnTo>
                <a:lnTo>
                  <a:pt x="3049" y="1015"/>
                </a:lnTo>
                <a:lnTo>
                  <a:pt x="3081" y="1109"/>
                </a:lnTo>
                <a:lnTo>
                  <a:pt x="3108" y="1206"/>
                </a:lnTo>
                <a:lnTo>
                  <a:pt x="3129" y="1304"/>
                </a:lnTo>
                <a:lnTo>
                  <a:pt x="3143" y="1403"/>
                </a:lnTo>
                <a:lnTo>
                  <a:pt x="3151" y="1502"/>
                </a:lnTo>
                <a:lnTo>
                  <a:pt x="3152" y="1602"/>
                </a:lnTo>
                <a:lnTo>
                  <a:pt x="3148" y="1702"/>
                </a:lnTo>
                <a:lnTo>
                  <a:pt x="3137" y="1802"/>
                </a:lnTo>
                <a:lnTo>
                  <a:pt x="3119" y="1900"/>
                </a:lnTo>
                <a:lnTo>
                  <a:pt x="3096" y="1997"/>
                </a:lnTo>
                <a:lnTo>
                  <a:pt x="3066" y="2093"/>
                </a:lnTo>
                <a:lnTo>
                  <a:pt x="3030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2"/>
                </a:lnTo>
                <a:lnTo>
                  <a:pt x="2768" y="2609"/>
                </a:lnTo>
                <a:lnTo>
                  <a:pt x="2700" y="2683"/>
                </a:lnTo>
                <a:lnTo>
                  <a:pt x="2627" y="2752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30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90"/>
                </a:lnTo>
                <a:lnTo>
                  <a:pt x="1924" y="3115"/>
                </a:lnTo>
                <a:lnTo>
                  <a:pt x="1826" y="3134"/>
                </a:lnTo>
                <a:lnTo>
                  <a:pt x="1726" y="3146"/>
                </a:lnTo>
                <a:lnTo>
                  <a:pt x="1627" y="3153"/>
                </a:lnTo>
                <a:lnTo>
                  <a:pt x="1527" y="3153"/>
                </a:lnTo>
                <a:lnTo>
                  <a:pt x="1427" y="3146"/>
                </a:lnTo>
                <a:lnTo>
                  <a:pt x="1328" y="3134"/>
                </a:lnTo>
                <a:lnTo>
                  <a:pt x="1229" y="3115"/>
                </a:lnTo>
                <a:lnTo>
                  <a:pt x="1133" y="3090"/>
                </a:lnTo>
                <a:lnTo>
                  <a:pt x="1037" y="3058"/>
                </a:lnTo>
                <a:lnTo>
                  <a:pt x="944" y="3021"/>
                </a:lnTo>
                <a:lnTo>
                  <a:pt x="853" y="2978"/>
                </a:lnTo>
                <a:lnTo>
                  <a:pt x="766" y="2930"/>
                </a:lnTo>
                <a:lnTo>
                  <a:pt x="682" y="2875"/>
                </a:lnTo>
                <a:lnTo>
                  <a:pt x="601" y="2816"/>
                </a:lnTo>
                <a:lnTo>
                  <a:pt x="525" y="2752"/>
                </a:lnTo>
                <a:lnTo>
                  <a:pt x="452" y="2683"/>
                </a:lnTo>
                <a:lnTo>
                  <a:pt x="385" y="2609"/>
                </a:lnTo>
                <a:lnTo>
                  <a:pt x="321" y="2532"/>
                </a:lnTo>
                <a:lnTo>
                  <a:pt x="263" y="2450"/>
                </a:lnTo>
                <a:lnTo>
                  <a:pt x="211" y="2365"/>
                </a:lnTo>
                <a:lnTo>
                  <a:pt x="163" y="2277"/>
                </a:lnTo>
                <a:lnTo>
                  <a:pt x="122" y="2186"/>
                </a:lnTo>
                <a:lnTo>
                  <a:pt x="86" y="2093"/>
                </a:lnTo>
                <a:lnTo>
                  <a:pt x="57" y="1997"/>
                </a:lnTo>
                <a:lnTo>
                  <a:pt x="33" y="1900"/>
                </a:lnTo>
                <a:lnTo>
                  <a:pt x="16" y="1802"/>
                </a:lnTo>
                <a:lnTo>
                  <a:pt x="4" y="1702"/>
                </a:lnTo>
                <a:lnTo>
                  <a:pt x="0" y="1602"/>
                </a:lnTo>
                <a:lnTo>
                  <a:pt x="1" y="1502"/>
                </a:lnTo>
                <a:lnTo>
                  <a:pt x="9" y="1403"/>
                </a:lnTo>
                <a:lnTo>
                  <a:pt x="23" y="1304"/>
                </a:lnTo>
                <a:lnTo>
                  <a:pt x="44" y="1206"/>
                </a:lnTo>
                <a:lnTo>
                  <a:pt x="71" y="1109"/>
                </a:lnTo>
                <a:lnTo>
                  <a:pt x="103" y="1015"/>
                </a:lnTo>
                <a:lnTo>
                  <a:pt x="142" y="923"/>
                </a:lnTo>
                <a:lnTo>
                  <a:pt x="186" y="833"/>
                </a:lnTo>
                <a:lnTo>
                  <a:pt x="236" y="746"/>
                </a:lnTo>
                <a:lnTo>
                  <a:pt x="292" y="663"/>
                </a:lnTo>
                <a:lnTo>
                  <a:pt x="352" y="584"/>
                </a:lnTo>
                <a:lnTo>
                  <a:pt x="418" y="508"/>
                </a:lnTo>
                <a:lnTo>
                  <a:pt x="488" y="436"/>
                </a:lnTo>
                <a:lnTo>
                  <a:pt x="563" y="369"/>
                </a:lnTo>
                <a:lnTo>
                  <a:pt x="641" y="307"/>
                </a:lnTo>
                <a:lnTo>
                  <a:pt x="724" y="250"/>
                </a:lnTo>
                <a:lnTo>
                  <a:pt x="809" y="199"/>
                </a:lnTo>
                <a:lnTo>
                  <a:pt x="898" y="153"/>
                </a:lnTo>
                <a:lnTo>
                  <a:pt x="990" y="113"/>
                </a:lnTo>
                <a:lnTo>
                  <a:pt x="1084" y="79"/>
                </a:lnTo>
                <a:lnTo>
                  <a:pt x="1181" y="51"/>
                </a:lnTo>
                <a:lnTo>
                  <a:pt x="1278" y="29"/>
                </a:lnTo>
                <a:lnTo>
                  <a:pt x="1377" y="13"/>
                </a:lnTo>
                <a:lnTo>
                  <a:pt x="1477" y="3"/>
                </a:lnTo>
                <a:lnTo>
                  <a:pt x="157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731520" y="4356360"/>
            <a:ext cx="2269440" cy="2269440"/>
          </a:xfrm>
          <a:custGeom>
            <a:avLst/>
            <a:gdLst/>
            <a:ahLst/>
            <a:rect l="0" t="0" r="r" b="b"/>
            <a:pathLst>
              <a:path fill="none" w="6304" h="6304">
                <a:moveTo>
                  <a:pt x="3153" y="0"/>
                </a:moveTo>
                <a:lnTo>
                  <a:pt x="3352" y="7"/>
                </a:lnTo>
                <a:lnTo>
                  <a:pt x="3552" y="26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8"/>
                </a:lnTo>
                <a:lnTo>
                  <a:pt x="4324" y="226"/>
                </a:lnTo>
                <a:lnTo>
                  <a:pt x="4507" y="306"/>
                </a:lnTo>
                <a:lnTo>
                  <a:pt x="4685" y="398"/>
                </a:lnTo>
                <a:lnTo>
                  <a:pt x="4857" y="501"/>
                </a:lnTo>
                <a:lnTo>
                  <a:pt x="5021" y="614"/>
                </a:lnTo>
                <a:lnTo>
                  <a:pt x="5179" y="738"/>
                </a:lnTo>
                <a:lnTo>
                  <a:pt x="5328" y="871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4"/>
                </a:lnTo>
                <a:lnTo>
                  <a:pt x="5831" y="1490"/>
                </a:lnTo>
                <a:lnTo>
                  <a:pt x="5931" y="1664"/>
                </a:lnTo>
                <a:lnTo>
                  <a:pt x="6020" y="1843"/>
                </a:lnTo>
                <a:lnTo>
                  <a:pt x="6097" y="2027"/>
                </a:lnTo>
                <a:lnTo>
                  <a:pt x="6163" y="2216"/>
                </a:lnTo>
                <a:lnTo>
                  <a:pt x="6216" y="2409"/>
                </a:lnTo>
                <a:lnTo>
                  <a:pt x="6257" y="2605"/>
                </a:lnTo>
                <a:lnTo>
                  <a:pt x="6285" y="2803"/>
                </a:lnTo>
                <a:lnTo>
                  <a:pt x="6301" y="3002"/>
                </a:lnTo>
                <a:lnTo>
                  <a:pt x="6304" y="3202"/>
                </a:lnTo>
                <a:lnTo>
                  <a:pt x="6295" y="3402"/>
                </a:lnTo>
                <a:lnTo>
                  <a:pt x="6273" y="3601"/>
                </a:lnTo>
                <a:lnTo>
                  <a:pt x="6238" y="3799"/>
                </a:lnTo>
                <a:lnTo>
                  <a:pt x="6191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2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1" y="5631"/>
                </a:lnTo>
                <a:lnTo>
                  <a:pt x="4940" y="5750"/>
                </a:lnTo>
                <a:lnTo>
                  <a:pt x="4772" y="5858"/>
                </a:lnTo>
                <a:lnTo>
                  <a:pt x="4597" y="5955"/>
                </a:lnTo>
                <a:lnTo>
                  <a:pt x="4416" y="6041"/>
                </a:lnTo>
                <a:lnTo>
                  <a:pt x="4231" y="6115"/>
                </a:lnTo>
                <a:lnTo>
                  <a:pt x="4041" y="6178"/>
                </a:lnTo>
                <a:lnTo>
                  <a:pt x="3847" y="6228"/>
                </a:lnTo>
                <a:lnTo>
                  <a:pt x="3651" y="6266"/>
                </a:lnTo>
                <a:lnTo>
                  <a:pt x="3452" y="6291"/>
                </a:lnTo>
                <a:lnTo>
                  <a:pt x="3253" y="6304"/>
                </a:lnTo>
                <a:lnTo>
                  <a:pt x="3053" y="6304"/>
                </a:lnTo>
                <a:lnTo>
                  <a:pt x="2853" y="6291"/>
                </a:lnTo>
                <a:lnTo>
                  <a:pt x="2655" y="6266"/>
                </a:lnTo>
                <a:lnTo>
                  <a:pt x="2458" y="6228"/>
                </a:lnTo>
                <a:lnTo>
                  <a:pt x="2265" y="6178"/>
                </a:lnTo>
                <a:lnTo>
                  <a:pt x="2075" y="6115"/>
                </a:lnTo>
                <a:lnTo>
                  <a:pt x="1889" y="6041"/>
                </a:lnTo>
                <a:lnTo>
                  <a:pt x="1708" y="5955"/>
                </a:lnTo>
                <a:lnTo>
                  <a:pt x="1533" y="5858"/>
                </a:lnTo>
                <a:lnTo>
                  <a:pt x="1365" y="5750"/>
                </a:lnTo>
                <a:lnTo>
                  <a:pt x="1204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69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7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6" y="3799"/>
                </a:lnTo>
                <a:lnTo>
                  <a:pt x="32" y="3601"/>
                </a:lnTo>
                <a:lnTo>
                  <a:pt x="9" y="3402"/>
                </a:lnTo>
                <a:lnTo>
                  <a:pt x="0" y="3202"/>
                </a:lnTo>
                <a:lnTo>
                  <a:pt x="3" y="3002"/>
                </a:lnTo>
                <a:lnTo>
                  <a:pt x="19" y="2803"/>
                </a:lnTo>
                <a:lnTo>
                  <a:pt x="47" y="2605"/>
                </a:lnTo>
                <a:lnTo>
                  <a:pt x="88" y="2409"/>
                </a:lnTo>
                <a:lnTo>
                  <a:pt x="142" y="2216"/>
                </a:lnTo>
                <a:lnTo>
                  <a:pt x="207" y="2027"/>
                </a:lnTo>
                <a:lnTo>
                  <a:pt x="284" y="1843"/>
                </a:lnTo>
                <a:lnTo>
                  <a:pt x="373" y="1664"/>
                </a:lnTo>
                <a:lnTo>
                  <a:pt x="473" y="1490"/>
                </a:lnTo>
                <a:lnTo>
                  <a:pt x="584" y="1324"/>
                </a:lnTo>
                <a:lnTo>
                  <a:pt x="705" y="1165"/>
                </a:lnTo>
                <a:lnTo>
                  <a:pt x="836" y="1014"/>
                </a:lnTo>
                <a:lnTo>
                  <a:pt x="976" y="871"/>
                </a:lnTo>
                <a:lnTo>
                  <a:pt x="1126" y="738"/>
                </a:lnTo>
                <a:lnTo>
                  <a:pt x="1284" y="614"/>
                </a:lnTo>
                <a:lnTo>
                  <a:pt x="1448" y="501"/>
                </a:lnTo>
                <a:lnTo>
                  <a:pt x="1620" y="398"/>
                </a:lnTo>
                <a:lnTo>
                  <a:pt x="1798" y="306"/>
                </a:lnTo>
                <a:lnTo>
                  <a:pt x="1981" y="226"/>
                </a:lnTo>
                <a:lnTo>
                  <a:pt x="2169" y="158"/>
                </a:lnTo>
                <a:lnTo>
                  <a:pt x="2361" y="101"/>
                </a:lnTo>
                <a:lnTo>
                  <a:pt x="2556" y="57"/>
                </a:lnTo>
                <a:lnTo>
                  <a:pt x="2754" y="26"/>
                </a:lnTo>
                <a:lnTo>
                  <a:pt x="2953" y="7"/>
                </a:lnTo>
                <a:lnTo>
                  <a:pt x="3153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589680" y="4214520"/>
            <a:ext cx="2553120" cy="2553120"/>
          </a:xfrm>
          <a:custGeom>
            <a:avLst/>
            <a:gdLst/>
            <a:ahLst/>
            <a:rect l="0" t="0" r="r" b="b"/>
            <a:pathLst>
              <a:path fill="none" w="7092" h="7092">
                <a:moveTo>
                  <a:pt x="3547" y="0"/>
                </a:moveTo>
                <a:lnTo>
                  <a:pt x="3771" y="7"/>
                </a:lnTo>
                <a:lnTo>
                  <a:pt x="3996" y="29"/>
                </a:lnTo>
                <a:lnTo>
                  <a:pt x="4218" y="64"/>
                </a:lnTo>
                <a:lnTo>
                  <a:pt x="4437" y="114"/>
                </a:lnTo>
                <a:lnTo>
                  <a:pt x="4653" y="177"/>
                </a:lnTo>
                <a:lnTo>
                  <a:pt x="4865" y="254"/>
                </a:lnTo>
                <a:lnTo>
                  <a:pt x="5071" y="344"/>
                </a:lnTo>
                <a:lnTo>
                  <a:pt x="5271" y="447"/>
                </a:lnTo>
                <a:lnTo>
                  <a:pt x="5464" y="563"/>
                </a:lnTo>
                <a:lnTo>
                  <a:pt x="5649" y="691"/>
                </a:lnTo>
                <a:lnTo>
                  <a:pt x="5826" y="830"/>
                </a:lnTo>
                <a:lnTo>
                  <a:pt x="5994" y="980"/>
                </a:lnTo>
                <a:lnTo>
                  <a:pt x="6152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3"/>
                </a:lnTo>
                <a:lnTo>
                  <a:pt x="6859" y="2281"/>
                </a:lnTo>
                <a:lnTo>
                  <a:pt x="6933" y="2493"/>
                </a:lnTo>
                <a:lnTo>
                  <a:pt x="6993" y="2710"/>
                </a:lnTo>
                <a:lnTo>
                  <a:pt x="7039" y="2931"/>
                </a:lnTo>
                <a:lnTo>
                  <a:pt x="7071" y="3153"/>
                </a:lnTo>
                <a:lnTo>
                  <a:pt x="7089" y="3378"/>
                </a:lnTo>
                <a:lnTo>
                  <a:pt x="7092" y="3602"/>
                </a:lnTo>
                <a:lnTo>
                  <a:pt x="7081" y="3827"/>
                </a:lnTo>
                <a:lnTo>
                  <a:pt x="7057" y="4051"/>
                </a:lnTo>
                <a:lnTo>
                  <a:pt x="7018" y="4273"/>
                </a:lnTo>
                <a:lnTo>
                  <a:pt x="6964" y="4491"/>
                </a:lnTo>
                <a:lnTo>
                  <a:pt x="6898" y="4706"/>
                </a:lnTo>
                <a:lnTo>
                  <a:pt x="6817" y="4916"/>
                </a:lnTo>
                <a:lnTo>
                  <a:pt x="6724" y="5121"/>
                </a:lnTo>
                <a:lnTo>
                  <a:pt x="6618" y="5319"/>
                </a:lnTo>
                <a:lnTo>
                  <a:pt x="6499" y="5511"/>
                </a:lnTo>
                <a:lnTo>
                  <a:pt x="6368" y="5694"/>
                </a:lnTo>
                <a:lnTo>
                  <a:pt x="6227" y="5869"/>
                </a:lnTo>
                <a:lnTo>
                  <a:pt x="6074" y="6035"/>
                </a:lnTo>
                <a:lnTo>
                  <a:pt x="5911" y="6190"/>
                </a:lnTo>
                <a:lnTo>
                  <a:pt x="5739" y="6335"/>
                </a:lnTo>
                <a:lnTo>
                  <a:pt x="5557" y="6468"/>
                </a:lnTo>
                <a:lnTo>
                  <a:pt x="5368" y="6590"/>
                </a:lnTo>
                <a:lnTo>
                  <a:pt x="5172" y="6699"/>
                </a:lnTo>
                <a:lnTo>
                  <a:pt x="4968" y="6796"/>
                </a:lnTo>
                <a:lnTo>
                  <a:pt x="4759" y="6880"/>
                </a:lnTo>
                <a:lnTo>
                  <a:pt x="4546" y="6950"/>
                </a:lnTo>
                <a:lnTo>
                  <a:pt x="4328" y="7006"/>
                </a:lnTo>
                <a:lnTo>
                  <a:pt x="4107" y="7049"/>
                </a:lnTo>
                <a:lnTo>
                  <a:pt x="3884" y="7077"/>
                </a:lnTo>
                <a:lnTo>
                  <a:pt x="3659" y="7092"/>
                </a:lnTo>
                <a:lnTo>
                  <a:pt x="3434" y="7092"/>
                </a:lnTo>
                <a:lnTo>
                  <a:pt x="3209" y="7077"/>
                </a:lnTo>
                <a:lnTo>
                  <a:pt x="2986" y="7049"/>
                </a:lnTo>
                <a:lnTo>
                  <a:pt x="2765" y="7006"/>
                </a:lnTo>
                <a:lnTo>
                  <a:pt x="2547" y="6950"/>
                </a:lnTo>
                <a:lnTo>
                  <a:pt x="2334" y="6880"/>
                </a:lnTo>
                <a:lnTo>
                  <a:pt x="2125" y="6796"/>
                </a:lnTo>
                <a:lnTo>
                  <a:pt x="1922" y="6699"/>
                </a:lnTo>
                <a:lnTo>
                  <a:pt x="1724" y="6590"/>
                </a:lnTo>
                <a:lnTo>
                  <a:pt x="1535" y="6468"/>
                </a:lnTo>
                <a:lnTo>
                  <a:pt x="1353" y="6335"/>
                </a:lnTo>
                <a:lnTo>
                  <a:pt x="1181" y="6190"/>
                </a:lnTo>
                <a:lnTo>
                  <a:pt x="1018" y="6035"/>
                </a:lnTo>
                <a:lnTo>
                  <a:pt x="866" y="5869"/>
                </a:lnTo>
                <a:lnTo>
                  <a:pt x="724" y="5694"/>
                </a:lnTo>
                <a:lnTo>
                  <a:pt x="593" y="5511"/>
                </a:lnTo>
                <a:lnTo>
                  <a:pt x="475" y="5319"/>
                </a:lnTo>
                <a:lnTo>
                  <a:pt x="368" y="5121"/>
                </a:lnTo>
                <a:lnTo>
                  <a:pt x="275" y="4916"/>
                </a:lnTo>
                <a:lnTo>
                  <a:pt x="195" y="4706"/>
                </a:lnTo>
                <a:lnTo>
                  <a:pt x="128" y="4491"/>
                </a:lnTo>
                <a:lnTo>
                  <a:pt x="75" y="4273"/>
                </a:lnTo>
                <a:lnTo>
                  <a:pt x="36" y="4051"/>
                </a:lnTo>
                <a:lnTo>
                  <a:pt x="11" y="3827"/>
                </a:lnTo>
                <a:lnTo>
                  <a:pt x="0" y="3602"/>
                </a:lnTo>
                <a:lnTo>
                  <a:pt x="3" y="3378"/>
                </a:lnTo>
                <a:lnTo>
                  <a:pt x="21" y="3153"/>
                </a:lnTo>
                <a:lnTo>
                  <a:pt x="53" y="2931"/>
                </a:lnTo>
                <a:lnTo>
                  <a:pt x="99" y="2710"/>
                </a:lnTo>
                <a:lnTo>
                  <a:pt x="159" y="2493"/>
                </a:lnTo>
                <a:lnTo>
                  <a:pt x="233" y="2281"/>
                </a:lnTo>
                <a:lnTo>
                  <a:pt x="320" y="2073"/>
                </a:lnTo>
                <a:lnTo>
                  <a:pt x="420" y="1872"/>
                </a:lnTo>
                <a:lnTo>
                  <a:pt x="532" y="1677"/>
                </a:lnTo>
                <a:lnTo>
                  <a:pt x="657" y="1489"/>
                </a:lnTo>
                <a:lnTo>
                  <a:pt x="793" y="1310"/>
                </a:lnTo>
                <a:lnTo>
                  <a:pt x="941" y="1140"/>
                </a:lnTo>
                <a:lnTo>
                  <a:pt x="1098" y="980"/>
                </a:lnTo>
                <a:lnTo>
                  <a:pt x="1266" y="830"/>
                </a:lnTo>
                <a:lnTo>
                  <a:pt x="1443" y="691"/>
                </a:lnTo>
                <a:lnTo>
                  <a:pt x="1628" y="563"/>
                </a:lnTo>
                <a:lnTo>
                  <a:pt x="1821" y="447"/>
                </a:lnTo>
                <a:lnTo>
                  <a:pt x="2022" y="344"/>
                </a:lnTo>
                <a:lnTo>
                  <a:pt x="2229" y="254"/>
                </a:lnTo>
                <a:lnTo>
                  <a:pt x="2440" y="177"/>
                </a:lnTo>
                <a:lnTo>
                  <a:pt x="2656" y="114"/>
                </a:lnTo>
                <a:lnTo>
                  <a:pt x="2875" y="64"/>
                </a:lnTo>
                <a:lnTo>
                  <a:pt x="3098" y="29"/>
                </a:lnTo>
                <a:lnTo>
                  <a:pt x="3322" y="7"/>
                </a:lnTo>
                <a:lnTo>
                  <a:pt x="354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601640" y="4688640"/>
            <a:ext cx="1182960" cy="1027080"/>
          </a:xfrm>
          <a:custGeom>
            <a:avLst/>
            <a:gdLst/>
            <a:ahLst/>
            <a:rect l="0" t="0" r="r" b="b"/>
            <a:pathLst>
              <a:path w="3286" h="2853">
                <a:moveTo>
                  <a:pt x="736" y="1835"/>
                </a:moveTo>
                <a:lnTo>
                  <a:pt x="750" y="1733"/>
                </a:lnTo>
                <a:lnTo>
                  <a:pt x="770" y="1632"/>
                </a:lnTo>
                <a:lnTo>
                  <a:pt x="797" y="1531"/>
                </a:lnTo>
                <a:lnTo>
                  <a:pt x="829" y="1432"/>
                </a:lnTo>
                <a:lnTo>
                  <a:pt x="867" y="1334"/>
                </a:lnTo>
                <a:lnTo>
                  <a:pt x="910" y="1238"/>
                </a:lnTo>
                <a:lnTo>
                  <a:pt x="960" y="1143"/>
                </a:lnTo>
                <a:lnTo>
                  <a:pt x="1015" y="1051"/>
                </a:lnTo>
                <a:lnTo>
                  <a:pt x="1076" y="961"/>
                </a:lnTo>
                <a:lnTo>
                  <a:pt x="1142" y="873"/>
                </a:lnTo>
                <a:lnTo>
                  <a:pt x="1213" y="789"/>
                </a:lnTo>
                <a:lnTo>
                  <a:pt x="1290" y="707"/>
                </a:lnTo>
                <a:lnTo>
                  <a:pt x="1371" y="629"/>
                </a:lnTo>
                <a:lnTo>
                  <a:pt x="1458" y="554"/>
                </a:lnTo>
                <a:lnTo>
                  <a:pt x="1550" y="483"/>
                </a:lnTo>
                <a:lnTo>
                  <a:pt x="1646" y="417"/>
                </a:lnTo>
                <a:lnTo>
                  <a:pt x="1747" y="354"/>
                </a:lnTo>
                <a:lnTo>
                  <a:pt x="1852" y="296"/>
                </a:lnTo>
                <a:lnTo>
                  <a:pt x="1961" y="242"/>
                </a:lnTo>
                <a:lnTo>
                  <a:pt x="2075" y="193"/>
                </a:lnTo>
                <a:lnTo>
                  <a:pt x="2192" y="149"/>
                </a:lnTo>
                <a:lnTo>
                  <a:pt x="2313" y="111"/>
                </a:lnTo>
                <a:lnTo>
                  <a:pt x="2437" y="77"/>
                </a:lnTo>
                <a:lnTo>
                  <a:pt x="2565" y="49"/>
                </a:lnTo>
                <a:lnTo>
                  <a:pt x="2695" y="27"/>
                </a:lnTo>
                <a:lnTo>
                  <a:pt x="2829" y="11"/>
                </a:lnTo>
                <a:lnTo>
                  <a:pt x="2965" y="0"/>
                </a:lnTo>
                <a:lnTo>
                  <a:pt x="3019" y="111"/>
                </a:lnTo>
                <a:lnTo>
                  <a:pt x="3068" y="222"/>
                </a:lnTo>
                <a:lnTo>
                  <a:pt x="3112" y="334"/>
                </a:lnTo>
                <a:lnTo>
                  <a:pt x="3151" y="447"/>
                </a:lnTo>
                <a:lnTo>
                  <a:pt x="3185" y="559"/>
                </a:lnTo>
                <a:lnTo>
                  <a:pt x="3214" y="672"/>
                </a:lnTo>
                <a:lnTo>
                  <a:pt x="3238" y="785"/>
                </a:lnTo>
                <a:lnTo>
                  <a:pt x="3257" y="897"/>
                </a:lnTo>
                <a:lnTo>
                  <a:pt x="3271" y="1008"/>
                </a:lnTo>
                <a:lnTo>
                  <a:pt x="3281" y="1119"/>
                </a:lnTo>
                <a:lnTo>
                  <a:pt x="3286" y="1229"/>
                </a:lnTo>
                <a:lnTo>
                  <a:pt x="3286" y="1337"/>
                </a:lnTo>
                <a:lnTo>
                  <a:pt x="3281" y="1444"/>
                </a:lnTo>
                <a:lnTo>
                  <a:pt x="3273" y="1549"/>
                </a:lnTo>
                <a:lnTo>
                  <a:pt x="3260" y="1653"/>
                </a:lnTo>
                <a:lnTo>
                  <a:pt x="3243" y="1755"/>
                </a:lnTo>
                <a:lnTo>
                  <a:pt x="3222" y="1855"/>
                </a:lnTo>
                <a:lnTo>
                  <a:pt x="3197" y="1952"/>
                </a:lnTo>
                <a:lnTo>
                  <a:pt x="3168" y="2047"/>
                </a:lnTo>
                <a:lnTo>
                  <a:pt x="3136" y="2139"/>
                </a:lnTo>
                <a:lnTo>
                  <a:pt x="3100" y="2229"/>
                </a:lnTo>
                <a:lnTo>
                  <a:pt x="3008" y="2298"/>
                </a:lnTo>
                <a:lnTo>
                  <a:pt x="2914" y="2361"/>
                </a:lnTo>
                <a:lnTo>
                  <a:pt x="2818" y="2419"/>
                </a:lnTo>
                <a:lnTo>
                  <a:pt x="2721" y="2470"/>
                </a:lnTo>
                <a:lnTo>
                  <a:pt x="2623" y="2517"/>
                </a:lnTo>
                <a:lnTo>
                  <a:pt x="2524" y="2557"/>
                </a:lnTo>
                <a:lnTo>
                  <a:pt x="2425" y="2592"/>
                </a:lnTo>
                <a:lnTo>
                  <a:pt x="2325" y="2621"/>
                </a:lnTo>
                <a:lnTo>
                  <a:pt x="2225" y="2644"/>
                </a:lnTo>
                <a:lnTo>
                  <a:pt x="2124" y="2663"/>
                </a:lnTo>
                <a:lnTo>
                  <a:pt x="2025" y="2675"/>
                </a:lnTo>
                <a:lnTo>
                  <a:pt x="1926" y="2682"/>
                </a:lnTo>
                <a:lnTo>
                  <a:pt x="1828" y="2683"/>
                </a:lnTo>
                <a:lnTo>
                  <a:pt x="1731" y="2678"/>
                </a:lnTo>
                <a:lnTo>
                  <a:pt x="1635" y="2668"/>
                </a:lnTo>
                <a:lnTo>
                  <a:pt x="1541" y="2652"/>
                </a:lnTo>
                <a:lnTo>
                  <a:pt x="1448" y="2631"/>
                </a:lnTo>
                <a:lnTo>
                  <a:pt x="1358" y="2606"/>
                </a:lnTo>
                <a:lnTo>
                  <a:pt x="1270" y="2575"/>
                </a:lnTo>
                <a:lnTo>
                  <a:pt x="1188" y="2541"/>
                </a:lnTo>
                <a:lnTo>
                  <a:pt x="1194" y="2530"/>
                </a:lnTo>
                <a:lnTo>
                  <a:pt x="1219" y="2469"/>
                </a:lnTo>
                <a:lnTo>
                  <a:pt x="1236" y="2407"/>
                </a:lnTo>
                <a:lnTo>
                  <a:pt x="1245" y="2344"/>
                </a:lnTo>
                <a:lnTo>
                  <a:pt x="1247" y="2282"/>
                </a:lnTo>
                <a:lnTo>
                  <a:pt x="1241" y="2221"/>
                </a:lnTo>
                <a:lnTo>
                  <a:pt x="1228" y="2162"/>
                </a:lnTo>
                <a:lnTo>
                  <a:pt x="1208" y="2106"/>
                </a:lnTo>
                <a:lnTo>
                  <a:pt x="1182" y="2053"/>
                </a:lnTo>
                <a:lnTo>
                  <a:pt x="1150" y="2005"/>
                </a:lnTo>
                <a:lnTo>
                  <a:pt x="1113" y="1963"/>
                </a:lnTo>
                <a:lnTo>
                  <a:pt x="1073" y="1925"/>
                </a:lnTo>
                <a:lnTo>
                  <a:pt x="1028" y="1894"/>
                </a:lnTo>
                <a:lnTo>
                  <a:pt x="981" y="1868"/>
                </a:lnTo>
                <a:lnTo>
                  <a:pt x="933" y="1849"/>
                </a:lnTo>
                <a:lnTo>
                  <a:pt x="883" y="1836"/>
                </a:lnTo>
                <a:lnTo>
                  <a:pt x="833" y="1830"/>
                </a:lnTo>
                <a:lnTo>
                  <a:pt x="784" y="1830"/>
                </a:lnTo>
                <a:lnTo>
                  <a:pt x="736" y="1835"/>
                </a:lnTo>
                <a:moveTo>
                  <a:pt x="1185" y="2539"/>
                </a:moveTo>
                <a:lnTo>
                  <a:pt x="1102" y="2499"/>
                </a:lnTo>
                <a:lnTo>
                  <a:pt x="1022" y="2454"/>
                </a:lnTo>
                <a:lnTo>
                  <a:pt x="945" y="2404"/>
                </a:lnTo>
                <a:lnTo>
                  <a:pt x="872" y="2350"/>
                </a:lnTo>
                <a:lnTo>
                  <a:pt x="802" y="2292"/>
                </a:lnTo>
                <a:lnTo>
                  <a:pt x="736" y="2229"/>
                </a:lnTo>
                <a:lnTo>
                  <a:pt x="727" y="2294"/>
                </a:lnTo>
                <a:lnTo>
                  <a:pt x="702" y="2356"/>
                </a:lnTo>
                <a:lnTo>
                  <a:pt x="660" y="2411"/>
                </a:lnTo>
                <a:lnTo>
                  <a:pt x="604" y="2457"/>
                </a:lnTo>
                <a:lnTo>
                  <a:pt x="536" y="2490"/>
                </a:lnTo>
                <a:lnTo>
                  <a:pt x="456" y="2508"/>
                </a:lnTo>
                <a:lnTo>
                  <a:pt x="474" y="2429"/>
                </a:lnTo>
                <a:lnTo>
                  <a:pt x="508" y="2361"/>
                </a:lnTo>
                <a:lnTo>
                  <a:pt x="554" y="2305"/>
                </a:lnTo>
                <a:lnTo>
                  <a:pt x="609" y="2263"/>
                </a:lnTo>
                <a:lnTo>
                  <a:pt x="670" y="2238"/>
                </a:lnTo>
                <a:lnTo>
                  <a:pt x="736" y="2229"/>
                </a:lnTo>
                <a:lnTo>
                  <a:pt x="664" y="2224"/>
                </a:lnTo>
                <a:lnTo>
                  <a:pt x="594" y="2209"/>
                </a:lnTo>
                <a:lnTo>
                  <a:pt x="526" y="2184"/>
                </a:lnTo>
                <a:lnTo>
                  <a:pt x="460" y="2149"/>
                </a:lnTo>
                <a:lnTo>
                  <a:pt x="399" y="2104"/>
                </a:lnTo>
                <a:lnTo>
                  <a:pt x="344" y="2051"/>
                </a:lnTo>
                <a:lnTo>
                  <a:pt x="294" y="1989"/>
                </a:lnTo>
                <a:lnTo>
                  <a:pt x="252" y="1919"/>
                </a:lnTo>
                <a:lnTo>
                  <a:pt x="218" y="1843"/>
                </a:lnTo>
                <a:lnTo>
                  <a:pt x="193" y="1760"/>
                </a:lnTo>
                <a:lnTo>
                  <a:pt x="177" y="1672"/>
                </a:lnTo>
                <a:lnTo>
                  <a:pt x="122" y="1748"/>
                </a:lnTo>
                <a:lnTo>
                  <a:pt x="76" y="1829"/>
                </a:lnTo>
                <a:lnTo>
                  <a:pt x="41" y="1914"/>
                </a:lnTo>
                <a:lnTo>
                  <a:pt x="16" y="2001"/>
                </a:lnTo>
                <a:lnTo>
                  <a:pt x="3" y="2090"/>
                </a:lnTo>
                <a:lnTo>
                  <a:pt x="0" y="2179"/>
                </a:lnTo>
                <a:lnTo>
                  <a:pt x="7" y="2267"/>
                </a:lnTo>
                <a:lnTo>
                  <a:pt x="26" y="2351"/>
                </a:lnTo>
                <a:lnTo>
                  <a:pt x="53" y="2433"/>
                </a:lnTo>
                <a:lnTo>
                  <a:pt x="90" y="2509"/>
                </a:lnTo>
                <a:lnTo>
                  <a:pt x="136" y="2580"/>
                </a:lnTo>
                <a:lnTo>
                  <a:pt x="189" y="2643"/>
                </a:lnTo>
                <a:lnTo>
                  <a:pt x="248" y="2701"/>
                </a:lnTo>
                <a:lnTo>
                  <a:pt x="313" y="2749"/>
                </a:lnTo>
                <a:lnTo>
                  <a:pt x="382" y="2788"/>
                </a:lnTo>
                <a:lnTo>
                  <a:pt x="455" y="2818"/>
                </a:lnTo>
                <a:lnTo>
                  <a:pt x="531" y="2839"/>
                </a:lnTo>
                <a:lnTo>
                  <a:pt x="607" y="2851"/>
                </a:lnTo>
                <a:lnTo>
                  <a:pt x="682" y="2853"/>
                </a:lnTo>
                <a:lnTo>
                  <a:pt x="757" y="2847"/>
                </a:lnTo>
                <a:lnTo>
                  <a:pt x="829" y="2831"/>
                </a:lnTo>
                <a:lnTo>
                  <a:pt x="897" y="2808"/>
                </a:lnTo>
                <a:lnTo>
                  <a:pt x="962" y="2776"/>
                </a:lnTo>
                <a:lnTo>
                  <a:pt x="1021" y="2738"/>
                </a:lnTo>
                <a:lnTo>
                  <a:pt x="1075" y="2693"/>
                </a:lnTo>
                <a:lnTo>
                  <a:pt x="1121" y="2642"/>
                </a:lnTo>
                <a:lnTo>
                  <a:pt x="1161" y="2588"/>
                </a:lnTo>
                <a:lnTo>
                  <a:pt x="1188" y="2541"/>
                </a:lnTo>
                <a:lnTo>
                  <a:pt x="1185" y="2539"/>
                </a:lnTo>
                <a:close/>
              </a:path>
            </a:pathLst>
          </a:custGeom>
          <a:solidFill>
            <a:srgbClr val="F1B722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601640" y="4688640"/>
            <a:ext cx="1182960" cy="1027080"/>
          </a:xfrm>
          <a:custGeom>
            <a:avLst/>
            <a:gdLst/>
            <a:ahLst/>
            <a:rect l="0" t="0" r="r" b="b"/>
            <a:pathLst>
              <a:path w="3286" h="2853">
                <a:moveTo>
                  <a:pt x="736" y="1835"/>
                </a:moveTo>
                <a:lnTo>
                  <a:pt x="750" y="1733"/>
                </a:lnTo>
                <a:lnTo>
                  <a:pt x="770" y="1632"/>
                </a:lnTo>
                <a:lnTo>
                  <a:pt x="797" y="1531"/>
                </a:lnTo>
                <a:lnTo>
                  <a:pt x="829" y="1432"/>
                </a:lnTo>
                <a:lnTo>
                  <a:pt x="867" y="1334"/>
                </a:lnTo>
                <a:lnTo>
                  <a:pt x="910" y="1238"/>
                </a:lnTo>
                <a:lnTo>
                  <a:pt x="960" y="1143"/>
                </a:lnTo>
                <a:lnTo>
                  <a:pt x="1015" y="1051"/>
                </a:lnTo>
                <a:lnTo>
                  <a:pt x="1076" y="961"/>
                </a:lnTo>
                <a:lnTo>
                  <a:pt x="1142" y="873"/>
                </a:lnTo>
                <a:lnTo>
                  <a:pt x="1213" y="789"/>
                </a:lnTo>
                <a:lnTo>
                  <a:pt x="1290" y="707"/>
                </a:lnTo>
                <a:lnTo>
                  <a:pt x="1371" y="629"/>
                </a:lnTo>
                <a:lnTo>
                  <a:pt x="1458" y="554"/>
                </a:lnTo>
                <a:lnTo>
                  <a:pt x="1550" y="483"/>
                </a:lnTo>
                <a:lnTo>
                  <a:pt x="1646" y="417"/>
                </a:lnTo>
                <a:lnTo>
                  <a:pt x="1747" y="354"/>
                </a:lnTo>
                <a:lnTo>
                  <a:pt x="1852" y="296"/>
                </a:lnTo>
                <a:lnTo>
                  <a:pt x="1961" y="242"/>
                </a:lnTo>
                <a:lnTo>
                  <a:pt x="2075" y="193"/>
                </a:lnTo>
                <a:lnTo>
                  <a:pt x="2192" y="149"/>
                </a:lnTo>
                <a:lnTo>
                  <a:pt x="2313" y="111"/>
                </a:lnTo>
                <a:lnTo>
                  <a:pt x="2437" y="77"/>
                </a:lnTo>
                <a:lnTo>
                  <a:pt x="2565" y="49"/>
                </a:lnTo>
                <a:lnTo>
                  <a:pt x="2695" y="27"/>
                </a:lnTo>
                <a:lnTo>
                  <a:pt x="2829" y="11"/>
                </a:lnTo>
                <a:lnTo>
                  <a:pt x="2965" y="0"/>
                </a:lnTo>
                <a:lnTo>
                  <a:pt x="3019" y="111"/>
                </a:lnTo>
                <a:lnTo>
                  <a:pt x="3068" y="222"/>
                </a:lnTo>
                <a:lnTo>
                  <a:pt x="3112" y="334"/>
                </a:lnTo>
                <a:lnTo>
                  <a:pt x="3151" y="447"/>
                </a:lnTo>
                <a:lnTo>
                  <a:pt x="3185" y="559"/>
                </a:lnTo>
                <a:lnTo>
                  <a:pt x="3214" y="672"/>
                </a:lnTo>
                <a:lnTo>
                  <a:pt x="3238" y="785"/>
                </a:lnTo>
                <a:lnTo>
                  <a:pt x="3257" y="897"/>
                </a:lnTo>
                <a:lnTo>
                  <a:pt x="3271" y="1008"/>
                </a:lnTo>
                <a:lnTo>
                  <a:pt x="3281" y="1119"/>
                </a:lnTo>
                <a:lnTo>
                  <a:pt x="3286" y="1229"/>
                </a:lnTo>
                <a:lnTo>
                  <a:pt x="3286" y="1337"/>
                </a:lnTo>
                <a:lnTo>
                  <a:pt x="3281" y="1444"/>
                </a:lnTo>
                <a:lnTo>
                  <a:pt x="3273" y="1549"/>
                </a:lnTo>
                <a:lnTo>
                  <a:pt x="3260" y="1653"/>
                </a:lnTo>
                <a:lnTo>
                  <a:pt x="3243" y="1755"/>
                </a:lnTo>
                <a:lnTo>
                  <a:pt x="3222" y="1855"/>
                </a:lnTo>
                <a:lnTo>
                  <a:pt x="3197" y="1952"/>
                </a:lnTo>
                <a:lnTo>
                  <a:pt x="3168" y="2047"/>
                </a:lnTo>
                <a:lnTo>
                  <a:pt x="3136" y="2139"/>
                </a:lnTo>
                <a:lnTo>
                  <a:pt x="3100" y="2229"/>
                </a:lnTo>
                <a:lnTo>
                  <a:pt x="3008" y="2298"/>
                </a:lnTo>
                <a:lnTo>
                  <a:pt x="2914" y="2361"/>
                </a:lnTo>
                <a:lnTo>
                  <a:pt x="2818" y="2419"/>
                </a:lnTo>
                <a:lnTo>
                  <a:pt x="2721" y="2470"/>
                </a:lnTo>
                <a:lnTo>
                  <a:pt x="2623" y="2517"/>
                </a:lnTo>
                <a:lnTo>
                  <a:pt x="2524" y="2557"/>
                </a:lnTo>
                <a:lnTo>
                  <a:pt x="2425" y="2592"/>
                </a:lnTo>
                <a:lnTo>
                  <a:pt x="2325" y="2621"/>
                </a:lnTo>
                <a:lnTo>
                  <a:pt x="2225" y="2644"/>
                </a:lnTo>
                <a:lnTo>
                  <a:pt x="2124" y="2663"/>
                </a:lnTo>
                <a:lnTo>
                  <a:pt x="2025" y="2675"/>
                </a:lnTo>
                <a:lnTo>
                  <a:pt x="1926" y="2682"/>
                </a:lnTo>
                <a:lnTo>
                  <a:pt x="1828" y="2683"/>
                </a:lnTo>
                <a:lnTo>
                  <a:pt x="1731" y="2678"/>
                </a:lnTo>
                <a:lnTo>
                  <a:pt x="1635" y="2668"/>
                </a:lnTo>
                <a:lnTo>
                  <a:pt x="1541" y="2652"/>
                </a:lnTo>
                <a:lnTo>
                  <a:pt x="1448" y="2631"/>
                </a:lnTo>
                <a:lnTo>
                  <a:pt x="1358" y="2606"/>
                </a:lnTo>
                <a:lnTo>
                  <a:pt x="1270" y="2575"/>
                </a:lnTo>
                <a:lnTo>
                  <a:pt x="1185" y="2539"/>
                </a:lnTo>
                <a:lnTo>
                  <a:pt x="1102" y="2499"/>
                </a:lnTo>
                <a:lnTo>
                  <a:pt x="1022" y="2454"/>
                </a:lnTo>
                <a:lnTo>
                  <a:pt x="945" y="2404"/>
                </a:lnTo>
                <a:lnTo>
                  <a:pt x="872" y="2350"/>
                </a:lnTo>
                <a:lnTo>
                  <a:pt x="802" y="2292"/>
                </a:lnTo>
                <a:lnTo>
                  <a:pt x="736" y="2229"/>
                </a:lnTo>
                <a:lnTo>
                  <a:pt x="727" y="2294"/>
                </a:lnTo>
                <a:lnTo>
                  <a:pt x="702" y="2356"/>
                </a:lnTo>
                <a:lnTo>
                  <a:pt x="660" y="2411"/>
                </a:lnTo>
                <a:lnTo>
                  <a:pt x="604" y="2457"/>
                </a:lnTo>
                <a:lnTo>
                  <a:pt x="536" y="2490"/>
                </a:lnTo>
                <a:lnTo>
                  <a:pt x="456" y="2508"/>
                </a:lnTo>
                <a:lnTo>
                  <a:pt x="474" y="2429"/>
                </a:lnTo>
                <a:lnTo>
                  <a:pt x="508" y="2361"/>
                </a:lnTo>
                <a:lnTo>
                  <a:pt x="554" y="2305"/>
                </a:lnTo>
                <a:lnTo>
                  <a:pt x="609" y="2263"/>
                </a:lnTo>
                <a:lnTo>
                  <a:pt x="670" y="2238"/>
                </a:lnTo>
                <a:lnTo>
                  <a:pt x="736" y="2229"/>
                </a:lnTo>
                <a:lnTo>
                  <a:pt x="664" y="2224"/>
                </a:lnTo>
                <a:lnTo>
                  <a:pt x="594" y="2209"/>
                </a:lnTo>
                <a:lnTo>
                  <a:pt x="526" y="2184"/>
                </a:lnTo>
                <a:lnTo>
                  <a:pt x="460" y="2149"/>
                </a:lnTo>
                <a:lnTo>
                  <a:pt x="399" y="2104"/>
                </a:lnTo>
                <a:lnTo>
                  <a:pt x="344" y="2051"/>
                </a:lnTo>
                <a:lnTo>
                  <a:pt x="294" y="1989"/>
                </a:lnTo>
                <a:lnTo>
                  <a:pt x="252" y="1919"/>
                </a:lnTo>
                <a:lnTo>
                  <a:pt x="218" y="1843"/>
                </a:lnTo>
                <a:lnTo>
                  <a:pt x="193" y="1760"/>
                </a:lnTo>
                <a:lnTo>
                  <a:pt x="177" y="1672"/>
                </a:lnTo>
                <a:lnTo>
                  <a:pt x="122" y="1748"/>
                </a:lnTo>
                <a:lnTo>
                  <a:pt x="76" y="1829"/>
                </a:lnTo>
                <a:lnTo>
                  <a:pt x="41" y="1914"/>
                </a:lnTo>
                <a:lnTo>
                  <a:pt x="16" y="2001"/>
                </a:lnTo>
                <a:lnTo>
                  <a:pt x="3" y="2090"/>
                </a:lnTo>
                <a:lnTo>
                  <a:pt x="0" y="2179"/>
                </a:lnTo>
                <a:lnTo>
                  <a:pt x="7" y="2267"/>
                </a:lnTo>
                <a:lnTo>
                  <a:pt x="26" y="2351"/>
                </a:lnTo>
                <a:lnTo>
                  <a:pt x="53" y="2433"/>
                </a:lnTo>
                <a:lnTo>
                  <a:pt x="90" y="2509"/>
                </a:lnTo>
                <a:lnTo>
                  <a:pt x="136" y="2580"/>
                </a:lnTo>
                <a:lnTo>
                  <a:pt x="189" y="2643"/>
                </a:lnTo>
                <a:lnTo>
                  <a:pt x="248" y="2701"/>
                </a:lnTo>
                <a:lnTo>
                  <a:pt x="313" y="2749"/>
                </a:lnTo>
                <a:lnTo>
                  <a:pt x="382" y="2788"/>
                </a:lnTo>
                <a:lnTo>
                  <a:pt x="455" y="2818"/>
                </a:lnTo>
                <a:lnTo>
                  <a:pt x="531" y="2839"/>
                </a:lnTo>
                <a:lnTo>
                  <a:pt x="607" y="2851"/>
                </a:lnTo>
                <a:lnTo>
                  <a:pt x="682" y="2853"/>
                </a:lnTo>
                <a:lnTo>
                  <a:pt x="757" y="2847"/>
                </a:lnTo>
                <a:lnTo>
                  <a:pt x="829" y="2831"/>
                </a:lnTo>
                <a:lnTo>
                  <a:pt x="897" y="2808"/>
                </a:lnTo>
                <a:lnTo>
                  <a:pt x="962" y="2776"/>
                </a:lnTo>
                <a:lnTo>
                  <a:pt x="1021" y="2738"/>
                </a:lnTo>
                <a:lnTo>
                  <a:pt x="1075" y="2693"/>
                </a:lnTo>
                <a:lnTo>
                  <a:pt x="1121" y="2642"/>
                </a:lnTo>
                <a:lnTo>
                  <a:pt x="1161" y="2588"/>
                </a:lnTo>
                <a:lnTo>
                  <a:pt x="1194" y="2530"/>
                </a:lnTo>
                <a:lnTo>
                  <a:pt x="1219" y="2469"/>
                </a:lnTo>
                <a:lnTo>
                  <a:pt x="1236" y="2407"/>
                </a:lnTo>
                <a:lnTo>
                  <a:pt x="1245" y="2344"/>
                </a:lnTo>
                <a:lnTo>
                  <a:pt x="1247" y="2282"/>
                </a:lnTo>
                <a:lnTo>
                  <a:pt x="1241" y="2221"/>
                </a:lnTo>
                <a:lnTo>
                  <a:pt x="1228" y="2162"/>
                </a:lnTo>
                <a:lnTo>
                  <a:pt x="1208" y="2106"/>
                </a:lnTo>
                <a:lnTo>
                  <a:pt x="1182" y="2053"/>
                </a:lnTo>
                <a:lnTo>
                  <a:pt x="1150" y="2005"/>
                </a:lnTo>
                <a:lnTo>
                  <a:pt x="1113" y="1963"/>
                </a:lnTo>
                <a:lnTo>
                  <a:pt x="1073" y="1925"/>
                </a:lnTo>
                <a:lnTo>
                  <a:pt x="1028" y="1894"/>
                </a:lnTo>
                <a:lnTo>
                  <a:pt x="981" y="1868"/>
                </a:lnTo>
                <a:lnTo>
                  <a:pt x="933" y="1849"/>
                </a:lnTo>
                <a:lnTo>
                  <a:pt x="883" y="1836"/>
                </a:lnTo>
                <a:lnTo>
                  <a:pt x="833" y="1830"/>
                </a:lnTo>
                <a:lnTo>
                  <a:pt x="784" y="1830"/>
                </a:lnTo>
                <a:lnTo>
                  <a:pt x="736" y="1835"/>
                </a:lnTo>
                <a:close/>
              </a:path>
            </a:pathLst>
          </a:custGeom>
          <a:noFill/>
          <a:ln w="24840">
            <a:solidFill>
              <a:srgbClr val="F1B722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665360" y="4688640"/>
            <a:ext cx="1119240" cy="965880"/>
          </a:xfrm>
          <a:custGeom>
            <a:avLst/>
            <a:gdLst/>
            <a:ahLst/>
            <a:rect l="0" t="0" r="r" b="b"/>
            <a:pathLst>
              <a:path fill="none" w="3109" h="2683">
                <a:moveTo>
                  <a:pt x="559" y="1836"/>
                </a:moveTo>
                <a:lnTo>
                  <a:pt x="573" y="1734"/>
                </a:lnTo>
                <a:lnTo>
                  <a:pt x="593" y="1632"/>
                </a:lnTo>
                <a:lnTo>
                  <a:pt x="620" y="1531"/>
                </a:lnTo>
                <a:lnTo>
                  <a:pt x="652" y="1432"/>
                </a:lnTo>
                <a:lnTo>
                  <a:pt x="690" y="1334"/>
                </a:lnTo>
                <a:lnTo>
                  <a:pt x="733" y="1238"/>
                </a:lnTo>
                <a:lnTo>
                  <a:pt x="783" y="1143"/>
                </a:lnTo>
                <a:lnTo>
                  <a:pt x="838" y="1051"/>
                </a:lnTo>
                <a:lnTo>
                  <a:pt x="899" y="961"/>
                </a:lnTo>
                <a:lnTo>
                  <a:pt x="965" y="873"/>
                </a:lnTo>
                <a:lnTo>
                  <a:pt x="1036" y="789"/>
                </a:lnTo>
                <a:lnTo>
                  <a:pt x="1113" y="707"/>
                </a:lnTo>
                <a:lnTo>
                  <a:pt x="1194" y="629"/>
                </a:lnTo>
                <a:lnTo>
                  <a:pt x="1281" y="554"/>
                </a:lnTo>
                <a:lnTo>
                  <a:pt x="1373" y="483"/>
                </a:lnTo>
                <a:lnTo>
                  <a:pt x="1469" y="417"/>
                </a:lnTo>
                <a:lnTo>
                  <a:pt x="1570" y="354"/>
                </a:lnTo>
                <a:lnTo>
                  <a:pt x="1675" y="296"/>
                </a:lnTo>
                <a:lnTo>
                  <a:pt x="1784" y="242"/>
                </a:lnTo>
                <a:lnTo>
                  <a:pt x="1898" y="193"/>
                </a:lnTo>
                <a:lnTo>
                  <a:pt x="2015" y="149"/>
                </a:lnTo>
                <a:lnTo>
                  <a:pt x="2136" y="111"/>
                </a:lnTo>
                <a:lnTo>
                  <a:pt x="2260" y="77"/>
                </a:lnTo>
                <a:lnTo>
                  <a:pt x="2388" y="49"/>
                </a:lnTo>
                <a:lnTo>
                  <a:pt x="2518" y="27"/>
                </a:lnTo>
                <a:lnTo>
                  <a:pt x="2652" y="11"/>
                </a:lnTo>
                <a:lnTo>
                  <a:pt x="2788" y="0"/>
                </a:lnTo>
                <a:lnTo>
                  <a:pt x="2842" y="111"/>
                </a:lnTo>
                <a:lnTo>
                  <a:pt x="2891" y="222"/>
                </a:lnTo>
                <a:lnTo>
                  <a:pt x="2935" y="334"/>
                </a:lnTo>
                <a:lnTo>
                  <a:pt x="2974" y="447"/>
                </a:lnTo>
                <a:lnTo>
                  <a:pt x="3008" y="559"/>
                </a:lnTo>
                <a:lnTo>
                  <a:pt x="3037" y="672"/>
                </a:lnTo>
                <a:lnTo>
                  <a:pt x="3061" y="785"/>
                </a:lnTo>
                <a:lnTo>
                  <a:pt x="3080" y="897"/>
                </a:lnTo>
                <a:lnTo>
                  <a:pt x="3094" y="1008"/>
                </a:lnTo>
                <a:lnTo>
                  <a:pt x="3104" y="1119"/>
                </a:lnTo>
                <a:lnTo>
                  <a:pt x="3109" y="1229"/>
                </a:lnTo>
                <a:lnTo>
                  <a:pt x="3109" y="1337"/>
                </a:lnTo>
                <a:lnTo>
                  <a:pt x="3104" y="1444"/>
                </a:lnTo>
                <a:lnTo>
                  <a:pt x="3096" y="1549"/>
                </a:lnTo>
                <a:lnTo>
                  <a:pt x="3083" y="1653"/>
                </a:lnTo>
                <a:lnTo>
                  <a:pt x="3066" y="1756"/>
                </a:lnTo>
                <a:lnTo>
                  <a:pt x="3045" y="1856"/>
                </a:lnTo>
                <a:lnTo>
                  <a:pt x="3020" y="1953"/>
                </a:lnTo>
                <a:lnTo>
                  <a:pt x="2991" y="2048"/>
                </a:lnTo>
                <a:lnTo>
                  <a:pt x="2959" y="2140"/>
                </a:lnTo>
                <a:lnTo>
                  <a:pt x="2923" y="2230"/>
                </a:lnTo>
                <a:lnTo>
                  <a:pt x="2831" y="2299"/>
                </a:lnTo>
                <a:lnTo>
                  <a:pt x="2737" y="2362"/>
                </a:lnTo>
                <a:lnTo>
                  <a:pt x="2641" y="2420"/>
                </a:lnTo>
                <a:lnTo>
                  <a:pt x="2544" y="2471"/>
                </a:lnTo>
                <a:lnTo>
                  <a:pt x="2446" y="2518"/>
                </a:lnTo>
                <a:lnTo>
                  <a:pt x="2347" y="2558"/>
                </a:lnTo>
                <a:lnTo>
                  <a:pt x="2248" y="2593"/>
                </a:lnTo>
                <a:lnTo>
                  <a:pt x="2148" y="2622"/>
                </a:lnTo>
                <a:lnTo>
                  <a:pt x="2048" y="2645"/>
                </a:lnTo>
                <a:lnTo>
                  <a:pt x="1947" y="2663"/>
                </a:lnTo>
                <a:lnTo>
                  <a:pt x="1848" y="2675"/>
                </a:lnTo>
                <a:lnTo>
                  <a:pt x="1749" y="2682"/>
                </a:lnTo>
                <a:lnTo>
                  <a:pt x="1651" y="2683"/>
                </a:lnTo>
                <a:lnTo>
                  <a:pt x="1554" y="2678"/>
                </a:lnTo>
                <a:lnTo>
                  <a:pt x="1458" y="2668"/>
                </a:lnTo>
                <a:lnTo>
                  <a:pt x="1364" y="2653"/>
                </a:lnTo>
                <a:lnTo>
                  <a:pt x="1271" y="2632"/>
                </a:lnTo>
                <a:lnTo>
                  <a:pt x="1181" y="2607"/>
                </a:lnTo>
                <a:lnTo>
                  <a:pt x="1093" y="2576"/>
                </a:lnTo>
                <a:lnTo>
                  <a:pt x="1008" y="2540"/>
                </a:lnTo>
                <a:lnTo>
                  <a:pt x="925" y="2500"/>
                </a:lnTo>
                <a:lnTo>
                  <a:pt x="845" y="2455"/>
                </a:lnTo>
                <a:lnTo>
                  <a:pt x="768" y="2405"/>
                </a:lnTo>
                <a:lnTo>
                  <a:pt x="695" y="2351"/>
                </a:lnTo>
                <a:lnTo>
                  <a:pt x="625" y="2293"/>
                </a:lnTo>
                <a:lnTo>
                  <a:pt x="559" y="2230"/>
                </a:lnTo>
                <a:lnTo>
                  <a:pt x="550" y="2295"/>
                </a:lnTo>
                <a:lnTo>
                  <a:pt x="525" y="2357"/>
                </a:lnTo>
                <a:lnTo>
                  <a:pt x="483" y="2412"/>
                </a:lnTo>
                <a:lnTo>
                  <a:pt x="427" y="2458"/>
                </a:lnTo>
                <a:lnTo>
                  <a:pt x="359" y="2491"/>
                </a:lnTo>
                <a:lnTo>
                  <a:pt x="280" y="2509"/>
                </a:lnTo>
                <a:lnTo>
                  <a:pt x="298" y="2430"/>
                </a:lnTo>
                <a:lnTo>
                  <a:pt x="331" y="2362"/>
                </a:lnTo>
                <a:lnTo>
                  <a:pt x="377" y="2306"/>
                </a:lnTo>
                <a:lnTo>
                  <a:pt x="432" y="2264"/>
                </a:lnTo>
                <a:lnTo>
                  <a:pt x="493" y="2239"/>
                </a:lnTo>
                <a:lnTo>
                  <a:pt x="559" y="2230"/>
                </a:lnTo>
                <a:lnTo>
                  <a:pt x="487" y="2225"/>
                </a:lnTo>
                <a:lnTo>
                  <a:pt x="417" y="2210"/>
                </a:lnTo>
                <a:lnTo>
                  <a:pt x="349" y="2185"/>
                </a:lnTo>
                <a:lnTo>
                  <a:pt x="284" y="2150"/>
                </a:lnTo>
                <a:lnTo>
                  <a:pt x="223" y="2105"/>
                </a:lnTo>
                <a:lnTo>
                  <a:pt x="168" y="2052"/>
                </a:lnTo>
                <a:lnTo>
                  <a:pt x="118" y="1990"/>
                </a:lnTo>
                <a:lnTo>
                  <a:pt x="76" y="1920"/>
                </a:lnTo>
                <a:lnTo>
                  <a:pt x="42" y="1844"/>
                </a:lnTo>
                <a:lnTo>
                  <a:pt x="16" y="1761"/>
                </a:lnTo>
                <a:lnTo>
                  <a:pt x="0" y="1672"/>
                </a:lnTo>
              </a:path>
            </a:pathLst>
          </a:custGeom>
          <a:ln w="24840">
            <a:solidFill>
              <a:srgbClr val="F1B722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834560" y="531792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834560" y="531792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2637000" y="465732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8"/>
                </a:moveTo>
                <a:cubicBezTo>
                  <a:pt x="0" y="-29"/>
                  <a:pt x="176" y="-29"/>
                  <a:pt x="176" y="88"/>
                </a:cubicBezTo>
                <a:cubicBezTo>
                  <a:pt x="176" y="206"/>
                  <a:pt x="0" y="206"/>
                  <a:pt x="0" y="88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2637000" y="465732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8"/>
                </a:moveTo>
                <a:cubicBezTo>
                  <a:pt x="176" y="206"/>
                  <a:pt x="0" y="206"/>
                  <a:pt x="0" y="88"/>
                </a:cubicBezTo>
                <a:cubicBezTo>
                  <a:pt x="0" y="-29"/>
                  <a:pt x="176" y="-29"/>
                  <a:pt x="176" y="88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268560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268560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83456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83456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83456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83456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734120" y="555984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734120" y="555984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183456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183456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634040" y="525888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1B72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634040" y="525888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1B722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 flipV="1">
            <a:off x="1866240" y="435636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866240" y="4688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6" y="2153"/>
                </a:lnTo>
                <a:lnTo>
                  <a:pt x="153" y="2077"/>
                </a:lnTo>
                <a:lnTo>
                  <a:pt x="230" y="2000"/>
                </a:lnTo>
                <a:lnTo>
                  <a:pt x="384" y="1846"/>
                </a:lnTo>
                <a:lnTo>
                  <a:pt x="462" y="1769"/>
                </a:lnTo>
                <a:lnTo>
                  <a:pt x="539" y="1692"/>
                </a:lnTo>
                <a:lnTo>
                  <a:pt x="615" y="1615"/>
                </a:lnTo>
                <a:lnTo>
                  <a:pt x="692" y="1539"/>
                </a:lnTo>
                <a:lnTo>
                  <a:pt x="769" y="1462"/>
                </a:lnTo>
                <a:lnTo>
                  <a:pt x="846" y="1384"/>
                </a:lnTo>
                <a:lnTo>
                  <a:pt x="923" y="1307"/>
                </a:lnTo>
                <a:lnTo>
                  <a:pt x="1000" y="1230"/>
                </a:lnTo>
                <a:lnTo>
                  <a:pt x="1077" y="1153"/>
                </a:lnTo>
                <a:lnTo>
                  <a:pt x="1153" y="1076"/>
                </a:lnTo>
                <a:lnTo>
                  <a:pt x="1230" y="1000"/>
                </a:lnTo>
                <a:lnTo>
                  <a:pt x="1307" y="923"/>
                </a:lnTo>
                <a:lnTo>
                  <a:pt x="1384" y="846"/>
                </a:lnTo>
                <a:lnTo>
                  <a:pt x="1538" y="692"/>
                </a:lnTo>
                <a:lnTo>
                  <a:pt x="1615" y="615"/>
                </a:lnTo>
                <a:lnTo>
                  <a:pt x="1691" y="538"/>
                </a:lnTo>
                <a:lnTo>
                  <a:pt x="1768" y="462"/>
                </a:lnTo>
                <a:lnTo>
                  <a:pt x="1845" y="385"/>
                </a:lnTo>
                <a:lnTo>
                  <a:pt x="1922" y="308"/>
                </a:lnTo>
                <a:lnTo>
                  <a:pt x="1999" y="231"/>
                </a:lnTo>
                <a:lnTo>
                  <a:pt x="2076" y="154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866240" y="5491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866240" y="5491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692" y="692"/>
                </a:lnTo>
                <a:lnTo>
                  <a:pt x="769" y="769"/>
                </a:lnTo>
                <a:lnTo>
                  <a:pt x="846" y="846"/>
                </a:lnTo>
                <a:lnTo>
                  <a:pt x="1000" y="1000"/>
                </a:lnTo>
                <a:lnTo>
                  <a:pt x="1077" y="1076"/>
                </a:lnTo>
                <a:lnTo>
                  <a:pt x="1153" y="1153"/>
                </a:lnTo>
                <a:lnTo>
                  <a:pt x="1845" y="1846"/>
                </a:lnTo>
                <a:lnTo>
                  <a:pt x="1922" y="1923"/>
                </a:lnTo>
                <a:lnTo>
                  <a:pt x="1999" y="2000"/>
                </a:lnTo>
                <a:lnTo>
                  <a:pt x="2153" y="2153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866240" y="549108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063800" y="5491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153" y="77"/>
                </a:lnTo>
                <a:lnTo>
                  <a:pt x="2076" y="154"/>
                </a:lnTo>
                <a:lnTo>
                  <a:pt x="1999" y="231"/>
                </a:lnTo>
                <a:lnTo>
                  <a:pt x="1922" y="308"/>
                </a:lnTo>
                <a:lnTo>
                  <a:pt x="1845" y="385"/>
                </a:lnTo>
                <a:lnTo>
                  <a:pt x="1768" y="462"/>
                </a:lnTo>
                <a:lnTo>
                  <a:pt x="1692" y="538"/>
                </a:lnTo>
                <a:lnTo>
                  <a:pt x="1615" y="615"/>
                </a:lnTo>
                <a:lnTo>
                  <a:pt x="1538" y="692"/>
                </a:lnTo>
                <a:lnTo>
                  <a:pt x="1461" y="769"/>
                </a:lnTo>
                <a:lnTo>
                  <a:pt x="1384" y="846"/>
                </a:lnTo>
                <a:lnTo>
                  <a:pt x="1307" y="923"/>
                </a:lnTo>
                <a:lnTo>
                  <a:pt x="1230" y="1000"/>
                </a:lnTo>
                <a:lnTo>
                  <a:pt x="1154" y="1076"/>
                </a:lnTo>
                <a:lnTo>
                  <a:pt x="1077" y="1153"/>
                </a:lnTo>
                <a:lnTo>
                  <a:pt x="1000" y="1230"/>
                </a:lnTo>
                <a:lnTo>
                  <a:pt x="923" y="1307"/>
                </a:lnTo>
                <a:lnTo>
                  <a:pt x="846" y="1384"/>
                </a:lnTo>
                <a:lnTo>
                  <a:pt x="769" y="1462"/>
                </a:lnTo>
                <a:lnTo>
                  <a:pt x="692" y="1538"/>
                </a:lnTo>
                <a:lnTo>
                  <a:pt x="616" y="1615"/>
                </a:lnTo>
                <a:lnTo>
                  <a:pt x="539" y="1692"/>
                </a:lnTo>
                <a:lnTo>
                  <a:pt x="462" y="1769"/>
                </a:lnTo>
                <a:lnTo>
                  <a:pt x="384" y="1846"/>
                </a:lnTo>
                <a:lnTo>
                  <a:pt x="307" y="1923"/>
                </a:lnTo>
                <a:lnTo>
                  <a:pt x="230" y="2000"/>
                </a:lnTo>
                <a:lnTo>
                  <a:pt x="153" y="2076"/>
                </a:lnTo>
                <a:lnTo>
                  <a:pt x="77" y="2153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 flipH="1">
            <a:off x="731160" y="5491080"/>
            <a:ext cx="113508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063800" y="4688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3"/>
                </a:lnTo>
                <a:lnTo>
                  <a:pt x="2076" y="2077"/>
                </a:lnTo>
                <a:lnTo>
                  <a:pt x="1922" y="1923"/>
                </a:lnTo>
                <a:lnTo>
                  <a:pt x="1845" y="1846"/>
                </a:lnTo>
                <a:lnTo>
                  <a:pt x="1768" y="1769"/>
                </a:lnTo>
                <a:lnTo>
                  <a:pt x="1384" y="1384"/>
                </a:lnTo>
                <a:lnTo>
                  <a:pt x="1307" y="1307"/>
                </a:lnTo>
                <a:lnTo>
                  <a:pt x="1230" y="1230"/>
                </a:lnTo>
                <a:lnTo>
                  <a:pt x="1077" y="1076"/>
                </a:lnTo>
                <a:lnTo>
                  <a:pt x="1000" y="1000"/>
                </a:lnTo>
                <a:lnTo>
                  <a:pt x="923" y="923"/>
                </a:lnTo>
                <a:lnTo>
                  <a:pt x="769" y="769"/>
                </a:lnTo>
                <a:lnTo>
                  <a:pt x="692" y="692"/>
                </a:lnTo>
                <a:lnTo>
                  <a:pt x="616" y="615"/>
                </a:lnTo>
                <a:lnTo>
                  <a:pt x="230" y="231"/>
                </a:lnTo>
                <a:lnTo>
                  <a:pt x="153" y="154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1250280" y="3861720"/>
            <a:ext cx="12002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18, species = 9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733040" y="417024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534040" y="4544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3034800" y="544680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2521440" y="6349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1720080" y="672336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709560" y="6349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469080" y="544680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722160" y="4544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207360" y="4885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3371400" y="4034880"/>
            <a:ext cx="3302640" cy="3000960"/>
          </a:xfrm>
          <a:custGeom>
            <a:avLst/>
            <a:gdLst/>
            <a:ahLst/>
            <a:rect l="0" t="0" r="r" b="b"/>
            <a:pathLst>
              <a:path w="9174" h="8336">
                <a:moveTo>
                  <a:pt x="0" y="0"/>
                </a:moveTo>
                <a:lnTo>
                  <a:pt x="9174" y="0"/>
                </a:lnTo>
                <a:lnTo>
                  <a:pt x="9174" y="8336"/>
                </a:lnTo>
                <a:lnTo>
                  <a:pt x="0" y="8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3700800" y="3552480"/>
            <a:ext cx="2935440" cy="482760"/>
          </a:xfrm>
          <a:custGeom>
            <a:avLst/>
            <a:gdLst/>
            <a:ahLst/>
            <a:rect l="0" t="0" r="r" b="b"/>
            <a:pathLst>
              <a:path w="8154" h="1341">
                <a:moveTo>
                  <a:pt x="0" y="0"/>
                </a:moveTo>
                <a:lnTo>
                  <a:pt x="8154" y="0"/>
                </a:lnTo>
                <a:lnTo>
                  <a:pt x="8154" y="1341"/>
                </a:lnTo>
                <a:lnTo>
                  <a:pt x="0" y="134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156600" y="4318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819320" y="3665880"/>
            <a:ext cx="68256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Gruiformes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3749760" y="4072680"/>
            <a:ext cx="2837160" cy="2837160"/>
          </a:xfrm>
          <a:custGeom>
            <a:avLst/>
            <a:gdLst/>
            <a:ahLst/>
            <a:rect l="0" t="0" r="r" b="b"/>
            <a:pathLst>
              <a:path w="7881" h="7881">
                <a:moveTo>
                  <a:pt x="0" y="0"/>
                </a:moveTo>
                <a:lnTo>
                  <a:pt x="7881" y="0"/>
                </a:lnTo>
                <a:lnTo>
                  <a:pt x="7881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 flipV="1">
            <a:off x="5168160" y="421452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 flipV="1">
            <a:off x="5168160" y="458856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5168160" y="5491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5168160" y="549108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5168160" y="54910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 flipH="1">
            <a:off x="4265640" y="549108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 flipH="1">
            <a:off x="3891600" y="5491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 flipH="1" flipV="1">
            <a:off x="4265640" y="458856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4600800" y="4923720"/>
            <a:ext cx="1135080" cy="1135080"/>
          </a:xfrm>
          <a:custGeom>
            <a:avLst/>
            <a:gdLst/>
            <a:ahLst/>
            <a:rect l="0" t="0" r="r" b="b"/>
            <a:pathLst>
              <a:path fill="none" w="3153" h="3153">
                <a:moveTo>
                  <a:pt x="1577" y="0"/>
                </a:moveTo>
                <a:lnTo>
                  <a:pt x="1677" y="3"/>
                </a:lnTo>
                <a:lnTo>
                  <a:pt x="1777" y="13"/>
                </a:lnTo>
                <a:lnTo>
                  <a:pt x="1875" y="29"/>
                </a:lnTo>
                <a:lnTo>
                  <a:pt x="1973" y="51"/>
                </a:lnTo>
                <a:lnTo>
                  <a:pt x="2069" y="79"/>
                </a:lnTo>
                <a:lnTo>
                  <a:pt x="2163" y="113"/>
                </a:lnTo>
                <a:lnTo>
                  <a:pt x="2254" y="153"/>
                </a:lnTo>
                <a:lnTo>
                  <a:pt x="2344" y="199"/>
                </a:lnTo>
                <a:lnTo>
                  <a:pt x="2429" y="250"/>
                </a:lnTo>
                <a:lnTo>
                  <a:pt x="2512" y="307"/>
                </a:lnTo>
                <a:lnTo>
                  <a:pt x="2590" y="369"/>
                </a:lnTo>
                <a:lnTo>
                  <a:pt x="2665" y="436"/>
                </a:lnTo>
                <a:lnTo>
                  <a:pt x="2735" y="508"/>
                </a:lnTo>
                <a:lnTo>
                  <a:pt x="2800" y="584"/>
                </a:lnTo>
                <a:lnTo>
                  <a:pt x="2861" y="663"/>
                </a:lnTo>
                <a:lnTo>
                  <a:pt x="2916" y="746"/>
                </a:lnTo>
                <a:lnTo>
                  <a:pt x="2966" y="833"/>
                </a:lnTo>
                <a:lnTo>
                  <a:pt x="3011" y="923"/>
                </a:lnTo>
                <a:lnTo>
                  <a:pt x="3049" y="1015"/>
                </a:lnTo>
                <a:lnTo>
                  <a:pt x="3082" y="1109"/>
                </a:lnTo>
                <a:lnTo>
                  <a:pt x="3109" y="1206"/>
                </a:lnTo>
                <a:lnTo>
                  <a:pt x="3129" y="1304"/>
                </a:lnTo>
                <a:lnTo>
                  <a:pt x="3143" y="1403"/>
                </a:lnTo>
                <a:lnTo>
                  <a:pt x="3151" y="1502"/>
                </a:lnTo>
                <a:lnTo>
                  <a:pt x="3153" y="1602"/>
                </a:lnTo>
                <a:lnTo>
                  <a:pt x="3148" y="1702"/>
                </a:lnTo>
                <a:lnTo>
                  <a:pt x="3137" y="1802"/>
                </a:lnTo>
                <a:lnTo>
                  <a:pt x="3120" y="1900"/>
                </a:lnTo>
                <a:lnTo>
                  <a:pt x="3096" y="1997"/>
                </a:lnTo>
                <a:lnTo>
                  <a:pt x="3067" y="2093"/>
                </a:lnTo>
                <a:lnTo>
                  <a:pt x="3031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2"/>
                </a:lnTo>
                <a:lnTo>
                  <a:pt x="2768" y="2609"/>
                </a:lnTo>
                <a:lnTo>
                  <a:pt x="2700" y="2683"/>
                </a:lnTo>
                <a:lnTo>
                  <a:pt x="2628" y="2752"/>
                </a:lnTo>
                <a:lnTo>
                  <a:pt x="2551" y="2816"/>
                </a:lnTo>
                <a:lnTo>
                  <a:pt x="2471" y="2875"/>
                </a:lnTo>
                <a:lnTo>
                  <a:pt x="2387" y="2930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90"/>
                </a:lnTo>
                <a:lnTo>
                  <a:pt x="1924" y="3115"/>
                </a:lnTo>
                <a:lnTo>
                  <a:pt x="1826" y="3134"/>
                </a:lnTo>
                <a:lnTo>
                  <a:pt x="1727" y="3146"/>
                </a:lnTo>
                <a:lnTo>
                  <a:pt x="1627" y="3153"/>
                </a:lnTo>
                <a:lnTo>
                  <a:pt x="1527" y="3153"/>
                </a:lnTo>
                <a:lnTo>
                  <a:pt x="1427" y="3146"/>
                </a:lnTo>
                <a:lnTo>
                  <a:pt x="1327" y="3134"/>
                </a:lnTo>
                <a:lnTo>
                  <a:pt x="1229" y="3115"/>
                </a:lnTo>
                <a:lnTo>
                  <a:pt x="1132" y="3090"/>
                </a:lnTo>
                <a:lnTo>
                  <a:pt x="1037" y="3058"/>
                </a:lnTo>
                <a:lnTo>
                  <a:pt x="944" y="3021"/>
                </a:lnTo>
                <a:lnTo>
                  <a:pt x="854" y="2978"/>
                </a:lnTo>
                <a:lnTo>
                  <a:pt x="767" y="2930"/>
                </a:lnTo>
                <a:lnTo>
                  <a:pt x="683" y="2875"/>
                </a:lnTo>
                <a:lnTo>
                  <a:pt x="602" y="2816"/>
                </a:lnTo>
                <a:lnTo>
                  <a:pt x="525" y="2752"/>
                </a:lnTo>
                <a:lnTo>
                  <a:pt x="453" y="2683"/>
                </a:lnTo>
                <a:lnTo>
                  <a:pt x="385" y="2609"/>
                </a:lnTo>
                <a:lnTo>
                  <a:pt x="322" y="2532"/>
                </a:lnTo>
                <a:lnTo>
                  <a:pt x="264" y="2450"/>
                </a:lnTo>
                <a:lnTo>
                  <a:pt x="211" y="2365"/>
                </a:lnTo>
                <a:lnTo>
                  <a:pt x="164" y="2277"/>
                </a:lnTo>
                <a:lnTo>
                  <a:pt x="122" y="2186"/>
                </a:lnTo>
                <a:lnTo>
                  <a:pt x="87" y="2093"/>
                </a:lnTo>
                <a:lnTo>
                  <a:pt x="57" y="1997"/>
                </a:lnTo>
                <a:lnTo>
                  <a:pt x="33" y="1900"/>
                </a:lnTo>
                <a:lnTo>
                  <a:pt x="16" y="1802"/>
                </a:lnTo>
                <a:lnTo>
                  <a:pt x="5" y="1702"/>
                </a:lnTo>
                <a:lnTo>
                  <a:pt x="0" y="1602"/>
                </a:lnTo>
                <a:lnTo>
                  <a:pt x="2" y="1502"/>
                </a:lnTo>
                <a:lnTo>
                  <a:pt x="10" y="1403"/>
                </a:lnTo>
                <a:lnTo>
                  <a:pt x="24" y="1304"/>
                </a:lnTo>
                <a:lnTo>
                  <a:pt x="44" y="1206"/>
                </a:lnTo>
                <a:lnTo>
                  <a:pt x="71" y="1109"/>
                </a:lnTo>
                <a:lnTo>
                  <a:pt x="104" y="1015"/>
                </a:lnTo>
                <a:lnTo>
                  <a:pt x="143" y="923"/>
                </a:lnTo>
                <a:lnTo>
                  <a:pt x="187" y="833"/>
                </a:lnTo>
                <a:lnTo>
                  <a:pt x="237" y="746"/>
                </a:lnTo>
                <a:lnTo>
                  <a:pt x="292" y="663"/>
                </a:lnTo>
                <a:lnTo>
                  <a:pt x="353" y="584"/>
                </a:lnTo>
                <a:lnTo>
                  <a:pt x="418" y="508"/>
                </a:lnTo>
                <a:lnTo>
                  <a:pt x="489" y="436"/>
                </a:lnTo>
                <a:lnTo>
                  <a:pt x="563" y="369"/>
                </a:lnTo>
                <a:lnTo>
                  <a:pt x="642" y="307"/>
                </a:lnTo>
                <a:lnTo>
                  <a:pt x="724" y="250"/>
                </a:lnTo>
                <a:lnTo>
                  <a:pt x="810" y="199"/>
                </a:lnTo>
                <a:lnTo>
                  <a:pt x="899" y="153"/>
                </a:lnTo>
                <a:lnTo>
                  <a:pt x="990" y="113"/>
                </a:lnTo>
                <a:lnTo>
                  <a:pt x="1084" y="79"/>
                </a:lnTo>
                <a:lnTo>
                  <a:pt x="1180" y="51"/>
                </a:lnTo>
                <a:lnTo>
                  <a:pt x="1278" y="29"/>
                </a:lnTo>
                <a:lnTo>
                  <a:pt x="1377" y="13"/>
                </a:lnTo>
                <a:lnTo>
                  <a:pt x="1477" y="3"/>
                </a:lnTo>
                <a:lnTo>
                  <a:pt x="157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4033440" y="4356360"/>
            <a:ext cx="2269800" cy="2269440"/>
          </a:xfrm>
          <a:custGeom>
            <a:avLst/>
            <a:gdLst/>
            <a:ahLst/>
            <a:rect l="0" t="0" r="r" b="b"/>
            <a:pathLst>
              <a:path fill="none" w="6305" h="6304">
                <a:moveTo>
                  <a:pt x="3152" y="0"/>
                </a:moveTo>
                <a:lnTo>
                  <a:pt x="3352" y="7"/>
                </a:lnTo>
                <a:lnTo>
                  <a:pt x="3551" y="26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8"/>
                </a:lnTo>
                <a:lnTo>
                  <a:pt x="4324" y="226"/>
                </a:lnTo>
                <a:lnTo>
                  <a:pt x="4507" y="306"/>
                </a:lnTo>
                <a:lnTo>
                  <a:pt x="4686" y="398"/>
                </a:lnTo>
                <a:lnTo>
                  <a:pt x="4857" y="501"/>
                </a:lnTo>
                <a:lnTo>
                  <a:pt x="5022" y="614"/>
                </a:lnTo>
                <a:lnTo>
                  <a:pt x="5179" y="738"/>
                </a:lnTo>
                <a:lnTo>
                  <a:pt x="5328" y="871"/>
                </a:lnTo>
                <a:lnTo>
                  <a:pt x="5469" y="1014"/>
                </a:lnTo>
                <a:lnTo>
                  <a:pt x="5600" y="1165"/>
                </a:lnTo>
                <a:lnTo>
                  <a:pt x="5721" y="1324"/>
                </a:lnTo>
                <a:lnTo>
                  <a:pt x="5832" y="1490"/>
                </a:lnTo>
                <a:lnTo>
                  <a:pt x="5932" y="1664"/>
                </a:lnTo>
                <a:lnTo>
                  <a:pt x="6020" y="1843"/>
                </a:lnTo>
                <a:lnTo>
                  <a:pt x="6098" y="2027"/>
                </a:lnTo>
                <a:lnTo>
                  <a:pt x="6163" y="2216"/>
                </a:lnTo>
                <a:lnTo>
                  <a:pt x="6216" y="2409"/>
                </a:lnTo>
                <a:lnTo>
                  <a:pt x="6257" y="2605"/>
                </a:lnTo>
                <a:lnTo>
                  <a:pt x="6286" y="2803"/>
                </a:lnTo>
                <a:lnTo>
                  <a:pt x="6302" y="3002"/>
                </a:lnTo>
                <a:lnTo>
                  <a:pt x="6305" y="3202"/>
                </a:lnTo>
                <a:lnTo>
                  <a:pt x="6295" y="3402"/>
                </a:lnTo>
                <a:lnTo>
                  <a:pt x="6273" y="3601"/>
                </a:lnTo>
                <a:lnTo>
                  <a:pt x="6238" y="3799"/>
                </a:lnTo>
                <a:lnTo>
                  <a:pt x="6191" y="3993"/>
                </a:lnTo>
                <a:lnTo>
                  <a:pt x="6132" y="4184"/>
                </a:lnTo>
                <a:lnTo>
                  <a:pt x="6061" y="4371"/>
                </a:lnTo>
                <a:lnTo>
                  <a:pt x="5977" y="4553"/>
                </a:lnTo>
                <a:lnTo>
                  <a:pt x="5883" y="4729"/>
                </a:lnTo>
                <a:lnTo>
                  <a:pt x="5778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400" y="5364"/>
                </a:lnTo>
                <a:lnTo>
                  <a:pt x="5255" y="5502"/>
                </a:lnTo>
                <a:lnTo>
                  <a:pt x="5102" y="5631"/>
                </a:lnTo>
                <a:lnTo>
                  <a:pt x="4941" y="5750"/>
                </a:lnTo>
                <a:lnTo>
                  <a:pt x="4772" y="5858"/>
                </a:lnTo>
                <a:lnTo>
                  <a:pt x="4597" y="5955"/>
                </a:lnTo>
                <a:lnTo>
                  <a:pt x="4416" y="6041"/>
                </a:lnTo>
                <a:lnTo>
                  <a:pt x="4230" y="6115"/>
                </a:lnTo>
                <a:lnTo>
                  <a:pt x="4040" y="6178"/>
                </a:lnTo>
                <a:lnTo>
                  <a:pt x="3847" y="6228"/>
                </a:lnTo>
                <a:lnTo>
                  <a:pt x="3650" y="6266"/>
                </a:lnTo>
                <a:lnTo>
                  <a:pt x="3452" y="6291"/>
                </a:lnTo>
                <a:lnTo>
                  <a:pt x="3252" y="6304"/>
                </a:lnTo>
                <a:lnTo>
                  <a:pt x="3052" y="6304"/>
                </a:lnTo>
                <a:lnTo>
                  <a:pt x="2853" y="6291"/>
                </a:lnTo>
                <a:lnTo>
                  <a:pt x="2654" y="6266"/>
                </a:lnTo>
                <a:lnTo>
                  <a:pt x="2458" y="6228"/>
                </a:lnTo>
                <a:lnTo>
                  <a:pt x="2264" y="6178"/>
                </a:lnTo>
                <a:lnTo>
                  <a:pt x="2074" y="6115"/>
                </a:lnTo>
                <a:lnTo>
                  <a:pt x="1888" y="6041"/>
                </a:lnTo>
                <a:lnTo>
                  <a:pt x="1708" y="5955"/>
                </a:lnTo>
                <a:lnTo>
                  <a:pt x="1533" y="5858"/>
                </a:lnTo>
                <a:lnTo>
                  <a:pt x="1365" y="5750"/>
                </a:lnTo>
                <a:lnTo>
                  <a:pt x="1204" y="5631"/>
                </a:lnTo>
                <a:lnTo>
                  <a:pt x="1050" y="5502"/>
                </a:lnTo>
                <a:lnTo>
                  <a:pt x="906" y="5364"/>
                </a:lnTo>
                <a:lnTo>
                  <a:pt x="770" y="5217"/>
                </a:lnTo>
                <a:lnTo>
                  <a:pt x="644" y="5062"/>
                </a:lnTo>
                <a:lnTo>
                  <a:pt x="528" y="4899"/>
                </a:lnTo>
                <a:lnTo>
                  <a:pt x="422" y="4729"/>
                </a:lnTo>
                <a:lnTo>
                  <a:pt x="328" y="4553"/>
                </a:lnTo>
                <a:lnTo>
                  <a:pt x="245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7" y="3799"/>
                </a:lnTo>
                <a:lnTo>
                  <a:pt x="32" y="3601"/>
                </a:lnTo>
                <a:lnTo>
                  <a:pt x="10" y="3402"/>
                </a:lnTo>
                <a:lnTo>
                  <a:pt x="0" y="3202"/>
                </a:lnTo>
                <a:lnTo>
                  <a:pt x="4" y="3002"/>
                </a:lnTo>
                <a:lnTo>
                  <a:pt x="19" y="2803"/>
                </a:lnTo>
                <a:lnTo>
                  <a:pt x="48" y="2605"/>
                </a:lnTo>
                <a:lnTo>
                  <a:pt x="89" y="2409"/>
                </a:lnTo>
                <a:lnTo>
                  <a:pt x="142" y="2216"/>
                </a:lnTo>
                <a:lnTo>
                  <a:pt x="208" y="2027"/>
                </a:lnTo>
                <a:lnTo>
                  <a:pt x="285" y="1843"/>
                </a:lnTo>
                <a:lnTo>
                  <a:pt x="374" y="1664"/>
                </a:lnTo>
                <a:lnTo>
                  <a:pt x="474" y="1490"/>
                </a:lnTo>
                <a:lnTo>
                  <a:pt x="584" y="1324"/>
                </a:lnTo>
                <a:lnTo>
                  <a:pt x="706" y="1165"/>
                </a:lnTo>
                <a:lnTo>
                  <a:pt x="837" y="1014"/>
                </a:lnTo>
                <a:lnTo>
                  <a:pt x="977" y="871"/>
                </a:lnTo>
                <a:lnTo>
                  <a:pt x="1126" y="738"/>
                </a:lnTo>
                <a:lnTo>
                  <a:pt x="1283" y="614"/>
                </a:lnTo>
                <a:lnTo>
                  <a:pt x="1448" y="501"/>
                </a:lnTo>
                <a:lnTo>
                  <a:pt x="1620" y="398"/>
                </a:lnTo>
                <a:lnTo>
                  <a:pt x="1797" y="306"/>
                </a:lnTo>
                <a:lnTo>
                  <a:pt x="1981" y="226"/>
                </a:lnTo>
                <a:lnTo>
                  <a:pt x="2169" y="158"/>
                </a:lnTo>
                <a:lnTo>
                  <a:pt x="2361" y="101"/>
                </a:lnTo>
                <a:lnTo>
                  <a:pt x="2556" y="57"/>
                </a:lnTo>
                <a:lnTo>
                  <a:pt x="2753" y="26"/>
                </a:lnTo>
                <a:lnTo>
                  <a:pt x="2952" y="7"/>
                </a:lnTo>
                <a:lnTo>
                  <a:pt x="3152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3891600" y="4214520"/>
            <a:ext cx="2553480" cy="2553120"/>
          </a:xfrm>
          <a:custGeom>
            <a:avLst/>
            <a:gdLst/>
            <a:ahLst/>
            <a:rect l="0" t="0" r="r" b="b"/>
            <a:pathLst>
              <a:path fill="none" w="7093" h="7092">
                <a:moveTo>
                  <a:pt x="3546" y="0"/>
                </a:moveTo>
                <a:lnTo>
                  <a:pt x="3771" y="7"/>
                </a:lnTo>
                <a:lnTo>
                  <a:pt x="3995" y="29"/>
                </a:lnTo>
                <a:lnTo>
                  <a:pt x="4217" y="64"/>
                </a:lnTo>
                <a:lnTo>
                  <a:pt x="4437" y="114"/>
                </a:lnTo>
                <a:lnTo>
                  <a:pt x="4653" y="177"/>
                </a:lnTo>
                <a:lnTo>
                  <a:pt x="4864" y="254"/>
                </a:lnTo>
                <a:lnTo>
                  <a:pt x="5070" y="344"/>
                </a:lnTo>
                <a:lnTo>
                  <a:pt x="5270" y="447"/>
                </a:lnTo>
                <a:lnTo>
                  <a:pt x="5463" y="563"/>
                </a:lnTo>
                <a:lnTo>
                  <a:pt x="5649" y="691"/>
                </a:lnTo>
                <a:lnTo>
                  <a:pt x="5826" y="830"/>
                </a:lnTo>
                <a:lnTo>
                  <a:pt x="5993" y="980"/>
                </a:lnTo>
                <a:lnTo>
                  <a:pt x="6151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59" y="1677"/>
                </a:lnTo>
                <a:lnTo>
                  <a:pt x="6672" y="1872"/>
                </a:lnTo>
                <a:lnTo>
                  <a:pt x="6772" y="2073"/>
                </a:lnTo>
                <a:lnTo>
                  <a:pt x="6859" y="2281"/>
                </a:lnTo>
                <a:lnTo>
                  <a:pt x="6933" y="2493"/>
                </a:lnTo>
                <a:lnTo>
                  <a:pt x="6993" y="2710"/>
                </a:lnTo>
                <a:lnTo>
                  <a:pt x="7039" y="2931"/>
                </a:lnTo>
                <a:lnTo>
                  <a:pt x="7071" y="3153"/>
                </a:lnTo>
                <a:lnTo>
                  <a:pt x="7089" y="3378"/>
                </a:lnTo>
                <a:lnTo>
                  <a:pt x="7093" y="3602"/>
                </a:lnTo>
                <a:lnTo>
                  <a:pt x="7082" y="3827"/>
                </a:lnTo>
                <a:lnTo>
                  <a:pt x="7057" y="4051"/>
                </a:lnTo>
                <a:lnTo>
                  <a:pt x="7018" y="4273"/>
                </a:lnTo>
                <a:lnTo>
                  <a:pt x="6965" y="4491"/>
                </a:lnTo>
                <a:lnTo>
                  <a:pt x="6897" y="4706"/>
                </a:lnTo>
                <a:lnTo>
                  <a:pt x="6817" y="4916"/>
                </a:lnTo>
                <a:lnTo>
                  <a:pt x="6724" y="5121"/>
                </a:lnTo>
                <a:lnTo>
                  <a:pt x="6617" y="5319"/>
                </a:lnTo>
                <a:lnTo>
                  <a:pt x="6498" y="5511"/>
                </a:lnTo>
                <a:lnTo>
                  <a:pt x="6368" y="5694"/>
                </a:lnTo>
                <a:lnTo>
                  <a:pt x="6226" y="5869"/>
                </a:lnTo>
                <a:lnTo>
                  <a:pt x="6074" y="6035"/>
                </a:lnTo>
                <a:lnTo>
                  <a:pt x="5911" y="6190"/>
                </a:lnTo>
                <a:lnTo>
                  <a:pt x="5738" y="6335"/>
                </a:lnTo>
                <a:lnTo>
                  <a:pt x="5557" y="6468"/>
                </a:lnTo>
                <a:lnTo>
                  <a:pt x="5368" y="6590"/>
                </a:lnTo>
                <a:lnTo>
                  <a:pt x="5171" y="6699"/>
                </a:lnTo>
                <a:lnTo>
                  <a:pt x="4968" y="6796"/>
                </a:lnTo>
                <a:lnTo>
                  <a:pt x="4759" y="6880"/>
                </a:lnTo>
                <a:lnTo>
                  <a:pt x="4545" y="6950"/>
                </a:lnTo>
                <a:lnTo>
                  <a:pt x="4327" y="7006"/>
                </a:lnTo>
                <a:lnTo>
                  <a:pt x="4106" y="7049"/>
                </a:lnTo>
                <a:lnTo>
                  <a:pt x="3883" y="7077"/>
                </a:lnTo>
                <a:lnTo>
                  <a:pt x="3659" y="7092"/>
                </a:lnTo>
                <a:lnTo>
                  <a:pt x="3434" y="7092"/>
                </a:lnTo>
                <a:lnTo>
                  <a:pt x="3209" y="7077"/>
                </a:lnTo>
                <a:lnTo>
                  <a:pt x="2986" y="7049"/>
                </a:lnTo>
                <a:lnTo>
                  <a:pt x="2765" y="7006"/>
                </a:lnTo>
                <a:lnTo>
                  <a:pt x="2547" y="6950"/>
                </a:lnTo>
                <a:lnTo>
                  <a:pt x="2333" y="6880"/>
                </a:lnTo>
                <a:lnTo>
                  <a:pt x="2124" y="6796"/>
                </a:lnTo>
                <a:lnTo>
                  <a:pt x="1921" y="6699"/>
                </a:lnTo>
                <a:lnTo>
                  <a:pt x="1725" y="6590"/>
                </a:lnTo>
                <a:lnTo>
                  <a:pt x="1535" y="6468"/>
                </a:lnTo>
                <a:lnTo>
                  <a:pt x="1354" y="6335"/>
                </a:lnTo>
                <a:lnTo>
                  <a:pt x="1182" y="6190"/>
                </a:lnTo>
                <a:lnTo>
                  <a:pt x="1019" y="6035"/>
                </a:lnTo>
                <a:lnTo>
                  <a:pt x="866" y="5869"/>
                </a:lnTo>
                <a:lnTo>
                  <a:pt x="724" y="5694"/>
                </a:lnTo>
                <a:lnTo>
                  <a:pt x="594" y="5511"/>
                </a:lnTo>
                <a:lnTo>
                  <a:pt x="475" y="5319"/>
                </a:lnTo>
                <a:lnTo>
                  <a:pt x="369" y="5121"/>
                </a:lnTo>
                <a:lnTo>
                  <a:pt x="275" y="4916"/>
                </a:lnTo>
                <a:lnTo>
                  <a:pt x="195" y="4706"/>
                </a:lnTo>
                <a:lnTo>
                  <a:pt x="128" y="4491"/>
                </a:lnTo>
                <a:lnTo>
                  <a:pt x="75" y="4273"/>
                </a:lnTo>
                <a:lnTo>
                  <a:pt x="36" y="4051"/>
                </a:lnTo>
                <a:lnTo>
                  <a:pt x="11" y="3827"/>
                </a:lnTo>
                <a:lnTo>
                  <a:pt x="0" y="3602"/>
                </a:lnTo>
                <a:lnTo>
                  <a:pt x="4" y="3378"/>
                </a:lnTo>
                <a:lnTo>
                  <a:pt x="22" y="3153"/>
                </a:lnTo>
                <a:lnTo>
                  <a:pt x="54" y="2931"/>
                </a:lnTo>
                <a:lnTo>
                  <a:pt x="100" y="2710"/>
                </a:lnTo>
                <a:lnTo>
                  <a:pt x="160" y="2493"/>
                </a:lnTo>
                <a:lnTo>
                  <a:pt x="234" y="2281"/>
                </a:lnTo>
                <a:lnTo>
                  <a:pt x="320" y="2073"/>
                </a:lnTo>
                <a:lnTo>
                  <a:pt x="420" y="1872"/>
                </a:lnTo>
                <a:lnTo>
                  <a:pt x="533" y="1677"/>
                </a:lnTo>
                <a:lnTo>
                  <a:pt x="658" y="1489"/>
                </a:lnTo>
                <a:lnTo>
                  <a:pt x="794" y="1310"/>
                </a:lnTo>
                <a:lnTo>
                  <a:pt x="941" y="1140"/>
                </a:lnTo>
                <a:lnTo>
                  <a:pt x="1099" y="980"/>
                </a:lnTo>
                <a:lnTo>
                  <a:pt x="1267" y="830"/>
                </a:lnTo>
                <a:lnTo>
                  <a:pt x="1444" y="691"/>
                </a:lnTo>
                <a:lnTo>
                  <a:pt x="1629" y="563"/>
                </a:lnTo>
                <a:lnTo>
                  <a:pt x="1822" y="447"/>
                </a:lnTo>
                <a:lnTo>
                  <a:pt x="2022" y="344"/>
                </a:lnTo>
                <a:lnTo>
                  <a:pt x="2228" y="254"/>
                </a:lnTo>
                <a:lnTo>
                  <a:pt x="2440" y="177"/>
                </a:lnTo>
                <a:lnTo>
                  <a:pt x="2656" y="114"/>
                </a:lnTo>
                <a:lnTo>
                  <a:pt x="2875" y="64"/>
                </a:lnTo>
                <a:lnTo>
                  <a:pt x="3097" y="29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4686840" y="4830120"/>
            <a:ext cx="1616400" cy="1144800"/>
          </a:xfrm>
          <a:custGeom>
            <a:avLst/>
            <a:gdLst/>
            <a:ahLst/>
            <a:rect l="0" t="0" r="r" b="b"/>
            <a:pathLst>
              <a:path w="4490" h="3180">
                <a:moveTo>
                  <a:pt x="1337" y="576"/>
                </a:moveTo>
                <a:lnTo>
                  <a:pt x="1395" y="507"/>
                </a:lnTo>
                <a:lnTo>
                  <a:pt x="1459" y="441"/>
                </a:lnTo>
                <a:lnTo>
                  <a:pt x="1529" y="378"/>
                </a:lnTo>
                <a:lnTo>
                  <a:pt x="1605" y="319"/>
                </a:lnTo>
                <a:lnTo>
                  <a:pt x="1686" y="263"/>
                </a:lnTo>
                <a:lnTo>
                  <a:pt x="1772" y="212"/>
                </a:lnTo>
                <a:lnTo>
                  <a:pt x="1864" y="166"/>
                </a:lnTo>
                <a:lnTo>
                  <a:pt x="1960" y="125"/>
                </a:lnTo>
                <a:lnTo>
                  <a:pt x="2061" y="89"/>
                </a:lnTo>
                <a:lnTo>
                  <a:pt x="2166" y="59"/>
                </a:lnTo>
                <a:lnTo>
                  <a:pt x="2275" y="34"/>
                </a:lnTo>
                <a:lnTo>
                  <a:pt x="2388" y="16"/>
                </a:lnTo>
                <a:lnTo>
                  <a:pt x="2504" y="5"/>
                </a:lnTo>
                <a:lnTo>
                  <a:pt x="2623" y="0"/>
                </a:lnTo>
                <a:lnTo>
                  <a:pt x="2745" y="2"/>
                </a:lnTo>
                <a:lnTo>
                  <a:pt x="2869" y="12"/>
                </a:lnTo>
                <a:lnTo>
                  <a:pt x="2994" y="29"/>
                </a:lnTo>
                <a:lnTo>
                  <a:pt x="3121" y="53"/>
                </a:lnTo>
                <a:lnTo>
                  <a:pt x="3209" y="101"/>
                </a:lnTo>
                <a:lnTo>
                  <a:pt x="3295" y="152"/>
                </a:lnTo>
                <a:lnTo>
                  <a:pt x="3380" y="208"/>
                </a:lnTo>
                <a:lnTo>
                  <a:pt x="3464" y="268"/>
                </a:lnTo>
                <a:lnTo>
                  <a:pt x="3546" y="331"/>
                </a:lnTo>
                <a:lnTo>
                  <a:pt x="3626" y="399"/>
                </a:lnTo>
                <a:lnTo>
                  <a:pt x="3704" y="470"/>
                </a:lnTo>
                <a:lnTo>
                  <a:pt x="3780" y="546"/>
                </a:lnTo>
                <a:lnTo>
                  <a:pt x="3854" y="625"/>
                </a:lnTo>
                <a:lnTo>
                  <a:pt x="3925" y="708"/>
                </a:lnTo>
                <a:lnTo>
                  <a:pt x="3993" y="794"/>
                </a:lnTo>
                <a:lnTo>
                  <a:pt x="4058" y="885"/>
                </a:lnTo>
                <a:lnTo>
                  <a:pt x="4121" y="979"/>
                </a:lnTo>
                <a:lnTo>
                  <a:pt x="4180" y="1076"/>
                </a:lnTo>
                <a:lnTo>
                  <a:pt x="4236" y="1176"/>
                </a:lnTo>
                <a:lnTo>
                  <a:pt x="4288" y="1279"/>
                </a:lnTo>
                <a:lnTo>
                  <a:pt x="4336" y="1385"/>
                </a:lnTo>
                <a:lnTo>
                  <a:pt x="4381" y="1494"/>
                </a:lnTo>
                <a:lnTo>
                  <a:pt x="4422" y="1606"/>
                </a:lnTo>
                <a:lnTo>
                  <a:pt x="4458" y="1721"/>
                </a:lnTo>
                <a:lnTo>
                  <a:pt x="4490" y="1837"/>
                </a:lnTo>
                <a:lnTo>
                  <a:pt x="4388" y="1933"/>
                </a:lnTo>
                <a:lnTo>
                  <a:pt x="4283" y="2023"/>
                </a:lnTo>
                <a:lnTo>
                  <a:pt x="4175" y="2105"/>
                </a:lnTo>
                <a:lnTo>
                  <a:pt x="4065" y="2182"/>
                </a:lnTo>
                <a:lnTo>
                  <a:pt x="3953" y="2252"/>
                </a:lnTo>
                <a:lnTo>
                  <a:pt x="3840" y="2314"/>
                </a:lnTo>
                <a:lnTo>
                  <a:pt x="3725" y="2371"/>
                </a:lnTo>
                <a:lnTo>
                  <a:pt x="3610" y="2420"/>
                </a:lnTo>
                <a:lnTo>
                  <a:pt x="3493" y="2463"/>
                </a:lnTo>
                <a:lnTo>
                  <a:pt x="3377" y="2500"/>
                </a:lnTo>
                <a:lnTo>
                  <a:pt x="3260" y="2529"/>
                </a:lnTo>
                <a:lnTo>
                  <a:pt x="3144" y="2552"/>
                </a:lnTo>
                <a:lnTo>
                  <a:pt x="3028" y="2568"/>
                </a:lnTo>
                <a:lnTo>
                  <a:pt x="2913" y="2578"/>
                </a:lnTo>
                <a:lnTo>
                  <a:pt x="2799" y="2581"/>
                </a:lnTo>
                <a:lnTo>
                  <a:pt x="2685" y="2578"/>
                </a:lnTo>
                <a:lnTo>
                  <a:pt x="2574" y="2569"/>
                </a:lnTo>
                <a:lnTo>
                  <a:pt x="2466" y="2553"/>
                </a:lnTo>
                <a:lnTo>
                  <a:pt x="2359" y="2532"/>
                </a:lnTo>
                <a:lnTo>
                  <a:pt x="2255" y="2504"/>
                </a:lnTo>
                <a:lnTo>
                  <a:pt x="2154" y="2471"/>
                </a:lnTo>
                <a:lnTo>
                  <a:pt x="2056" y="2432"/>
                </a:lnTo>
                <a:lnTo>
                  <a:pt x="1961" y="2388"/>
                </a:lnTo>
                <a:lnTo>
                  <a:pt x="1870" y="2338"/>
                </a:lnTo>
                <a:lnTo>
                  <a:pt x="1865" y="2335"/>
                </a:lnTo>
                <a:lnTo>
                  <a:pt x="1917" y="2305"/>
                </a:lnTo>
                <a:lnTo>
                  <a:pt x="1995" y="2244"/>
                </a:lnTo>
                <a:lnTo>
                  <a:pt x="2067" y="2171"/>
                </a:lnTo>
                <a:lnTo>
                  <a:pt x="2130" y="2086"/>
                </a:lnTo>
                <a:lnTo>
                  <a:pt x="2183" y="1990"/>
                </a:lnTo>
                <a:lnTo>
                  <a:pt x="2224" y="1885"/>
                </a:lnTo>
                <a:lnTo>
                  <a:pt x="2252" y="1772"/>
                </a:lnTo>
                <a:lnTo>
                  <a:pt x="2265" y="1653"/>
                </a:lnTo>
                <a:lnTo>
                  <a:pt x="2262" y="1530"/>
                </a:lnTo>
                <a:lnTo>
                  <a:pt x="2242" y="1404"/>
                </a:lnTo>
                <a:lnTo>
                  <a:pt x="2205" y="1280"/>
                </a:lnTo>
                <a:lnTo>
                  <a:pt x="2151" y="1157"/>
                </a:lnTo>
                <a:lnTo>
                  <a:pt x="2079" y="1040"/>
                </a:lnTo>
                <a:lnTo>
                  <a:pt x="1991" y="931"/>
                </a:lnTo>
                <a:lnTo>
                  <a:pt x="1886" y="830"/>
                </a:lnTo>
                <a:lnTo>
                  <a:pt x="1767" y="743"/>
                </a:lnTo>
                <a:lnTo>
                  <a:pt x="1635" y="670"/>
                </a:lnTo>
                <a:lnTo>
                  <a:pt x="1491" y="614"/>
                </a:lnTo>
                <a:lnTo>
                  <a:pt x="1337" y="576"/>
                </a:lnTo>
                <a:moveTo>
                  <a:pt x="1783" y="2283"/>
                </a:moveTo>
                <a:lnTo>
                  <a:pt x="1721" y="2337"/>
                </a:lnTo>
                <a:lnTo>
                  <a:pt x="1652" y="2383"/>
                </a:lnTo>
                <a:lnTo>
                  <a:pt x="1578" y="2420"/>
                </a:lnTo>
                <a:lnTo>
                  <a:pt x="1663" y="2410"/>
                </a:lnTo>
                <a:lnTo>
                  <a:pt x="1749" y="2388"/>
                </a:lnTo>
                <a:lnTo>
                  <a:pt x="1835" y="2353"/>
                </a:lnTo>
                <a:lnTo>
                  <a:pt x="1865" y="2335"/>
                </a:lnTo>
                <a:lnTo>
                  <a:pt x="1783" y="2283"/>
                </a:lnTo>
                <a:moveTo>
                  <a:pt x="1500" y="2446"/>
                </a:moveTo>
                <a:lnTo>
                  <a:pt x="1419" y="2462"/>
                </a:lnTo>
                <a:lnTo>
                  <a:pt x="1337" y="2468"/>
                </a:lnTo>
                <a:lnTo>
                  <a:pt x="1302" y="2546"/>
                </a:lnTo>
                <a:lnTo>
                  <a:pt x="1260" y="2622"/>
                </a:lnTo>
                <a:lnTo>
                  <a:pt x="1210" y="2695"/>
                </a:lnTo>
                <a:lnTo>
                  <a:pt x="1153" y="2765"/>
                </a:lnTo>
                <a:lnTo>
                  <a:pt x="1088" y="2831"/>
                </a:lnTo>
                <a:lnTo>
                  <a:pt x="1017" y="2893"/>
                </a:lnTo>
                <a:lnTo>
                  <a:pt x="939" y="2950"/>
                </a:lnTo>
                <a:lnTo>
                  <a:pt x="855" y="3002"/>
                </a:lnTo>
                <a:lnTo>
                  <a:pt x="764" y="3048"/>
                </a:lnTo>
                <a:lnTo>
                  <a:pt x="669" y="3088"/>
                </a:lnTo>
                <a:lnTo>
                  <a:pt x="567" y="3121"/>
                </a:lnTo>
                <a:lnTo>
                  <a:pt x="462" y="3148"/>
                </a:lnTo>
                <a:lnTo>
                  <a:pt x="351" y="3167"/>
                </a:lnTo>
                <a:lnTo>
                  <a:pt x="237" y="3177"/>
                </a:lnTo>
                <a:lnTo>
                  <a:pt x="120" y="3180"/>
                </a:lnTo>
                <a:lnTo>
                  <a:pt x="0" y="3175"/>
                </a:lnTo>
                <a:lnTo>
                  <a:pt x="16" y="3067"/>
                </a:lnTo>
                <a:lnTo>
                  <a:pt x="38" y="2963"/>
                </a:lnTo>
                <a:lnTo>
                  <a:pt x="65" y="2862"/>
                </a:lnTo>
                <a:lnTo>
                  <a:pt x="98" y="2765"/>
                </a:lnTo>
                <a:lnTo>
                  <a:pt x="137" y="2671"/>
                </a:lnTo>
                <a:lnTo>
                  <a:pt x="180" y="2581"/>
                </a:lnTo>
                <a:lnTo>
                  <a:pt x="228" y="2495"/>
                </a:lnTo>
                <a:lnTo>
                  <a:pt x="281" y="2414"/>
                </a:lnTo>
                <a:lnTo>
                  <a:pt x="338" y="2337"/>
                </a:lnTo>
                <a:lnTo>
                  <a:pt x="399" y="2266"/>
                </a:lnTo>
                <a:lnTo>
                  <a:pt x="463" y="2199"/>
                </a:lnTo>
                <a:lnTo>
                  <a:pt x="532" y="2138"/>
                </a:lnTo>
                <a:lnTo>
                  <a:pt x="603" y="2082"/>
                </a:lnTo>
                <a:lnTo>
                  <a:pt x="677" y="2031"/>
                </a:lnTo>
                <a:lnTo>
                  <a:pt x="754" y="1986"/>
                </a:lnTo>
                <a:lnTo>
                  <a:pt x="833" y="1947"/>
                </a:lnTo>
                <a:lnTo>
                  <a:pt x="914" y="1914"/>
                </a:lnTo>
                <a:lnTo>
                  <a:pt x="997" y="1886"/>
                </a:lnTo>
                <a:lnTo>
                  <a:pt x="1081" y="1865"/>
                </a:lnTo>
                <a:lnTo>
                  <a:pt x="1138" y="1854"/>
                </a:lnTo>
                <a:lnTo>
                  <a:pt x="1137" y="1855"/>
                </a:lnTo>
                <a:lnTo>
                  <a:pt x="1113" y="1886"/>
                </a:lnTo>
                <a:lnTo>
                  <a:pt x="1094" y="1923"/>
                </a:lnTo>
                <a:lnTo>
                  <a:pt x="1081" y="1966"/>
                </a:lnTo>
                <a:lnTo>
                  <a:pt x="1075" y="2012"/>
                </a:lnTo>
                <a:lnTo>
                  <a:pt x="1077" y="2062"/>
                </a:lnTo>
                <a:lnTo>
                  <a:pt x="1088" y="2114"/>
                </a:lnTo>
                <a:lnTo>
                  <a:pt x="1108" y="2167"/>
                </a:lnTo>
                <a:lnTo>
                  <a:pt x="1138" y="2218"/>
                </a:lnTo>
                <a:lnTo>
                  <a:pt x="1177" y="2267"/>
                </a:lnTo>
                <a:lnTo>
                  <a:pt x="1225" y="2311"/>
                </a:lnTo>
                <a:lnTo>
                  <a:pt x="1282" y="2350"/>
                </a:lnTo>
                <a:lnTo>
                  <a:pt x="1347" y="2382"/>
                </a:lnTo>
                <a:lnTo>
                  <a:pt x="1419" y="2405"/>
                </a:lnTo>
                <a:lnTo>
                  <a:pt x="1496" y="2418"/>
                </a:lnTo>
                <a:lnTo>
                  <a:pt x="1578" y="2420"/>
                </a:lnTo>
                <a:lnTo>
                  <a:pt x="1500" y="2446"/>
                </a:lnTo>
                <a:moveTo>
                  <a:pt x="1166" y="1850"/>
                </a:moveTo>
                <a:lnTo>
                  <a:pt x="1251" y="1840"/>
                </a:lnTo>
                <a:lnTo>
                  <a:pt x="1337" y="1837"/>
                </a:lnTo>
                <a:lnTo>
                  <a:pt x="1315" y="1820"/>
                </a:lnTo>
                <a:lnTo>
                  <a:pt x="1288" y="1808"/>
                </a:lnTo>
                <a:lnTo>
                  <a:pt x="1258" y="1803"/>
                </a:lnTo>
                <a:lnTo>
                  <a:pt x="1227" y="1805"/>
                </a:lnTo>
                <a:lnTo>
                  <a:pt x="1196" y="1814"/>
                </a:lnTo>
                <a:lnTo>
                  <a:pt x="1165" y="1831"/>
                </a:lnTo>
                <a:lnTo>
                  <a:pt x="1138" y="1854"/>
                </a:lnTo>
                <a:lnTo>
                  <a:pt x="1166" y="1850"/>
                </a:lnTo>
                <a:close/>
              </a:path>
            </a:pathLst>
          </a:custGeom>
          <a:solidFill>
            <a:srgbClr val="619CFF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4686840" y="4830120"/>
            <a:ext cx="1616400" cy="1144800"/>
          </a:xfrm>
          <a:custGeom>
            <a:avLst/>
            <a:gdLst/>
            <a:ahLst/>
            <a:rect l="0" t="0" r="r" b="b"/>
            <a:pathLst>
              <a:path w="4490" h="3180">
                <a:moveTo>
                  <a:pt x="1337" y="576"/>
                </a:moveTo>
                <a:lnTo>
                  <a:pt x="1395" y="507"/>
                </a:lnTo>
                <a:lnTo>
                  <a:pt x="1459" y="441"/>
                </a:lnTo>
                <a:lnTo>
                  <a:pt x="1529" y="378"/>
                </a:lnTo>
                <a:lnTo>
                  <a:pt x="1605" y="319"/>
                </a:lnTo>
                <a:lnTo>
                  <a:pt x="1686" y="263"/>
                </a:lnTo>
                <a:lnTo>
                  <a:pt x="1772" y="212"/>
                </a:lnTo>
                <a:lnTo>
                  <a:pt x="1864" y="166"/>
                </a:lnTo>
                <a:lnTo>
                  <a:pt x="1960" y="125"/>
                </a:lnTo>
                <a:lnTo>
                  <a:pt x="2061" y="89"/>
                </a:lnTo>
                <a:lnTo>
                  <a:pt x="2166" y="59"/>
                </a:lnTo>
                <a:lnTo>
                  <a:pt x="2275" y="34"/>
                </a:lnTo>
                <a:lnTo>
                  <a:pt x="2388" y="16"/>
                </a:lnTo>
                <a:lnTo>
                  <a:pt x="2504" y="5"/>
                </a:lnTo>
                <a:lnTo>
                  <a:pt x="2623" y="0"/>
                </a:lnTo>
                <a:lnTo>
                  <a:pt x="2745" y="2"/>
                </a:lnTo>
                <a:lnTo>
                  <a:pt x="2869" y="12"/>
                </a:lnTo>
                <a:lnTo>
                  <a:pt x="2994" y="29"/>
                </a:lnTo>
                <a:lnTo>
                  <a:pt x="3121" y="53"/>
                </a:lnTo>
                <a:lnTo>
                  <a:pt x="3209" y="101"/>
                </a:lnTo>
                <a:lnTo>
                  <a:pt x="3295" y="152"/>
                </a:lnTo>
                <a:lnTo>
                  <a:pt x="3380" y="208"/>
                </a:lnTo>
                <a:lnTo>
                  <a:pt x="3464" y="268"/>
                </a:lnTo>
                <a:lnTo>
                  <a:pt x="3546" y="331"/>
                </a:lnTo>
                <a:lnTo>
                  <a:pt x="3626" y="399"/>
                </a:lnTo>
                <a:lnTo>
                  <a:pt x="3704" y="470"/>
                </a:lnTo>
                <a:lnTo>
                  <a:pt x="3780" y="546"/>
                </a:lnTo>
                <a:lnTo>
                  <a:pt x="3854" y="625"/>
                </a:lnTo>
                <a:lnTo>
                  <a:pt x="3925" y="708"/>
                </a:lnTo>
                <a:lnTo>
                  <a:pt x="3993" y="794"/>
                </a:lnTo>
                <a:lnTo>
                  <a:pt x="4058" y="885"/>
                </a:lnTo>
                <a:lnTo>
                  <a:pt x="4121" y="979"/>
                </a:lnTo>
                <a:lnTo>
                  <a:pt x="4180" y="1076"/>
                </a:lnTo>
                <a:lnTo>
                  <a:pt x="4236" y="1176"/>
                </a:lnTo>
                <a:lnTo>
                  <a:pt x="4288" y="1279"/>
                </a:lnTo>
                <a:lnTo>
                  <a:pt x="4336" y="1385"/>
                </a:lnTo>
                <a:lnTo>
                  <a:pt x="4381" y="1494"/>
                </a:lnTo>
                <a:lnTo>
                  <a:pt x="4422" y="1606"/>
                </a:lnTo>
                <a:lnTo>
                  <a:pt x="4458" y="1721"/>
                </a:lnTo>
                <a:lnTo>
                  <a:pt x="4490" y="1837"/>
                </a:lnTo>
                <a:lnTo>
                  <a:pt x="4388" y="1933"/>
                </a:lnTo>
                <a:lnTo>
                  <a:pt x="4283" y="2023"/>
                </a:lnTo>
                <a:lnTo>
                  <a:pt x="4175" y="2105"/>
                </a:lnTo>
                <a:lnTo>
                  <a:pt x="4065" y="2182"/>
                </a:lnTo>
                <a:lnTo>
                  <a:pt x="3953" y="2252"/>
                </a:lnTo>
                <a:lnTo>
                  <a:pt x="3840" y="2314"/>
                </a:lnTo>
                <a:lnTo>
                  <a:pt x="3725" y="2371"/>
                </a:lnTo>
                <a:lnTo>
                  <a:pt x="3610" y="2420"/>
                </a:lnTo>
                <a:lnTo>
                  <a:pt x="3493" y="2463"/>
                </a:lnTo>
                <a:lnTo>
                  <a:pt x="3377" y="2500"/>
                </a:lnTo>
                <a:lnTo>
                  <a:pt x="3260" y="2529"/>
                </a:lnTo>
                <a:lnTo>
                  <a:pt x="3144" y="2552"/>
                </a:lnTo>
                <a:lnTo>
                  <a:pt x="3028" y="2568"/>
                </a:lnTo>
                <a:lnTo>
                  <a:pt x="2913" y="2578"/>
                </a:lnTo>
                <a:lnTo>
                  <a:pt x="2799" y="2581"/>
                </a:lnTo>
                <a:lnTo>
                  <a:pt x="2685" y="2578"/>
                </a:lnTo>
                <a:lnTo>
                  <a:pt x="2574" y="2569"/>
                </a:lnTo>
                <a:lnTo>
                  <a:pt x="2466" y="2553"/>
                </a:lnTo>
                <a:lnTo>
                  <a:pt x="2359" y="2532"/>
                </a:lnTo>
                <a:lnTo>
                  <a:pt x="2255" y="2504"/>
                </a:lnTo>
                <a:lnTo>
                  <a:pt x="2154" y="2471"/>
                </a:lnTo>
                <a:lnTo>
                  <a:pt x="2056" y="2432"/>
                </a:lnTo>
                <a:lnTo>
                  <a:pt x="1961" y="2388"/>
                </a:lnTo>
                <a:lnTo>
                  <a:pt x="1870" y="2338"/>
                </a:lnTo>
                <a:lnTo>
                  <a:pt x="1783" y="2283"/>
                </a:lnTo>
                <a:lnTo>
                  <a:pt x="1721" y="2337"/>
                </a:lnTo>
                <a:lnTo>
                  <a:pt x="1652" y="2383"/>
                </a:lnTo>
                <a:lnTo>
                  <a:pt x="1578" y="2420"/>
                </a:lnTo>
                <a:lnTo>
                  <a:pt x="1500" y="2446"/>
                </a:lnTo>
                <a:lnTo>
                  <a:pt x="1419" y="2462"/>
                </a:lnTo>
                <a:lnTo>
                  <a:pt x="1337" y="2468"/>
                </a:lnTo>
                <a:lnTo>
                  <a:pt x="1302" y="2546"/>
                </a:lnTo>
                <a:lnTo>
                  <a:pt x="1260" y="2622"/>
                </a:lnTo>
                <a:lnTo>
                  <a:pt x="1210" y="2695"/>
                </a:lnTo>
                <a:lnTo>
                  <a:pt x="1153" y="2765"/>
                </a:lnTo>
                <a:lnTo>
                  <a:pt x="1088" y="2831"/>
                </a:lnTo>
                <a:lnTo>
                  <a:pt x="1017" y="2893"/>
                </a:lnTo>
                <a:lnTo>
                  <a:pt x="939" y="2950"/>
                </a:lnTo>
                <a:lnTo>
                  <a:pt x="855" y="3002"/>
                </a:lnTo>
                <a:lnTo>
                  <a:pt x="764" y="3048"/>
                </a:lnTo>
                <a:lnTo>
                  <a:pt x="669" y="3088"/>
                </a:lnTo>
                <a:lnTo>
                  <a:pt x="567" y="3121"/>
                </a:lnTo>
                <a:lnTo>
                  <a:pt x="462" y="3148"/>
                </a:lnTo>
                <a:lnTo>
                  <a:pt x="351" y="3167"/>
                </a:lnTo>
                <a:lnTo>
                  <a:pt x="237" y="3177"/>
                </a:lnTo>
                <a:lnTo>
                  <a:pt x="120" y="3180"/>
                </a:lnTo>
                <a:lnTo>
                  <a:pt x="0" y="3175"/>
                </a:lnTo>
                <a:lnTo>
                  <a:pt x="16" y="3067"/>
                </a:lnTo>
                <a:lnTo>
                  <a:pt x="38" y="2963"/>
                </a:lnTo>
                <a:lnTo>
                  <a:pt x="65" y="2862"/>
                </a:lnTo>
                <a:lnTo>
                  <a:pt x="98" y="2765"/>
                </a:lnTo>
                <a:lnTo>
                  <a:pt x="137" y="2671"/>
                </a:lnTo>
                <a:lnTo>
                  <a:pt x="180" y="2581"/>
                </a:lnTo>
                <a:lnTo>
                  <a:pt x="228" y="2495"/>
                </a:lnTo>
                <a:lnTo>
                  <a:pt x="281" y="2414"/>
                </a:lnTo>
                <a:lnTo>
                  <a:pt x="338" y="2337"/>
                </a:lnTo>
                <a:lnTo>
                  <a:pt x="399" y="2266"/>
                </a:lnTo>
                <a:lnTo>
                  <a:pt x="463" y="2199"/>
                </a:lnTo>
                <a:lnTo>
                  <a:pt x="532" y="2138"/>
                </a:lnTo>
                <a:lnTo>
                  <a:pt x="603" y="2082"/>
                </a:lnTo>
                <a:lnTo>
                  <a:pt x="677" y="2031"/>
                </a:lnTo>
                <a:lnTo>
                  <a:pt x="754" y="1986"/>
                </a:lnTo>
                <a:lnTo>
                  <a:pt x="833" y="1947"/>
                </a:lnTo>
                <a:lnTo>
                  <a:pt x="914" y="1914"/>
                </a:lnTo>
                <a:lnTo>
                  <a:pt x="997" y="1886"/>
                </a:lnTo>
                <a:lnTo>
                  <a:pt x="1081" y="1865"/>
                </a:lnTo>
                <a:lnTo>
                  <a:pt x="1166" y="1850"/>
                </a:lnTo>
                <a:lnTo>
                  <a:pt x="1251" y="1840"/>
                </a:lnTo>
                <a:lnTo>
                  <a:pt x="1337" y="1837"/>
                </a:lnTo>
                <a:lnTo>
                  <a:pt x="1315" y="1820"/>
                </a:lnTo>
                <a:lnTo>
                  <a:pt x="1288" y="1808"/>
                </a:lnTo>
                <a:lnTo>
                  <a:pt x="1258" y="1803"/>
                </a:lnTo>
                <a:lnTo>
                  <a:pt x="1227" y="1805"/>
                </a:lnTo>
                <a:lnTo>
                  <a:pt x="1196" y="1814"/>
                </a:lnTo>
                <a:lnTo>
                  <a:pt x="1165" y="1831"/>
                </a:lnTo>
                <a:lnTo>
                  <a:pt x="1137" y="1855"/>
                </a:lnTo>
                <a:lnTo>
                  <a:pt x="1113" y="1886"/>
                </a:lnTo>
                <a:lnTo>
                  <a:pt x="1094" y="1923"/>
                </a:lnTo>
                <a:lnTo>
                  <a:pt x="1081" y="1966"/>
                </a:lnTo>
                <a:lnTo>
                  <a:pt x="1075" y="2012"/>
                </a:lnTo>
                <a:lnTo>
                  <a:pt x="1077" y="2062"/>
                </a:lnTo>
                <a:lnTo>
                  <a:pt x="1088" y="2114"/>
                </a:lnTo>
                <a:lnTo>
                  <a:pt x="1108" y="2167"/>
                </a:lnTo>
                <a:lnTo>
                  <a:pt x="1138" y="2218"/>
                </a:lnTo>
                <a:lnTo>
                  <a:pt x="1177" y="2267"/>
                </a:lnTo>
                <a:lnTo>
                  <a:pt x="1225" y="2311"/>
                </a:lnTo>
                <a:lnTo>
                  <a:pt x="1282" y="2350"/>
                </a:lnTo>
                <a:lnTo>
                  <a:pt x="1347" y="2382"/>
                </a:lnTo>
                <a:lnTo>
                  <a:pt x="1419" y="2405"/>
                </a:lnTo>
                <a:lnTo>
                  <a:pt x="1496" y="2418"/>
                </a:lnTo>
                <a:lnTo>
                  <a:pt x="1578" y="2420"/>
                </a:lnTo>
                <a:lnTo>
                  <a:pt x="1663" y="2410"/>
                </a:lnTo>
                <a:lnTo>
                  <a:pt x="1749" y="2388"/>
                </a:lnTo>
                <a:lnTo>
                  <a:pt x="1835" y="2353"/>
                </a:lnTo>
                <a:lnTo>
                  <a:pt x="1917" y="2305"/>
                </a:lnTo>
                <a:lnTo>
                  <a:pt x="1995" y="2244"/>
                </a:lnTo>
                <a:lnTo>
                  <a:pt x="2067" y="2171"/>
                </a:lnTo>
                <a:lnTo>
                  <a:pt x="2130" y="2086"/>
                </a:lnTo>
                <a:lnTo>
                  <a:pt x="2183" y="1990"/>
                </a:lnTo>
                <a:lnTo>
                  <a:pt x="2224" y="1885"/>
                </a:lnTo>
                <a:lnTo>
                  <a:pt x="2252" y="1772"/>
                </a:lnTo>
                <a:lnTo>
                  <a:pt x="2265" y="1653"/>
                </a:lnTo>
                <a:lnTo>
                  <a:pt x="2262" y="1530"/>
                </a:lnTo>
                <a:lnTo>
                  <a:pt x="2242" y="1404"/>
                </a:lnTo>
                <a:lnTo>
                  <a:pt x="2205" y="1280"/>
                </a:lnTo>
                <a:lnTo>
                  <a:pt x="2151" y="1157"/>
                </a:lnTo>
                <a:lnTo>
                  <a:pt x="2079" y="1040"/>
                </a:lnTo>
                <a:lnTo>
                  <a:pt x="1991" y="931"/>
                </a:lnTo>
                <a:lnTo>
                  <a:pt x="1886" y="830"/>
                </a:lnTo>
                <a:lnTo>
                  <a:pt x="1767" y="743"/>
                </a:lnTo>
                <a:lnTo>
                  <a:pt x="1635" y="670"/>
                </a:lnTo>
                <a:lnTo>
                  <a:pt x="1491" y="614"/>
                </a:lnTo>
                <a:lnTo>
                  <a:pt x="1337" y="576"/>
                </a:lnTo>
                <a:close/>
              </a:path>
            </a:pathLst>
          </a:custGeom>
          <a:noFill/>
          <a:ln w="24840">
            <a:solidFill>
              <a:srgbClr val="619CFF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4686840" y="4830120"/>
            <a:ext cx="1616400" cy="1144800"/>
          </a:xfrm>
          <a:custGeom>
            <a:avLst/>
            <a:gdLst/>
            <a:ahLst/>
            <a:rect l="0" t="0" r="r" b="b"/>
            <a:pathLst>
              <a:path fill="none" w="4490" h="3180">
                <a:moveTo>
                  <a:pt x="1337" y="576"/>
                </a:moveTo>
                <a:lnTo>
                  <a:pt x="1395" y="507"/>
                </a:lnTo>
                <a:lnTo>
                  <a:pt x="1459" y="441"/>
                </a:lnTo>
                <a:lnTo>
                  <a:pt x="1529" y="378"/>
                </a:lnTo>
                <a:lnTo>
                  <a:pt x="1605" y="319"/>
                </a:lnTo>
                <a:lnTo>
                  <a:pt x="1686" y="263"/>
                </a:lnTo>
                <a:lnTo>
                  <a:pt x="1772" y="212"/>
                </a:lnTo>
                <a:lnTo>
                  <a:pt x="1864" y="166"/>
                </a:lnTo>
                <a:lnTo>
                  <a:pt x="1960" y="125"/>
                </a:lnTo>
                <a:lnTo>
                  <a:pt x="2061" y="89"/>
                </a:lnTo>
                <a:lnTo>
                  <a:pt x="2166" y="59"/>
                </a:lnTo>
                <a:lnTo>
                  <a:pt x="2275" y="34"/>
                </a:lnTo>
                <a:lnTo>
                  <a:pt x="2388" y="16"/>
                </a:lnTo>
                <a:lnTo>
                  <a:pt x="2504" y="5"/>
                </a:lnTo>
                <a:lnTo>
                  <a:pt x="2623" y="0"/>
                </a:lnTo>
                <a:lnTo>
                  <a:pt x="2745" y="2"/>
                </a:lnTo>
                <a:lnTo>
                  <a:pt x="2869" y="12"/>
                </a:lnTo>
                <a:lnTo>
                  <a:pt x="2994" y="29"/>
                </a:lnTo>
                <a:lnTo>
                  <a:pt x="3121" y="53"/>
                </a:lnTo>
                <a:lnTo>
                  <a:pt x="3209" y="101"/>
                </a:lnTo>
                <a:lnTo>
                  <a:pt x="3295" y="152"/>
                </a:lnTo>
                <a:lnTo>
                  <a:pt x="3380" y="208"/>
                </a:lnTo>
                <a:lnTo>
                  <a:pt x="3464" y="268"/>
                </a:lnTo>
                <a:lnTo>
                  <a:pt x="3546" y="331"/>
                </a:lnTo>
                <a:lnTo>
                  <a:pt x="3626" y="399"/>
                </a:lnTo>
                <a:lnTo>
                  <a:pt x="3704" y="470"/>
                </a:lnTo>
                <a:lnTo>
                  <a:pt x="3780" y="546"/>
                </a:lnTo>
                <a:lnTo>
                  <a:pt x="3854" y="625"/>
                </a:lnTo>
                <a:lnTo>
                  <a:pt x="3925" y="708"/>
                </a:lnTo>
                <a:lnTo>
                  <a:pt x="3993" y="794"/>
                </a:lnTo>
                <a:lnTo>
                  <a:pt x="4058" y="885"/>
                </a:lnTo>
                <a:lnTo>
                  <a:pt x="4121" y="979"/>
                </a:lnTo>
                <a:lnTo>
                  <a:pt x="4180" y="1076"/>
                </a:lnTo>
                <a:lnTo>
                  <a:pt x="4236" y="1176"/>
                </a:lnTo>
                <a:lnTo>
                  <a:pt x="4288" y="1279"/>
                </a:lnTo>
                <a:lnTo>
                  <a:pt x="4336" y="1385"/>
                </a:lnTo>
                <a:lnTo>
                  <a:pt x="4381" y="1494"/>
                </a:lnTo>
                <a:lnTo>
                  <a:pt x="4422" y="1606"/>
                </a:lnTo>
                <a:lnTo>
                  <a:pt x="4458" y="1721"/>
                </a:lnTo>
                <a:lnTo>
                  <a:pt x="4490" y="1837"/>
                </a:lnTo>
                <a:lnTo>
                  <a:pt x="4388" y="1933"/>
                </a:lnTo>
                <a:lnTo>
                  <a:pt x="4283" y="2023"/>
                </a:lnTo>
                <a:lnTo>
                  <a:pt x="4175" y="2105"/>
                </a:lnTo>
                <a:lnTo>
                  <a:pt x="4065" y="2182"/>
                </a:lnTo>
                <a:lnTo>
                  <a:pt x="3953" y="2252"/>
                </a:lnTo>
                <a:lnTo>
                  <a:pt x="3840" y="2314"/>
                </a:lnTo>
                <a:lnTo>
                  <a:pt x="3725" y="2371"/>
                </a:lnTo>
                <a:lnTo>
                  <a:pt x="3610" y="2420"/>
                </a:lnTo>
                <a:lnTo>
                  <a:pt x="3493" y="2463"/>
                </a:lnTo>
                <a:lnTo>
                  <a:pt x="3377" y="2500"/>
                </a:lnTo>
                <a:lnTo>
                  <a:pt x="3260" y="2529"/>
                </a:lnTo>
                <a:lnTo>
                  <a:pt x="3144" y="2552"/>
                </a:lnTo>
                <a:lnTo>
                  <a:pt x="3028" y="2568"/>
                </a:lnTo>
                <a:lnTo>
                  <a:pt x="2913" y="2578"/>
                </a:lnTo>
                <a:lnTo>
                  <a:pt x="2799" y="2581"/>
                </a:lnTo>
                <a:lnTo>
                  <a:pt x="2685" y="2578"/>
                </a:lnTo>
                <a:lnTo>
                  <a:pt x="2574" y="2569"/>
                </a:lnTo>
                <a:lnTo>
                  <a:pt x="2466" y="2553"/>
                </a:lnTo>
                <a:lnTo>
                  <a:pt x="2359" y="2532"/>
                </a:lnTo>
                <a:lnTo>
                  <a:pt x="2255" y="2504"/>
                </a:lnTo>
                <a:lnTo>
                  <a:pt x="2154" y="2471"/>
                </a:lnTo>
                <a:lnTo>
                  <a:pt x="2056" y="2432"/>
                </a:lnTo>
                <a:lnTo>
                  <a:pt x="1961" y="2388"/>
                </a:lnTo>
                <a:lnTo>
                  <a:pt x="1870" y="2338"/>
                </a:lnTo>
                <a:lnTo>
                  <a:pt x="1783" y="2283"/>
                </a:lnTo>
                <a:lnTo>
                  <a:pt x="1721" y="2337"/>
                </a:lnTo>
                <a:lnTo>
                  <a:pt x="1652" y="2383"/>
                </a:lnTo>
                <a:lnTo>
                  <a:pt x="1578" y="2420"/>
                </a:lnTo>
                <a:lnTo>
                  <a:pt x="1500" y="2446"/>
                </a:lnTo>
                <a:lnTo>
                  <a:pt x="1419" y="2462"/>
                </a:lnTo>
                <a:lnTo>
                  <a:pt x="1337" y="2468"/>
                </a:lnTo>
                <a:lnTo>
                  <a:pt x="1302" y="2546"/>
                </a:lnTo>
                <a:lnTo>
                  <a:pt x="1260" y="2622"/>
                </a:lnTo>
                <a:lnTo>
                  <a:pt x="1210" y="2695"/>
                </a:lnTo>
                <a:lnTo>
                  <a:pt x="1153" y="2765"/>
                </a:lnTo>
                <a:lnTo>
                  <a:pt x="1088" y="2831"/>
                </a:lnTo>
                <a:lnTo>
                  <a:pt x="1017" y="2893"/>
                </a:lnTo>
                <a:lnTo>
                  <a:pt x="939" y="2950"/>
                </a:lnTo>
                <a:lnTo>
                  <a:pt x="855" y="3002"/>
                </a:lnTo>
                <a:lnTo>
                  <a:pt x="764" y="3048"/>
                </a:lnTo>
                <a:lnTo>
                  <a:pt x="669" y="3088"/>
                </a:lnTo>
                <a:lnTo>
                  <a:pt x="567" y="3121"/>
                </a:lnTo>
                <a:lnTo>
                  <a:pt x="462" y="3148"/>
                </a:lnTo>
                <a:lnTo>
                  <a:pt x="351" y="3167"/>
                </a:lnTo>
                <a:lnTo>
                  <a:pt x="237" y="3177"/>
                </a:lnTo>
                <a:lnTo>
                  <a:pt x="120" y="3180"/>
                </a:lnTo>
                <a:lnTo>
                  <a:pt x="0" y="3175"/>
                </a:lnTo>
                <a:lnTo>
                  <a:pt x="16" y="3067"/>
                </a:lnTo>
                <a:lnTo>
                  <a:pt x="38" y="2963"/>
                </a:lnTo>
                <a:lnTo>
                  <a:pt x="65" y="2862"/>
                </a:lnTo>
                <a:lnTo>
                  <a:pt x="98" y="2765"/>
                </a:lnTo>
                <a:lnTo>
                  <a:pt x="137" y="2671"/>
                </a:lnTo>
                <a:lnTo>
                  <a:pt x="180" y="2581"/>
                </a:lnTo>
                <a:lnTo>
                  <a:pt x="228" y="2495"/>
                </a:lnTo>
                <a:lnTo>
                  <a:pt x="281" y="2414"/>
                </a:lnTo>
                <a:lnTo>
                  <a:pt x="338" y="2337"/>
                </a:lnTo>
                <a:lnTo>
                  <a:pt x="399" y="2266"/>
                </a:lnTo>
                <a:lnTo>
                  <a:pt x="463" y="2199"/>
                </a:lnTo>
                <a:lnTo>
                  <a:pt x="532" y="2138"/>
                </a:lnTo>
                <a:lnTo>
                  <a:pt x="603" y="2082"/>
                </a:lnTo>
                <a:lnTo>
                  <a:pt x="677" y="2031"/>
                </a:lnTo>
                <a:lnTo>
                  <a:pt x="754" y="1986"/>
                </a:lnTo>
                <a:lnTo>
                  <a:pt x="833" y="1947"/>
                </a:lnTo>
                <a:lnTo>
                  <a:pt x="914" y="1914"/>
                </a:lnTo>
                <a:lnTo>
                  <a:pt x="997" y="1886"/>
                </a:lnTo>
                <a:lnTo>
                  <a:pt x="1081" y="1865"/>
                </a:lnTo>
                <a:lnTo>
                  <a:pt x="1166" y="1850"/>
                </a:lnTo>
                <a:lnTo>
                  <a:pt x="1251" y="1840"/>
                </a:lnTo>
                <a:lnTo>
                  <a:pt x="1337" y="1837"/>
                </a:lnTo>
              </a:path>
            </a:pathLst>
          </a:custGeom>
          <a:ln w="24840">
            <a:solidFill>
              <a:srgbClr val="619CFF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5136480" y="5005800"/>
            <a:ext cx="63720" cy="64080"/>
          </a:xfrm>
          <a:custGeom>
            <a:avLst/>
            <a:gdLst/>
            <a:ahLst/>
            <a:rect l="0" t="0" r="r" b="b"/>
            <a:pathLst>
              <a:path w="177" h="178">
                <a:moveTo>
                  <a:pt x="0" y="89"/>
                </a:moveTo>
                <a:cubicBezTo>
                  <a:pt x="0" y="-30"/>
                  <a:pt x="177" y="-30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5136480" y="5005800"/>
            <a:ext cx="63720" cy="64080"/>
          </a:xfrm>
          <a:custGeom>
            <a:avLst/>
            <a:gdLst/>
            <a:ahLst/>
            <a:rect l="0" t="0" r="r" b="b"/>
            <a:pathLst>
              <a:path fill="none" w="177" h="178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30"/>
                  <a:pt x="177" y="-30"/>
                  <a:pt x="177" y="89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5778360" y="481752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5778360" y="481752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627156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27156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5297040" y="56199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5297040" y="56199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5136480" y="56865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5136480" y="56865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4655160" y="594108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4655160" y="594108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5136480" y="5459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5136480" y="5459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5136480" y="5459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619C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5136480" y="5459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619C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 flipV="1">
            <a:off x="5168160" y="435636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5168160" y="4688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616" y="1615"/>
                </a:lnTo>
                <a:lnTo>
                  <a:pt x="693" y="1539"/>
                </a:lnTo>
                <a:lnTo>
                  <a:pt x="770" y="1462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5168160" y="5491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5168160" y="5491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77" y="77"/>
                </a:lnTo>
                <a:lnTo>
                  <a:pt x="155" y="154"/>
                </a:lnTo>
                <a:lnTo>
                  <a:pt x="232" y="231"/>
                </a:lnTo>
                <a:lnTo>
                  <a:pt x="385" y="385"/>
                </a:lnTo>
                <a:lnTo>
                  <a:pt x="462" y="462"/>
                </a:lnTo>
                <a:lnTo>
                  <a:pt x="539" y="538"/>
                </a:lnTo>
                <a:lnTo>
                  <a:pt x="923" y="923"/>
                </a:lnTo>
                <a:lnTo>
                  <a:pt x="1000" y="1000"/>
                </a:lnTo>
                <a:lnTo>
                  <a:pt x="1077" y="1076"/>
                </a:lnTo>
                <a:lnTo>
                  <a:pt x="1231" y="1230"/>
                </a:lnTo>
                <a:lnTo>
                  <a:pt x="1308" y="1307"/>
                </a:lnTo>
                <a:lnTo>
                  <a:pt x="1385" y="1384"/>
                </a:lnTo>
                <a:lnTo>
                  <a:pt x="1538" y="1538"/>
                </a:lnTo>
                <a:lnTo>
                  <a:pt x="1615" y="1615"/>
                </a:lnTo>
                <a:lnTo>
                  <a:pt x="1692" y="1692"/>
                </a:lnTo>
                <a:lnTo>
                  <a:pt x="1769" y="1769"/>
                </a:lnTo>
                <a:lnTo>
                  <a:pt x="1846" y="1846"/>
                </a:lnTo>
                <a:lnTo>
                  <a:pt x="1923" y="1923"/>
                </a:lnTo>
                <a:lnTo>
                  <a:pt x="2076" y="2076"/>
                </a:lnTo>
                <a:lnTo>
                  <a:pt x="2153" y="2153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5168160" y="549108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4365720" y="5491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1846" y="385"/>
                </a:lnTo>
                <a:lnTo>
                  <a:pt x="1769" y="462"/>
                </a:lnTo>
                <a:lnTo>
                  <a:pt x="1692" y="538"/>
                </a:lnTo>
                <a:lnTo>
                  <a:pt x="693" y="1538"/>
                </a:lnTo>
                <a:lnTo>
                  <a:pt x="616" y="1615"/>
                </a:lnTo>
                <a:lnTo>
                  <a:pt x="539" y="1692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 flipH="1">
            <a:off x="4033440" y="5491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4365720" y="4688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3"/>
                </a:lnTo>
                <a:lnTo>
                  <a:pt x="2076" y="2077"/>
                </a:lnTo>
                <a:lnTo>
                  <a:pt x="2000" y="2000"/>
                </a:lnTo>
                <a:lnTo>
                  <a:pt x="1615" y="1615"/>
                </a:lnTo>
                <a:lnTo>
                  <a:pt x="1538" y="1539"/>
                </a:lnTo>
                <a:lnTo>
                  <a:pt x="1462" y="1462"/>
                </a:lnTo>
                <a:lnTo>
                  <a:pt x="1308" y="1307"/>
                </a:lnTo>
                <a:lnTo>
                  <a:pt x="1231" y="1230"/>
                </a:lnTo>
                <a:lnTo>
                  <a:pt x="1154" y="1153"/>
                </a:lnTo>
                <a:lnTo>
                  <a:pt x="1000" y="1000"/>
                </a:lnTo>
                <a:lnTo>
                  <a:pt x="924" y="923"/>
                </a:lnTo>
                <a:lnTo>
                  <a:pt x="847" y="846"/>
                </a:lnTo>
                <a:lnTo>
                  <a:pt x="462" y="462"/>
                </a:lnTo>
                <a:lnTo>
                  <a:pt x="386" y="385"/>
                </a:lnTo>
                <a:lnTo>
                  <a:pt x="309" y="308"/>
                </a:lnTo>
                <a:lnTo>
                  <a:pt x="155" y="154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4552560" y="3861720"/>
            <a:ext cx="12002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16, species = 9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5034960" y="417024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836320" y="4544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6337080" y="544680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5823360" y="6349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5022360" y="672336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4011840" y="6349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3771000" y="544680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024440" y="4544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3509640" y="4885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6673680" y="4034880"/>
            <a:ext cx="3302640" cy="3000960"/>
          </a:xfrm>
          <a:custGeom>
            <a:avLst/>
            <a:gdLst/>
            <a:ahLst/>
            <a:rect l="0" t="0" r="r" b="b"/>
            <a:pathLst>
              <a:path w="9174" h="8336">
                <a:moveTo>
                  <a:pt x="0" y="0"/>
                </a:moveTo>
                <a:lnTo>
                  <a:pt x="9174" y="0"/>
                </a:lnTo>
                <a:lnTo>
                  <a:pt x="9174" y="8336"/>
                </a:lnTo>
                <a:lnTo>
                  <a:pt x="0" y="8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7002720" y="3552480"/>
            <a:ext cx="2935440" cy="482760"/>
          </a:xfrm>
          <a:custGeom>
            <a:avLst/>
            <a:gdLst/>
            <a:ahLst/>
            <a:rect l="0" t="0" r="r" b="b"/>
            <a:pathLst>
              <a:path w="8154" h="1341">
                <a:moveTo>
                  <a:pt x="0" y="0"/>
                </a:moveTo>
                <a:lnTo>
                  <a:pt x="8154" y="0"/>
                </a:lnTo>
                <a:lnTo>
                  <a:pt x="8154" y="1341"/>
                </a:lnTo>
                <a:lnTo>
                  <a:pt x="0" y="134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3458880" y="4318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8032320" y="3665880"/>
            <a:ext cx="8514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Coraciiformes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7052040" y="4072680"/>
            <a:ext cx="2837160" cy="2837160"/>
          </a:xfrm>
          <a:custGeom>
            <a:avLst/>
            <a:gdLst/>
            <a:ahLst/>
            <a:rect l="0" t="0" r="r" b="b"/>
            <a:pathLst>
              <a:path w="7881" h="7881">
                <a:moveTo>
                  <a:pt x="0" y="0"/>
                </a:moveTo>
                <a:lnTo>
                  <a:pt x="7881" y="0"/>
                </a:lnTo>
                <a:lnTo>
                  <a:pt x="7881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 flipV="1">
            <a:off x="8470440" y="421452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 flipV="1">
            <a:off x="8470440" y="458856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8470440" y="5491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8470440" y="549108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8470440" y="54910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 flipH="1">
            <a:off x="7567560" y="549108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 flipH="1">
            <a:off x="7193880" y="5491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 flipH="1" flipV="1">
            <a:off x="7567560" y="458856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7903080" y="4923720"/>
            <a:ext cx="1135080" cy="1135080"/>
          </a:xfrm>
          <a:custGeom>
            <a:avLst/>
            <a:gdLst/>
            <a:ahLst/>
            <a:rect l="0" t="0" r="r" b="b"/>
            <a:pathLst>
              <a:path fill="none" w="3153" h="3153">
                <a:moveTo>
                  <a:pt x="1576" y="0"/>
                </a:moveTo>
                <a:lnTo>
                  <a:pt x="1676" y="3"/>
                </a:lnTo>
                <a:lnTo>
                  <a:pt x="1776" y="13"/>
                </a:lnTo>
                <a:lnTo>
                  <a:pt x="1875" y="29"/>
                </a:lnTo>
                <a:lnTo>
                  <a:pt x="1973" y="51"/>
                </a:lnTo>
                <a:lnTo>
                  <a:pt x="2068" y="79"/>
                </a:lnTo>
                <a:lnTo>
                  <a:pt x="2162" y="113"/>
                </a:lnTo>
                <a:lnTo>
                  <a:pt x="2254" y="153"/>
                </a:lnTo>
                <a:lnTo>
                  <a:pt x="2343" y="199"/>
                </a:lnTo>
                <a:lnTo>
                  <a:pt x="2429" y="250"/>
                </a:lnTo>
                <a:lnTo>
                  <a:pt x="2511" y="307"/>
                </a:lnTo>
                <a:lnTo>
                  <a:pt x="2590" y="369"/>
                </a:lnTo>
                <a:lnTo>
                  <a:pt x="2664" y="436"/>
                </a:lnTo>
                <a:lnTo>
                  <a:pt x="2735" y="508"/>
                </a:lnTo>
                <a:lnTo>
                  <a:pt x="2800" y="584"/>
                </a:lnTo>
                <a:lnTo>
                  <a:pt x="2861" y="663"/>
                </a:lnTo>
                <a:lnTo>
                  <a:pt x="2916" y="746"/>
                </a:lnTo>
                <a:lnTo>
                  <a:pt x="2966" y="833"/>
                </a:lnTo>
                <a:lnTo>
                  <a:pt x="3010" y="923"/>
                </a:lnTo>
                <a:lnTo>
                  <a:pt x="3049" y="1015"/>
                </a:lnTo>
                <a:lnTo>
                  <a:pt x="3082" y="1109"/>
                </a:lnTo>
                <a:lnTo>
                  <a:pt x="3108" y="1206"/>
                </a:lnTo>
                <a:lnTo>
                  <a:pt x="3129" y="1304"/>
                </a:lnTo>
                <a:lnTo>
                  <a:pt x="3143" y="1403"/>
                </a:lnTo>
                <a:lnTo>
                  <a:pt x="3151" y="1502"/>
                </a:lnTo>
                <a:lnTo>
                  <a:pt x="3153" y="1602"/>
                </a:lnTo>
                <a:lnTo>
                  <a:pt x="3148" y="1702"/>
                </a:lnTo>
                <a:lnTo>
                  <a:pt x="3137" y="1802"/>
                </a:lnTo>
                <a:lnTo>
                  <a:pt x="3119" y="1900"/>
                </a:lnTo>
                <a:lnTo>
                  <a:pt x="3096" y="1997"/>
                </a:lnTo>
                <a:lnTo>
                  <a:pt x="3066" y="2093"/>
                </a:lnTo>
                <a:lnTo>
                  <a:pt x="3030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2"/>
                </a:lnTo>
                <a:lnTo>
                  <a:pt x="2768" y="2609"/>
                </a:lnTo>
                <a:lnTo>
                  <a:pt x="2700" y="2683"/>
                </a:lnTo>
                <a:lnTo>
                  <a:pt x="2628" y="2752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30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90"/>
                </a:lnTo>
                <a:lnTo>
                  <a:pt x="1924" y="3115"/>
                </a:lnTo>
                <a:lnTo>
                  <a:pt x="1826" y="3134"/>
                </a:lnTo>
                <a:lnTo>
                  <a:pt x="1727" y="3146"/>
                </a:lnTo>
                <a:lnTo>
                  <a:pt x="1626" y="3153"/>
                </a:lnTo>
                <a:lnTo>
                  <a:pt x="1526" y="3153"/>
                </a:lnTo>
                <a:lnTo>
                  <a:pt x="1426" y="3146"/>
                </a:lnTo>
                <a:lnTo>
                  <a:pt x="1327" y="3134"/>
                </a:lnTo>
                <a:lnTo>
                  <a:pt x="1229" y="3115"/>
                </a:lnTo>
                <a:lnTo>
                  <a:pt x="1132" y="3090"/>
                </a:lnTo>
                <a:lnTo>
                  <a:pt x="1037" y="3058"/>
                </a:lnTo>
                <a:lnTo>
                  <a:pt x="944" y="3021"/>
                </a:lnTo>
                <a:lnTo>
                  <a:pt x="854" y="2978"/>
                </a:lnTo>
                <a:lnTo>
                  <a:pt x="766" y="2930"/>
                </a:lnTo>
                <a:lnTo>
                  <a:pt x="682" y="2875"/>
                </a:lnTo>
                <a:lnTo>
                  <a:pt x="602" y="2816"/>
                </a:lnTo>
                <a:lnTo>
                  <a:pt x="525" y="2752"/>
                </a:lnTo>
                <a:lnTo>
                  <a:pt x="453" y="2683"/>
                </a:lnTo>
                <a:lnTo>
                  <a:pt x="385" y="2609"/>
                </a:lnTo>
                <a:lnTo>
                  <a:pt x="322" y="2532"/>
                </a:lnTo>
                <a:lnTo>
                  <a:pt x="264" y="2450"/>
                </a:lnTo>
                <a:lnTo>
                  <a:pt x="211" y="2365"/>
                </a:lnTo>
                <a:lnTo>
                  <a:pt x="164" y="2277"/>
                </a:lnTo>
                <a:lnTo>
                  <a:pt x="122" y="2186"/>
                </a:lnTo>
                <a:lnTo>
                  <a:pt x="86" y="2093"/>
                </a:lnTo>
                <a:lnTo>
                  <a:pt x="57" y="1997"/>
                </a:lnTo>
                <a:lnTo>
                  <a:pt x="33" y="1900"/>
                </a:lnTo>
                <a:lnTo>
                  <a:pt x="16" y="1802"/>
                </a:lnTo>
                <a:lnTo>
                  <a:pt x="5" y="1702"/>
                </a:lnTo>
                <a:lnTo>
                  <a:pt x="0" y="1602"/>
                </a:lnTo>
                <a:lnTo>
                  <a:pt x="2" y="1502"/>
                </a:lnTo>
                <a:lnTo>
                  <a:pt x="9" y="1403"/>
                </a:lnTo>
                <a:lnTo>
                  <a:pt x="24" y="1304"/>
                </a:lnTo>
                <a:lnTo>
                  <a:pt x="44" y="1206"/>
                </a:lnTo>
                <a:lnTo>
                  <a:pt x="71" y="1109"/>
                </a:lnTo>
                <a:lnTo>
                  <a:pt x="104" y="1015"/>
                </a:lnTo>
                <a:lnTo>
                  <a:pt x="142" y="923"/>
                </a:lnTo>
                <a:lnTo>
                  <a:pt x="186" y="833"/>
                </a:lnTo>
                <a:lnTo>
                  <a:pt x="237" y="746"/>
                </a:lnTo>
                <a:lnTo>
                  <a:pt x="292" y="663"/>
                </a:lnTo>
                <a:lnTo>
                  <a:pt x="353" y="584"/>
                </a:lnTo>
                <a:lnTo>
                  <a:pt x="418" y="508"/>
                </a:lnTo>
                <a:lnTo>
                  <a:pt x="488" y="436"/>
                </a:lnTo>
                <a:lnTo>
                  <a:pt x="563" y="369"/>
                </a:lnTo>
                <a:lnTo>
                  <a:pt x="641" y="307"/>
                </a:lnTo>
                <a:lnTo>
                  <a:pt x="724" y="250"/>
                </a:lnTo>
                <a:lnTo>
                  <a:pt x="809" y="199"/>
                </a:lnTo>
                <a:lnTo>
                  <a:pt x="898" y="153"/>
                </a:lnTo>
                <a:lnTo>
                  <a:pt x="990" y="113"/>
                </a:lnTo>
                <a:lnTo>
                  <a:pt x="1084" y="79"/>
                </a:lnTo>
                <a:lnTo>
                  <a:pt x="1180" y="51"/>
                </a:lnTo>
                <a:lnTo>
                  <a:pt x="1277" y="29"/>
                </a:lnTo>
                <a:lnTo>
                  <a:pt x="1376" y="13"/>
                </a:lnTo>
                <a:lnTo>
                  <a:pt x="1476" y="3"/>
                </a:lnTo>
                <a:lnTo>
                  <a:pt x="157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7335720" y="4356360"/>
            <a:ext cx="2269440" cy="2269440"/>
          </a:xfrm>
          <a:custGeom>
            <a:avLst/>
            <a:gdLst/>
            <a:ahLst/>
            <a:rect l="0" t="0" r="r" b="b"/>
            <a:pathLst>
              <a:path fill="none" w="6304" h="6304">
                <a:moveTo>
                  <a:pt x="3153" y="0"/>
                </a:moveTo>
                <a:lnTo>
                  <a:pt x="3353" y="7"/>
                </a:lnTo>
                <a:lnTo>
                  <a:pt x="3552" y="26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8"/>
                </a:lnTo>
                <a:lnTo>
                  <a:pt x="4324" y="226"/>
                </a:lnTo>
                <a:lnTo>
                  <a:pt x="4508" y="306"/>
                </a:lnTo>
                <a:lnTo>
                  <a:pt x="4685" y="398"/>
                </a:lnTo>
                <a:lnTo>
                  <a:pt x="4857" y="501"/>
                </a:lnTo>
                <a:lnTo>
                  <a:pt x="5022" y="614"/>
                </a:lnTo>
                <a:lnTo>
                  <a:pt x="5179" y="738"/>
                </a:lnTo>
                <a:lnTo>
                  <a:pt x="5328" y="871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4"/>
                </a:lnTo>
                <a:lnTo>
                  <a:pt x="5831" y="1490"/>
                </a:lnTo>
                <a:lnTo>
                  <a:pt x="5931" y="1664"/>
                </a:lnTo>
                <a:lnTo>
                  <a:pt x="6020" y="1843"/>
                </a:lnTo>
                <a:lnTo>
                  <a:pt x="6097" y="2027"/>
                </a:lnTo>
                <a:lnTo>
                  <a:pt x="6163" y="2216"/>
                </a:lnTo>
                <a:lnTo>
                  <a:pt x="6216" y="2409"/>
                </a:lnTo>
                <a:lnTo>
                  <a:pt x="6257" y="2605"/>
                </a:lnTo>
                <a:lnTo>
                  <a:pt x="6285" y="2803"/>
                </a:lnTo>
                <a:lnTo>
                  <a:pt x="6301" y="3002"/>
                </a:lnTo>
                <a:lnTo>
                  <a:pt x="6304" y="3202"/>
                </a:lnTo>
                <a:lnTo>
                  <a:pt x="6295" y="3402"/>
                </a:lnTo>
                <a:lnTo>
                  <a:pt x="6273" y="3601"/>
                </a:lnTo>
                <a:lnTo>
                  <a:pt x="6238" y="3799"/>
                </a:lnTo>
                <a:lnTo>
                  <a:pt x="6191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3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1" y="5631"/>
                </a:lnTo>
                <a:lnTo>
                  <a:pt x="4940" y="5750"/>
                </a:lnTo>
                <a:lnTo>
                  <a:pt x="4772" y="5858"/>
                </a:lnTo>
                <a:lnTo>
                  <a:pt x="4597" y="5955"/>
                </a:lnTo>
                <a:lnTo>
                  <a:pt x="4416" y="6041"/>
                </a:lnTo>
                <a:lnTo>
                  <a:pt x="4231" y="6115"/>
                </a:lnTo>
                <a:lnTo>
                  <a:pt x="4041" y="6178"/>
                </a:lnTo>
                <a:lnTo>
                  <a:pt x="3847" y="6228"/>
                </a:lnTo>
                <a:lnTo>
                  <a:pt x="3651" y="6266"/>
                </a:lnTo>
                <a:lnTo>
                  <a:pt x="3452" y="6291"/>
                </a:lnTo>
                <a:lnTo>
                  <a:pt x="3253" y="6304"/>
                </a:lnTo>
                <a:lnTo>
                  <a:pt x="3053" y="6304"/>
                </a:lnTo>
                <a:lnTo>
                  <a:pt x="2853" y="6291"/>
                </a:lnTo>
                <a:lnTo>
                  <a:pt x="2655" y="6266"/>
                </a:lnTo>
                <a:lnTo>
                  <a:pt x="2458" y="6228"/>
                </a:lnTo>
                <a:lnTo>
                  <a:pt x="2265" y="6178"/>
                </a:lnTo>
                <a:lnTo>
                  <a:pt x="2075" y="6115"/>
                </a:lnTo>
                <a:lnTo>
                  <a:pt x="1889" y="6041"/>
                </a:lnTo>
                <a:lnTo>
                  <a:pt x="1708" y="5955"/>
                </a:lnTo>
                <a:lnTo>
                  <a:pt x="1533" y="5858"/>
                </a:lnTo>
                <a:lnTo>
                  <a:pt x="1364" y="5750"/>
                </a:lnTo>
                <a:lnTo>
                  <a:pt x="1203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70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8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7" y="3799"/>
                </a:lnTo>
                <a:lnTo>
                  <a:pt x="32" y="3601"/>
                </a:lnTo>
                <a:lnTo>
                  <a:pt x="10" y="3402"/>
                </a:lnTo>
                <a:lnTo>
                  <a:pt x="0" y="3202"/>
                </a:lnTo>
                <a:lnTo>
                  <a:pt x="3" y="3002"/>
                </a:lnTo>
                <a:lnTo>
                  <a:pt x="19" y="2803"/>
                </a:lnTo>
                <a:lnTo>
                  <a:pt x="48" y="2605"/>
                </a:lnTo>
                <a:lnTo>
                  <a:pt x="89" y="2409"/>
                </a:lnTo>
                <a:lnTo>
                  <a:pt x="142" y="2216"/>
                </a:lnTo>
                <a:lnTo>
                  <a:pt x="207" y="2027"/>
                </a:lnTo>
                <a:lnTo>
                  <a:pt x="285" y="1843"/>
                </a:lnTo>
                <a:lnTo>
                  <a:pt x="373" y="1664"/>
                </a:lnTo>
                <a:lnTo>
                  <a:pt x="473" y="1490"/>
                </a:lnTo>
                <a:lnTo>
                  <a:pt x="584" y="1324"/>
                </a:lnTo>
                <a:lnTo>
                  <a:pt x="705" y="1165"/>
                </a:lnTo>
                <a:lnTo>
                  <a:pt x="836" y="1014"/>
                </a:lnTo>
                <a:lnTo>
                  <a:pt x="977" y="871"/>
                </a:lnTo>
                <a:lnTo>
                  <a:pt x="1126" y="738"/>
                </a:lnTo>
                <a:lnTo>
                  <a:pt x="1283" y="614"/>
                </a:lnTo>
                <a:lnTo>
                  <a:pt x="1448" y="501"/>
                </a:lnTo>
                <a:lnTo>
                  <a:pt x="1619" y="398"/>
                </a:lnTo>
                <a:lnTo>
                  <a:pt x="1798" y="306"/>
                </a:lnTo>
                <a:lnTo>
                  <a:pt x="1981" y="226"/>
                </a:lnTo>
                <a:lnTo>
                  <a:pt x="2169" y="158"/>
                </a:lnTo>
                <a:lnTo>
                  <a:pt x="2361" y="101"/>
                </a:lnTo>
                <a:lnTo>
                  <a:pt x="2556" y="57"/>
                </a:lnTo>
                <a:lnTo>
                  <a:pt x="2754" y="26"/>
                </a:lnTo>
                <a:lnTo>
                  <a:pt x="2953" y="7"/>
                </a:lnTo>
                <a:lnTo>
                  <a:pt x="3153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7193880" y="4214520"/>
            <a:ext cx="2553120" cy="2553120"/>
          </a:xfrm>
          <a:custGeom>
            <a:avLst/>
            <a:gdLst/>
            <a:ahLst/>
            <a:rect l="0" t="0" r="r" b="b"/>
            <a:pathLst>
              <a:path fill="none" w="7092" h="7092">
                <a:moveTo>
                  <a:pt x="3546" y="0"/>
                </a:moveTo>
                <a:lnTo>
                  <a:pt x="3771" y="7"/>
                </a:lnTo>
                <a:lnTo>
                  <a:pt x="3995" y="29"/>
                </a:lnTo>
                <a:lnTo>
                  <a:pt x="4217" y="64"/>
                </a:lnTo>
                <a:lnTo>
                  <a:pt x="4436" y="114"/>
                </a:lnTo>
                <a:lnTo>
                  <a:pt x="4652" y="177"/>
                </a:lnTo>
                <a:lnTo>
                  <a:pt x="4865" y="254"/>
                </a:lnTo>
                <a:lnTo>
                  <a:pt x="5071" y="344"/>
                </a:lnTo>
                <a:lnTo>
                  <a:pt x="5271" y="447"/>
                </a:lnTo>
                <a:lnTo>
                  <a:pt x="5464" y="563"/>
                </a:lnTo>
                <a:lnTo>
                  <a:pt x="5649" y="691"/>
                </a:lnTo>
                <a:lnTo>
                  <a:pt x="5826" y="830"/>
                </a:lnTo>
                <a:lnTo>
                  <a:pt x="5994" y="980"/>
                </a:lnTo>
                <a:lnTo>
                  <a:pt x="6152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3"/>
                </a:lnTo>
                <a:lnTo>
                  <a:pt x="6859" y="2281"/>
                </a:lnTo>
                <a:lnTo>
                  <a:pt x="6933" y="2493"/>
                </a:lnTo>
                <a:lnTo>
                  <a:pt x="6993" y="2710"/>
                </a:lnTo>
                <a:lnTo>
                  <a:pt x="7039" y="2931"/>
                </a:lnTo>
                <a:lnTo>
                  <a:pt x="7071" y="3153"/>
                </a:lnTo>
                <a:lnTo>
                  <a:pt x="7089" y="3378"/>
                </a:lnTo>
                <a:lnTo>
                  <a:pt x="7092" y="3602"/>
                </a:lnTo>
                <a:lnTo>
                  <a:pt x="7082" y="3827"/>
                </a:lnTo>
                <a:lnTo>
                  <a:pt x="7057" y="4051"/>
                </a:lnTo>
                <a:lnTo>
                  <a:pt x="7018" y="4273"/>
                </a:lnTo>
                <a:lnTo>
                  <a:pt x="6965" y="4491"/>
                </a:lnTo>
                <a:lnTo>
                  <a:pt x="6898" y="4706"/>
                </a:lnTo>
                <a:lnTo>
                  <a:pt x="6818" y="4916"/>
                </a:lnTo>
                <a:lnTo>
                  <a:pt x="6724" y="5121"/>
                </a:lnTo>
                <a:lnTo>
                  <a:pt x="6618" y="5319"/>
                </a:lnTo>
                <a:lnTo>
                  <a:pt x="6499" y="5511"/>
                </a:lnTo>
                <a:lnTo>
                  <a:pt x="6369" y="5694"/>
                </a:lnTo>
                <a:lnTo>
                  <a:pt x="6227" y="5869"/>
                </a:lnTo>
                <a:lnTo>
                  <a:pt x="6074" y="6035"/>
                </a:lnTo>
                <a:lnTo>
                  <a:pt x="5911" y="6190"/>
                </a:lnTo>
                <a:lnTo>
                  <a:pt x="5739" y="6335"/>
                </a:lnTo>
                <a:lnTo>
                  <a:pt x="5558" y="6468"/>
                </a:lnTo>
                <a:lnTo>
                  <a:pt x="5368" y="6590"/>
                </a:lnTo>
                <a:lnTo>
                  <a:pt x="5172" y="6699"/>
                </a:lnTo>
                <a:lnTo>
                  <a:pt x="4969" y="6796"/>
                </a:lnTo>
                <a:lnTo>
                  <a:pt x="4759" y="6880"/>
                </a:lnTo>
                <a:lnTo>
                  <a:pt x="4545" y="6950"/>
                </a:lnTo>
                <a:lnTo>
                  <a:pt x="4327" y="7006"/>
                </a:lnTo>
                <a:lnTo>
                  <a:pt x="4106" y="7049"/>
                </a:lnTo>
                <a:lnTo>
                  <a:pt x="3883" y="7077"/>
                </a:lnTo>
                <a:lnTo>
                  <a:pt x="3658" y="7092"/>
                </a:lnTo>
                <a:lnTo>
                  <a:pt x="3433" y="7092"/>
                </a:lnTo>
                <a:lnTo>
                  <a:pt x="3209" y="7077"/>
                </a:lnTo>
                <a:lnTo>
                  <a:pt x="2986" y="7049"/>
                </a:lnTo>
                <a:lnTo>
                  <a:pt x="2764" y="7006"/>
                </a:lnTo>
                <a:lnTo>
                  <a:pt x="2547" y="6950"/>
                </a:lnTo>
                <a:lnTo>
                  <a:pt x="2333" y="6880"/>
                </a:lnTo>
                <a:lnTo>
                  <a:pt x="2124" y="6796"/>
                </a:lnTo>
                <a:lnTo>
                  <a:pt x="1921" y="6699"/>
                </a:lnTo>
                <a:lnTo>
                  <a:pt x="1724" y="6590"/>
                </a:lnTo>
                <a:lnTo>
                  <a:pt x="1535" y="6468"/>
                </a:lnTo>
                <a:lnTo>
                  <a:pt x="1354" y="6335"/>
                </a:lnTo>
                <a:lnTo>
                  <a:pt x="1181" y="6190"/>
                </a:lnTo>
                <a:lnTo>
                  <a:pt x="1018" y="6035"/>
                </a:lnTo>
                <a:lnTo>
                  <a:pt x="866" y="5869"/>
                </a:lnTo>
                <a:lnTo>
                  <a:pt x="724" y="5694"/>
                </a:lnTo>
                <a:lnTo>
                  <a:pt x="593" y="5511"/>
                </a:lnTo>
                <a:lnTo>
                  <a:pt x="475" y="5319"/>
                </a:lnTo>
                <a:lnTo>
                  <a:pt x="368" y="5121"/>
                </a:lnTo>
                <a:lnTo>
                  <a:pt x="275" y="4916"/>
                </a:lnTo>
                <a:lnTo>
                  <a:pt x="195" y="4706"/>
                </a:lnTo>
                <a:lnTo>
                  <a:pt x="128" y="4491"/>
                </a:lnTo>
                <a:lnTo>
                  <a:pt x="75" y="4273"/>
                </a:lnTo>
                <a:lnTo>
                  <a:pt x="36" y="4051"/>
                </a:lnTo>
                <a:lnTo>
                  <a:pt x="11" y="3827"/>
                </a:lnTo>
                <a:lnTo>
                  <a:pt x="0" y="3602"/>
                </a:lnTo>
                <a:lnTo>
                  <a:pt x="4" y="3378"/>
                </a:lnTo>
                <a:lnTo>
                  <a:pt x="21" y="3153"/>
                </a:lnTo>
                <a:lnTo>
                  <a:pt x="53" y="2931"/>
                </a:lnTo>
                <a:lnTo>
                  <a:pt x="100" y="2710"/>
                </a:lnTo>
                <a:lnTo>
                  <a:pt x="160" y="2493"/>
                </a:lnTo>
                <a:lnTo>
                  <a:pt x="233" y="2281"/>
                </a:lnTo>
                <a:lnTo>
                  <a:pt x="320" y="2073"/>
                </a:lnTo>
                <a:lnTo>
                  <a:pt x="420" y="1872"/>
                </a:lnTo>
                <a:lnTo>
                  <a:pt x="533" y="1677"/>
                </a:lnTo>
                <a:lnTo>
                  <a:pt x="657" y="1489"/>
                </a:lnTo>
                <a:lnTo>
                  <a:pt x="793" y="1310"/>
                </a:lnTo>
                <a:lnTo>
                  <a:pt x="941" y="1140"/>
                </a:lnTo>
                <a:lnTo>
                  <a:pt x="1099" y="980"/>
                </a:lnTo>
                <a:lnTo>
                  <a:pt x="1266" y="830"/>
                </a:lnTo>
                <a:lnTo>
                  <a:pt x="1443" y="691"/>
                </a:lnTo>
                <a:lnTo>
                  <a:pt x="1629" y="563"/>
                </a:lnTo>
                <a:lnTo>
                  <a:pt x="1822" y="447"/>
                </a:lnTo>
                <a:lnTo>
                  <a:pt x="2022" y="344"/>
                </a:lnTo>
                <a:lnTo>
                  <a:pt x="2228" y="254"/>
                </a:lnTo>
                <a:lnTo>
                  <a:pt x="2439" y="177"/>
                </a:lnTo>
                <a:lnTo>
                  <a:pt x="2655" y="114"/>
                </a:lnTo>
                <a:lnTo>
                  <a:pt x="2875" y="64"/>
                </a:lnTo>
                <a:lnTo>
                  <a:pt x="3097" y="29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8092080" y="4688640"/>
            <a:ext cx="1353240" cy="992160"/>
          </a:xfrm>
          <a:custGeom>
            <a:avLst/>
            <a:gdLst/>
            <a:ahLst/>
            <a:rect l="0" t="0" r="r" b="b"/>
            <a:pathLst>
              <a:path w="3759" h="2756">
                <a:moveTo>
                  <a:pt x="1051" y="1704"/>
                </a:moveTo>
                <a:lnTo>
                  <a:pt x="1070" y="1603"/>
                </a:lnTo>
                <a:lnTo>
                  <a:pt x="1095" y="1503"/>
                </a:lnTo>
                <a:lnTo>
                  <a:pt x="1126" y="1404"/>
                </a:lnTo>
                <a:lnTo>
                  <a:pt x="1163" y="1307"/>
                </a:lnTo>
                <a:lnTo>
                  <a:pt x="1206" y="1211"/>
                </a:lnTo>
                <a:lnTo>
                  <a:pt x="1255" y="1116"/>
                </a:lnTo>
                <a:lnTo>
                  <a:pt x="1309" y="1024"/>
                </a:lnTo>
                <a:lnTo>
                  <a:pt x="1370" y="934"/>
                </a:lnTo>
                <a:lnTo>
                  <a:pt x="1436" y="847"/>
                </a:lnTo>
                <a:lnTo>
                  <a:pt x="1508" y="763"/>
                </a:lnTo>
                <a:lnTo>
                  <a:pt x="1585" y="682"/>
                </a:lnTo>
                <a:lnTo>
                  <a:pt x="1667" y="605"/>
                </a:lnTo>
                <a:lnTo>
                  <a:pt x="1754" y="531"/>
                </a:lnTo>
                <a:lnTo>
                  <a:pt x="1847" y="460"/>
                </a:lnTo>
                <a:lnTo>
                  <a:pt x="1945" y="394"/>
                </a:lnTo>
                <a:lnTo>
                  <a:pt x="2047" y="333"/>
                </a:lnTo>
                <a:lnTo>
                  <a:pt x="2154" y="276"/>
                </a:lnTo>
                <a:lnTo>
                  <a:pt x="2264" y="223"/>
                </a:lnTo>
                <a:lnTo>
                  <a:pt x="2379" y="176"/>
                </a:lnTo>
                <a:lnTo>
                  <a:pt x="2498" y="134"/>
                </a:lnTo>
                <a:lnTo>
                  <a:pt x="2620" y="97"/>
                </a:lnTo>
                <a:lnTo>
                  <a:pt x="2747" y="66"/>
                </a:lnTo>
                <a:lnTo>
                  <a:pt x="2876" y="41"/>
                </a:lnTo>
                <a:lnTo>
                  <a:pt x="3008" y="21"/>
                </a:lnTo>
                <a:lnTo>
                  <a:pt x="3143" y="8"/>
                </a:lnTo>
                <a:lnTo>
                  <a:pt x="3281" y="0"/>
                </a:lnTo>
                <a:lnTo>
                  <a:pt x="3341" y="98"/>
                </a:lnTo>
                <a:lnTo>
                  <a:pt x="3398" y="196"/>
                </a:lnTo>
                <a:lnTo>
                  <a:pt x="3450" y="296"/>
                </a:lnTo>
                <a:lnTo>
                  <a:pt x="3499" y="398"/>
                </a:lnTo>
                <a:lnTo>
                  <a:pt x="3543" y="500"/>
                </a:lnTo>
                <a:lnTo>
                  <a:pt x="3583" y="603"/>
                </a:lnTo>
                <a:lnTo>
                  <a:pt x="3619" y="706"/>
                </a:lnTo>
                <a:lnTo>
                  <a:pt x="3651" y="810"/>
                </a:lnTo>
                <a:lnTo>
                  <a:pt x="3678" y="915"/>
                </a:lnTo>
                <a:lnTo>
                  <a:pt x="3702" y="1019"/>
                </a:lnTo>
                <a:lnTo>
                  <a:pt x="3721" y="1124"/>
                </a:lnTo>
                <a:lnTo>
                  <a:pt x="3737" y="1228"/>
                </a:lnTo>
                <a:lnTo>
                  <a:pt x="3748" y="1332"/>
                </a:lnTo>
                <a:lnTo>
                  <a:pt x="3755" y="1435"/>
                </a:lnTo>
                <a:lnTo>
                  <a:pt x="3759" y="1538"/>
                </a:lnTo>
                <a:lnTo>
                  <a:pt x="3758" y="1640"/>
                </a:lnTo>
                <a:lnTo>
                  <a:pt x="3754" y="1742"/>
                </a:lnTo>
                <a:lnTo>
                  <a:pt x="3746" y="1842"/>
                </a:lnTo>
                <a:lnTo>
                  <a:pt x="3735" y="1941"/>
                </a:lnTo>
                <a:lnTo>
                  <a:pt x="3719" y="2039"/>
                </a:lnTo>
                <a:lnTo>
                  <a:pt x="3701" y="2136"/>
                </a:lnTo>
                <a:lnTo>
                  <a:pt x="3679" y="2230"/>
                </a:lnTo>
                <a:lnTo>
                  <a:pt x="3584" y="2301"/>
                </a:lnTo>
                <a:lnTo>
                  <a:pt x="3487" y="2367"/>
                </a:lnTo>
                <a:lnTo>
                  <a:pt x="3389" y="2427"/>
                </a:lnTo>
                <a:lnTo>
                  <a:pt x="3289" y="2482"/>
                </a:lnTo>
                <a:lnTo>
                  <a:pt x="3188" y="2532"/>
                </a:lnTo>
                <a:lnTo>
                  <a:pt x="3086" y="2576"/>
                </a:lnTo>
                <a:lnTo>
                  <a:pt x="2984" y="2615"/>
                </a:lnTo>
                <a:lnTo>
                  <a:pt x="2881" y="2648"/>
                </a:lnTo>
                <a:lnTo>
                  <a:pt x="2778" y="2676"/>
                </a:lnTo>
                <a:lnTo>
                  <a:pt x="2674" y="2698"/>
                </a:lnTo>
                <a:lnTo>
                  <a:pt x="2571" y="2715"/>
                </a:lnTo>
                <a:lnTo>
                  <a:pt x="2469" y="2726"/>
                </a:lnTo>
                <a:lnTo>
                  <a:pt x="2366" y="2732"/>
                </a:lnTo>
                <a:lnTo>
                  <a:pt x="2265" y="2733"/>
                </a:lnTo>
                <a:lnTo>
                  <a:pt x="2165" y="2728"/>
                </a:lnTo>
                <a:lnTo>
                  <a:pt x="2066" y="2719"/>
                </a:lnTo>
                <a:lnTo>
                  <a:pt x="1969" y="2704"/>
                </a:lnTo>
                <a:lnTo>
                  <a:pt x="1872" y="2684"/>
                </a:lnTo>
                <a:lnTo>
                  <a:pt x="1778" y="2659"/>
                </a:lnTo>
                <a:lnTo>
                  <a:pt x="1686" y="2630"/>
                </a:lnTo>
                <a:lnTo>
                  <a:pt x="1597" y="2595"/>
                </a:lnTo>
                <a:lnTo>
                  <a:pt x="1510" y="2556"/>
                </a:lnTo>
                <a:lnTo>
                  <a:pt x="1475" y="2538"/>
                </a:lnTo>
                <a:lnTo>
                  <a:pt x="1506" y="2493"/>
                </a:lnTo>
                <a:lnTo>
                  <a:pt x="1536" y="2431"/>
                </a:lnTo>
                <a:lnTo>
                  <a:pt x="1558" y="2366"/>
                </a:lnTo>
                <a:lnTo>
                  <a:pt x="1572" y="2299"/>
                </a:lnTo>
                <a:lnTo>
                  <a:pt x="1576" y="2230"/>
                </a:lnTo>
                <a:lnTo>
                  <a:pt x="1572" y="2162"/>
                </a:lnTo>
                <a:lnTo>
                  <a:pt x="1558" y="2093"/>
                </a:lnTo>
                <a:lnTo>
                  <a:pt x="1536" y="2028"/>
                </a:lnTo>
                <a:lnTo>
                  <a:pt x="1506" y="1967"/>
                </a:lnTo>
                <a:lnTo>
                  <a:pt x="1468" y="1909"/>
                </a:lnTo>
                <a:lnTo>
                  <a:pt x="1422" y="1858"/>
                </a:lnTo>
                <a:lnTo>
                  <a:pt x="1371" y="1813"/>
                </a:lnTo>
                <a:lnTo>
                  <a:pt x="1313" y="1774"/>
                </a:lnTo>
                <a:lnTo>
                  <a:pt x="1252" y="1744"/>
                </a:lnTo>
                <a:lnTo>
                  <a:pt x="1187" y="1722"/>
                </a:lnTo>
                <a:lnTo>
                  <a:pt x="1119" y="1708"/>
                </a:lnTo>
                <a:lnTo>
                  <a:pt x="1051" y="1704"/>
                </a:lnTo>
                <a:moveTo>
                  <a:pt x="1426" y="2512"/>
                </a:moveTo>
                <a:lnTo>
                  <a:pt x="1344" y="2464"/>
                </a:lnTo>
                <a:lnTo>
                  <a:pt x="1266" y="2412"/>
                </a:lnTo>
                <a:lnTo>
                  <a:pt x="1191" y="2355"/>
                </a:lnTo>
                <a:lnTo>
                  <a:pt x="1119" y="2295"/>
                </a:lnTo>
                <a:lnTo>
                  <a:pt x="1051" y="2230"/>
                </a:lnTo>
                <a:lnTo>
                  <a:pt x="995" y="2280"/>
                </a:lnTo>
                <a:lnTo>
                  <a:pt x="933" y="2324"/>
                </a:lnTo>
                <a:lnTo>
                  <a:pt x="867" y="2361"/>
                </a:lnTo>
                <a:lnTo>
                  <a:pt x="797" y="2390"/>
                </a:lnTo>
                <a:lnTo>
                  <a:pt x="722" y="2412"/>
                </a:lnTo>
                <a:lnTo>
                  <a:pt x="645" y="2426"/>
                </a:lnTo>
                <a:lnTo>
                  <a:pt x="565" y="2431"/>
                </a:lnTo>
                <a:lnTo>
                  <a:pt x="596" y="2493"/>
                </a:lnTo>
                <a:lnTo>
                  <a:pt x="634" y="2550"/>
                </a:lnTo>
                <a:lnTo>
                  <a:pt x="679" y="2602"/>
                </a:lnTo>
                <a:lnTo>
                  <a:pt x="731" y="2647"/>
                </a:lnTo>
                <a:lnTo>
                  <a:pt x="788" y="2685"/>
                </a:lnTo>
                <a:lnTo>
                  <a:pt x="850" y="2716"/>
                </a:lnTo>
                <a:lnTo>
                  <a:pt x="915" y="2738"/>
                </a:lnTo>
                <a:lnTo>
                  <a:pt x="982" y="2751"/>
                </a:lnTo>
                <a:lnTo>
                  <a:pt x="1051" y="2756"/>
                </a:lnTo>
                <a:lnTo>
                  <a:pt x="1119" y="2751"/>
                </a:lnTo>
                <a:lnTo>
                  <a:pt x="1187" y="2738"/>
                </a:lnTo>
                <a:lnTo>
                  <a:pt x="1252" y="2716"/>
                </a:lnTo>
                <a:lnTo>
                  <a:pt x="1313" y="2685"/>
                </a:lnTo>
                <a:lnTo>
                  <a:pt x="1371" y="2647"/>
                </a:lnTo>
                <a:lnTo>
                  <a:pt x="1422" y="2602"/>
                </a:lnTo>
                <a:lnTo>
                  <a:pt x="1468" y="2550"/>
                </a:lnTo>
                <a:lnTo>
                  <a:pt x="1475" y="2538"/>
                </a:lnTo>
                <a:lnTo>
                  <a:pt x="1426" y="2512"/>
                </a:lnTo>
                <a:moveTo>
                  <a:pt x="484" y="2429"/>
                </a:moveTo>
                <a:lnTo>
                  <a:pt x="402" y="2417"/>
                </a:lnTo>
                <a:lnTo>
                  <a:pt x="319" y="2397"/>
                </a:lnTo>
                <a:lnTo>
                  <a:pt x="237" y="2369"/>
                </a:lnTo>
                <a:lnTo>
                  <a:pt x="156" y="2331"/>
                </a:lnTo>
                <a:lnTo>
                  <a:pt x="77" y="2285"/>
                </a:lnTo>
                <a:lnTo>
                  <a:pt x="0" y="2230"/>
                </a:lnTo>
                <a:lnTo>
                  <a:pt x="62" y="2144"/>
                </a:lnTo>
                <a:lnTo>
                  <a:pt x="131" y="2067"/>
                </a:lnTo>
                <a:lnTo>
                  <a:pt x="205" y="2003"/>
                </a:lnTo>
                <a:lnTo>
                  <a:pt x="283" y="1950"/>
                </a:lnTo>
                <a:lnTo>
                  <a:pt x="363" y="1909"/>
                </a:lnTo>
                <a:lnTo>
                  <a:pt x="444" y="1879"/>
                </a:lnTo>
                <a:lnTo>
                  <a:pt x="525" y="1861"/>
                </a:lnTo>
                <a:lnTo>
                  <a:pt x="604" y="1854"/>
                </a:lnTo>
                <a:lnTo>
                  <a:pt x="679" y="1858"/>
                </a:lnTo>
                <a:lnTo>
                  <a:pt x="634" y="1909"/>
                </a:lnTo>
                <a:lnTo>
                  <a:pt x="596" y="1967"/>
                </a:lnTo>
                <a:lnTo>
                  <a:pt x="565" y="2028"/>
                </a:lnTo>
                <a:lnTo>
                  <a:pt x="543" y="2093"/>
                </a:lnTo>
                <a:lnTo>
                  <a:pt x="530" y="2162"/>
                </a:lnTo>
                <a:lnTo>
                  <a:pt x="525" y="2230"/>
                </a:lnTo>
                <a:lnTo>
                  <a:pt x="530" y="2299"/>
                </a:lnTo>
                <a:lnTo>
                  <a:pt x="543" y="2366"/>
                </a:lnTo>
                <a:lnTo>
                  <a:pt x="565" y="2431"/>
                </a:lnTo>
                <a:lnTo>
                  <a:pt x="484" y="2429"/>
                </a:lnTo>
                <a:close/>
              </a:path>
            </a:pathLst>
          </a:custGeom>
          <a:solidFill>
            <a:srgbClr val="F29FB7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8092080" y="4688640"/>
            <a:ext cx="1353240" cy="992160"/>
          </a:xfrm>
          <a:custGeom>
            <a:avLst/>
            <a:gdLst/>
            <a:ahLst/>
            <a:rect l="0" t="0" r="r" b="b"/>
            <a:pathLst>
              <a:path w="3759" h="2756">
                <a:moveTo>
                  <a:pt x="1051" y="1704"/>
                </a:moveTo>
                <a:lnTo>
                  <a:pt x="1070" y="1603"/>
                </a:lnTo>
                <a:lnTo>
                  <a:pt x="1095" y="1503"/>
                </a:lnTo>
                <a:lnTo>
                  <a:pt x="1126" y="1404"/>
                </a:lnTo>
                <a:lnTo>
                  <a:pt x="1163" y="1307"/>
                </a:lnTo>
                <a:lnTo>
                  <a:pt x="1206" y="1211"/>
                </a:lnTo>
                <a:lnTo>
                  <a:pt x="1255" y="1116"/>
                </a:lnTo>
                <a:lnTo>
                  <a:pt x="1309" y="1024"/>
                </a:lnTo>
                <a:lnTo>
                  <a:pt x="1370" y="934"/>
                </a:lnTo>
                <a:lnTo>
                  <a:pt x="1436" y="847"/>
                </a:lnTo>
                <a:lnTo>
                  <a:pt x="1508" y="763"/>
                </a:lnTo>
                <a:lnTo>
                  <a:pt x="1585" y="682"/>
                </a:lnTo>
                <a:lnTo>
                  <a:pt x="1667" y="605"/>
                </a:lnTo>
                <a:lnTo>
                  <a:pt x="1754" y="531"/>
                </a:lnTo>
                <a:lnTo>
                  <a:pt x="1847" y="460"/>
                </a:lnTo>
                <a:lnTo>
                  <a:pt x="1945" y="394"/>
                </a:lnTo>
                <a:lnTo>
                  <a:pt x="2047" y="333"/>
                </a:lnTo>
                <a:lnTo>
                  <a:pt x="2154" y="276"/>
                </a:lnTo>
                <a:lnTo>
                  <a:pt x="2264" y="223"/>
                </a:lnTo>
                <a:lnTo>
                  <a:pt x="2379" y="176"/>
                </a:lnTo>
                <a:lnTo>
                  <a:pt x="2498" y="134"/>
                </a:lnTo>
                <a:lnTo>
                  <a:pt x="2620" y="97"/>
                </a:lnTo>
                <a:lnTo>
                  <a:pt x="2747" y="66"/>
                </a:lnTo>
                <a:lnTo>
                  <a:pt x="2876" y="41"/>
                </a:lnTo>
                <a:lnTo>
                  <a:pt x="3008" y="21"/>
                </a:lnTo>
                <a:lnTo>
                  <a:pt x="3143" y="8"/>
                </a:lnTo>
                <a:lnTo>
                  <a:pt x="3281" y="0"/>
                </a:lnTo>
                <a:lnTo>
                  <a:pt x="3341" y="98"/>
                </a:lnTo>
                <a:lnTo>
                  <a:pt x="3398" y="196"/>
                </a:lnTo>
                <a:lnTo>
                  <a:pt x="3450" y="296"/>
                </a:lnTo>
                <a:lnTo>
                  <a:pt x="3499" y="398"/>
                </a:lnTo>
                <a:lnTo>
                  <a:pt x="3543" y="500"/>
                </a:lnTo>
                <a:lnTo>
                  <a:pt x="3583" y="603"/>
                </a:lnTo>
                <a:lnTo>
                  <a:pt x="3619" y="706"/>
                </a:lnTo>
                <a:lnTo>
                  <a:pt x="3651" y="810"/>
                </a:lnTo>
                <a:lnTo>
                  <a:pt x="3678" y="915"/>
                </a:lnTo>
                <a:lnTo>
                  <a:pt x="3702" y="1019"/>
                </a:lnTo>
                <a:lnTo>
                  <a:pt x="3721" y="1124"/>
                </a:lnTo>
                <a:lnTo>
                  <a:pt x="3737" y="1228"/>
                </a:lnTo>
                <a:lnTo>
                  <a:pt x="3748" y="1332"/>
                </a:lnTo>
                <a:lnTo>
                  <a:pt x="3755" y="1435"/>
                </a:lnTo>
                <a:lnTo>
                  <a:pt x="3759" y="1538"/>
                </a:lnTo>
                <a:lnTo>
                  <a:pt x="3758" y="1640"/>
                </a:lnTo>
                <a:lnTo>
                  <a:pt x="3754" y="1742"/>
                </a:lnTo>
                <a:lnTo>
                  <a:pt x="3746" y="1842"/>
                </a:lnTo>
                <a:lnTo>
                  <a:pt x="3735" y="1941"/>
                </a:lnTo>
                <a:lnTo>
                  <a:pt x="3719" y="2039"/>
                </a:lnTo>
                <a:lnTo>
                  <a:pt x="3701" y="2136"/>
                </a:lnTo>
                <a:lnTo>
                  <a:pt x="3679" y="2230"/>
                </a:lnTo>
                <a:lnTo>
                  <a:pt x="3584" y="2301"/>
                </a:lnTo>
                <a:lnTo>
                  <a:pt x="3487" y="2367"/>
                </a:lnTo>
                <a:lnTo>
                  <a:pt x="3389" y="2427"/>
                </a:lnTo>
                <a:lnTo>
                  <a:pt x="3289" y="2482"/>
                </a:lnTo>
                <a:lnTo>
                  <a:pt x="3188" y="2532"/>
                </a:lnTo>
                <a:lnTo>
                  <a:pt x="3086" y="2576"/>
                </a:lnTo>
                <a:lnTo>
                  <a:pt x="2984" y="2615"/>
                </a:lnTo>
                <a:lnTo>
                  <a:pt x="2881" y="2648"/>
                </a:lnTo>
                <a:lnTo>
                  <a:pt x="2778" y="2676"/>
                </a:lnTo>
                <a:lnTo>
                  <a:pt x="2674" y="2698"/>
                </a:lnTo>
                <a:lnTo>
                  <a:pt x="2571" y="2715"/>
                </a:lnTo>
                <a:lnTo>
                  <a:pt x="2469" y="2726"/>
                </a:lnTo>
                <a:lnTo>
                  <a:pt x="2366" y="2732"/>
                </a:lnTo>
                <a:lnTo>
                  <a:pt x="2265" y="2733"/>
                </a:lnTo>
                <a:lnTo>
                  <a:pt x="2165" y="2728"/>
                </a:lnTo>
                <a:lnTo>
                  <a:pt x="2066" y="2719"/>
                </a:lnTo>
                <a:lnTo>
                  <a:pt x="1969" y="2704"/>
                </a:lnTo>
                <a:lnTo>
                  <a:pt x="1872" y="2684"/>
                </a:lnTo>
                <a:lnTo>
                  <a:pt x="1778" y="2659"/>
                </a:lnTo>
                <a:lnTo>
                  <a:pt x="1686" y="2630"/>
                </a:lnTo>
                <a:lnTo>
                  <a:pt x="1597" y="2595"/>
                </a:lnTo>
                <a:lnTo>
                  <a:pt x="1510" y="2556"/>
                </a:lnTo>
                <a:lnTo>
                  <a:pt x="1426" y="2512"/>
                </a:lnTo>
                <a:lnTo>
                  <a:pt x="1344" y="2464"/>
                </a:lnTo>
                <a:lnTo>
                  <a:pt x="1266" y="2412"/>
                </a:lnTo>
                <a:lnTo>
                  <a:pt x="1191" y="2355"/>
                </a:lnTo>
                <a:lnTo>
                  <a:pt x="1119" y="2295"/>
                </a:lnTo>
                <a:lnTo>
                  <a:pt x="1051" y="2230"/>
                </a:lnTo>
                <a:lnTo>
                  <a:pt x="995" y="2280"/>
                </a:lnTo>
                <a:lnTo>
                  <a:pt x="933" y="2324"/>
                </a:lnTo>
                <a:lnTo>
                  <a:pt x="867" y="2361"/>
                </a:lnTo>
                <a:lnTo>
                  <a:pt x="797" y="2390"/>
                </a:lnTo>
                <a:lnTo>
                  <a:pt x="722" y="2412"/>
                </a:lnTo>
                <a:lnTo>
                  <a:pt x="645" y="2426"/>
                </a:lnTo>
                <a:lnTo>
                  <a:pt x="565" y="2431"/>
                </a:lnTo>
                <a:lnTo>
                  <a:pt x="484" y="2429"/>
                </a:lnTo>
                <a:lnTo>
                  <a:pt x="402" y="2417"/>
                </a:lnTo>
                <a:lnTo>
                  <a:pt x="319" y="2397"/>
                </a:lnTo>
                <a:lnTo>
                  <a:pt x="237" y="2369"/>
                </a:lnTo>
                <a:lnTo>
                  <a:pt x="156" y="2331"/>
                </a:lnTo>
                <a:lnTo>
                  <a:pt x="77" y="2285"/>
                </a:lnTo>
                <a:lnTo>
                  <a:pt x="0" y="2230"/>
                </a:lnTo>
                <a:lnTo>
                  <a:pt x="62" y="2144"/>
                </a:lnTo>
                <a:lnTo>
                  <a:pt x="131" y="2067"/>
                </a:lnTo>
                <a:lnTo>
                  <a:pt x="205" y="2003"/>
                </a:lnTo>
                <a:lnTo>
                  <a:pt x="283" y="1950"/>
                </a:lnTo>
                <a:lnTo>
                  <a:pt x="363" y="1909"/>
                </a:lnTo>
                <a:lnTo>
                  <a:pt x="444" y="1879"/>
                </a:lnTo>
                <a:lnTo>
                  <a:pt x="525" y="1861"/>
                </a:lnTo>
                <a:lnTo>
                  <a:pt x="604" y="1854"/>
                </a:lnTo>
                <a:lnTo>
                  <a:pt x="679" y="1858"/>
                </a:lnTo>
                <a:lnTo>
                  <a:pt x="634" y="1909"/>
                </a:lnTo>
                <a:lnTo>
                  <a:pt x="596" y="1967"/>
                </a:lnTo>
                <a:lnTo>
                  <a:pt x="565" y="2028"/>
                </a:lnTo>
                <a:lnTo>
                  <a:pt x="543" y="2093"/>
                </a:lnTo>
                <a:lnTo>
                  <a:pt x="530" y="2162"/>
                </a:lnTo>
                <a:lnTo>
                  <a:pt x="525" y="2230"/>
                </a:lnTo>
                <a:lnTo>
                  <a:pt x="530" y="2299"/>
                </a:lnTo>
                <a:lnTo>
                  <a:pt x="543" y="2366"/>
                </a:lnTo>
                <a:lnTo>
                  <a:pt x="565" y="2431"/>
                </a:lnTo>
                <a:lnTo>
                  <a:pt x="596" y="2493"/>
                </a:lnTo>
                <a:lnTo>
                  <a:pt x="634" y="2550"/>
                </a:lnTo>
                <a:lnTo>
                  <a:pt x="679" y="2602"/>
                </a:lnTo>
                <a:lnTo>
                  <a:pt x="731" y="2647"/>
                </a:lnTo>
                <a:lnTo>
                  <a:pt x="788" y="2685"/>
                </a:lnTo>
                <a:lnTo>
                  <a:pt x="850" y="2716"/>
                </a:lnTo>
                <a:lnTo>
                  <a:pt x="915" y="2738"/>
                </a:lnTo>
                <a:lnTo>
                  <a:pt x="982" y="2751"/>
                </a:lnTo>
                <a:lnTo>
                  <a:pt x="1051" y="2756"/>
                </a:lnTo>
                <a:lnTo>
                  <a:pt x="1119" y="2751"/>
                </a:lnTo>
                <a:lnTo>
                  <a:pt x="1187" y="2738"/>
                </a:lnTo>
                <a:lnTo>
                  <a:pt x="1252" y="2716"/>
                </a:lnTo>
                <a:lnTo>
                  <a:pt x="1313" y="2685"/>
                </a:lnTo>
                <a:lnTo>
                  <a:pt x="1371" y="2647"/>
                </a:lnTo>
                <a:lnTo>
                  <a:pt x="1422" y="2602"/>
                </a:lnTo>
                <a:lnTo>
                  <a:pt x="1468" y="2550"/>
                </a:lnTo>
                <a:lnTo>
                  <a:pt x="1506" y="2493"/>
                </a:lnTo>
                <a:lnTo>
                  <a:pt x="1536" y="2431"/>
                </a:lnTo>
                <a:lnTo>
                  <a:pt x="1558" y="2366"/>
                </a:lnTo>
                <a:lnTo>
                  <a:pt x="1572" y="2299"/>
                </a:lnTo>
                <a:lnTo>
                  <a:pt x="1576" y="2230"/>
                </a:lnTo>
                <a:lnTo>
                  <a:pt x="1572" y="2162"/>
                </a:lnTo>
                <a:lnTo>
                  <a:pt x="1558" y="2093"/>
                </a:lnTo>
                <a:lnTo>
                  <a:pt x="1536" y="2028"/>
                </a:lnTo>
                <a:lnTo>
                  <a:pt x="1506" y="1967"/>
                </a:lnTo>
                <a:lnTo>
                  <a:pt x="1468" y="1909"/>
                </a:lnTo>
                <a:lnTo>
                  <a:pt x="1422" y="1858"/>
                </a:lnTo>
                <a:lnTo>
                  <a:pt x="1371" y="1813"/>
                </a:lnTo>
                <a:lnTo>
                  <a:pt x="1313" y="1774"/>
                </a:lnTo>
                <a:lnTo>
                  <a:pt x="1252" y="1744"/>
                </a:lnTo>
                <a:lnTo>
                  <a:pt x="1187" y="1722"/>
                </a:lnTo>
                <a:lnTo>
                  <a:pt x="1119" y="1708"/>
                </a:lnTo>
                <a:lnTo>
                  <a:pt x="1051" y="1704"/>
                </a:lnTo>
                <a:close/>
              </a:path>
            </a:pathLst>
          </a:custGeom>
          <a:noFill/>
          <a:ln w="24840">
            <a:solidFill>
              <a:srgbClr val="F29FB7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8092080" y="4688640"/>
            <a:ext cx="1353240" cy="983880"/>
          </a:xfrm>
          <a:custGeom>
            <a:avLst/>
            <a:gdLst/>
            <a:ahLst/>
            <a:rect l="0" t="0" r="r" b="b"/>
            <a:pathLst>
              <a:path fill="none" w="3759" h="2733">
                <a:moveTo>
                  <a:pt x="1051" y="1704"/>
                </a:moveTo>
                <a:lnTo>
                  <a:pt x="1070" y="1603"/>
                </a:lnTo>
                <a:lnTo>
                  <a:pt x="1095" y="1503"/>
                </a:lnTo>
                <a:lnTo>
                  <a:pt x="1126" y="1404"/>
                </a:lnTo>
                <a:lnTo>
                  <a:pt x="1163" y="1307"/>
                </a:lnTo>
                <a:lnTo>
                  <a:pt x="1206" y="1211"/>
                </a:lnTo>
                <a:lnTo>
                  <a:pt x="1255" y="1116"/>
                </a:lnTo>
                <a:lnTo>
                  <a:pt x="1309" y="1024"/>
                </a:lnTo>
                <a:lnTo>
                  <a:pt x="1370" y="934"/>
                </a:lnTo>
                <a:lnTo>
                  <a:pt x="1436" y="847"/>
                </a:lnTo>
                <a:lnTo>
                  <a:pt x="1508" y="763"/>
                </a:lnTo>
                <a:lnTo>
                  <a:pt x="1585" y="682"/>
                </a:lnTo>
                <a:lnTo>
                  <a:pt x="1667" y="605"/>
                </a:lnTo>
                <a:lnTo>
                  <a:pt x="1754" y="531"/>
                </a:lnTo>
                <a:lnTo>
                  <a:pt x="1847" y="460"/>
                </a:lnTo>
                <a:lnTo>
                  <a:pt x="1945" y="394"/>
                </a:lnTo>
                <a:lnTo>
                  <a:pt x="2047" y="333"/>
                </a:lnTo>
                <a:lnTo>
                  <a:pt x="2154" y="276"/>
                </a:lnTo>
                <a:lnTo>
                  <a:pt x="2264" y="223"/>
                </a:lnTo>
                <a:lnTo>
                  <a:pt x="2379" y="176"/>
                </a:lnTo>
                <a:lnTo>
                  <a:pt x="2498" y="134"/>
                </a:lnTo>
                <a:lnTo>
                  <a:pt x="2620" y="97"/>
                </a:lnTo>
                <a:lnTo>
                  <a:pt x="2747" y="66"/>
                </a:lnTo>
                <a:lnTo>
                  <a:pt x="2876" y="41"/>
                </a:lnTo>
                <a:lnTo>
                  <a:pt x="3008" y="21"/>
                </a:lnTo>
                <a:lnTo>
                  <a:pt x="3143" y="8"/>
                </a:lnTo>
                <a:lnTo>
                  <a:pt x="3281" y="0"/>
                </a:lnTo>
                <a:lnTo>
                  <a:pt x="3341" y="98"/>
                </a:lnTo>
                <a:lnTo>
                  <a:pt x="3398" y="196"/>
                </a:lnTo>
                <a:lnTo>
                  <a:pt x="3450" y="296"/>
                </a:lnTo>
                <a:lnTo>
                  <a:pt x="3499" y="398"/>
                </a:lnTo>
                <a:lnTo>
                  <a:pt x="3543" y="500"/>
                </a:lnTo>
                <a:lnTo>
                  <a:pt x="3583" y="603"/>
                </a:lnTo>
                <a:lnTo>
                  <a:pt x="3619" y="706"/>
                </a:lnTo>
                <a:lnTo>
                  <a:pt x="3651" y="810"/>
                </a:lnTo>
                <a:lnTo>
                  <a:pt x="3678" y="915"/>
                </a:lnTo>
                <a:lnTo>
                  <a:pt x="3702" y="1019"/>
                </a:lnTo>
                <a:lnTo>
                  <a:pt x="3721" y="1124"/>
                </a:lnTo>
                <a:lnTo>
                  <a:pt x="3737" y="1228"/>
                </a:lnTo>
                <a:lnTo>
                  <a:pt x="3748" y="1332"/>
                </a:lnTo>
                <a:lnTo>
                  <a:pt x="3755" y="1435"/>
                </a:lnTo>
                <a:lnTo>
                  <a:pt x="3759" y="1538"/>
                </a:lnTo>
                <a:lnTo>
                  <a:pt x="3758" y="1640"/>
                </a:lnTo>
                <a:lnTo>
                  <a:pt x="3754" y="1742"/>
                </a:lnTo>
                <a:lnTo>
                  <a:pt x="3746" y="1842"/>
                </a:lnTo>
                <a:lnTo>
                  <a:pt x="3735" y="1941"/>
                </a:lnTo>
                <a:lnTo>
                  <a:pt x="3719" y="2040"/>
                </a:lnTo>
                <a:lnTo>
                  <a:pt x="3701" y="2136"/>
                </a:lnTo>
                <a:lnTo>
                  <a:pt x="3679" y="2230"/>
                </a:lnTo>
                <a:lnTo>
                  <a:pt x="3584" y="2301"/>
                </a:lnTo>
                <a:lnTo>
                  <a:pt x="3487" y="2367"/>
                </a:lnTo>
                <a:lnTo>
                  <a:pt x="3389" y="2427"/>
                </a:lnTo>
                <a:lnTo>
                  <a:pt x="3289" y="2482"/>
                </a:lnTo>
                <a:lnTo>
                  <a:pt x="3188" y="2532"/>
                </a:lnTo>
                <a:lnTo>
                  <a:pt x="3086" y="2576"/>
                </a:lnTo>
                <a:lnTo>
                  <a:pt x="2984" y="2615"/>
                </a:lnTo>
                <a:lnTo>
                  <a:pt x="2881" y="2648"/>
                </a:lnTo>
                <a:lnTo>
                  <a:pt x="2778" y="2676"/>
                </a:lnTo>
                <a:lnTo>
                  <a:pt x="2674" y="2698"/>
                </a:lnTo>
                <a:lnTo>
                  <a:pt x="2571" y="2715"/>
                </a:lnTo>
                <a:lnTo>
                  <a:pt x="2469" y="2726"/>
                </a:lnTo>
                <a:lnTo>
                  <a:pt x="2366" y="2732"/>
                </a:lnTo>
                <a:lnTo>
                  <a:pt x="2265" y="2733"/>
                </a:lnTo>
                <a:lnTo>
                  <a:pt x="2165" y="2728"/>
                </a:lnTo>
                <a:lnTo>
                  <a:pt x="2066" y="2719"/>
                </a:lnTo>
                <a:lnTo>
                  <a:pt x="1969" y="2704"/>
                </a:lnTo>
                <a:lnTo>
                  <a:pt x="1872" y="2684"/>
                </a:lnTo>
                <a:lnTo>
                  <a:pt x="1778" y="2659"/>
                </a:lnTo>
                <a:lnTo>
                  <a:pt x="1686" y="2630"/>
                </a:lnTo>
                <a:lnTo>
                  <a:pt x="1597" y="2595"/>
                </a:lnTo>
                <a:lnTo>
                  <a:pt x="1510" y="2556"/>
                </a:lnTo>
                <a:lnTo>
                  <a:pt x="1426" y="2512"/>
                </a:lnTo>
                <a:lnTo>
                  <a:pt x="1344" y="2464"/>
                </a:lnTo>
                <a:lnTo>
                  <a:pt x="1266" y="2412"/>
                </a:lnTo>
                <a:lnTo>
                  <a:pt x="1191" y="2355"/>
                </a:lnTo>
                <a:lnTo>
                  <a:pt x="1119" y="2295"/>
                </a:lnTo>
                <a:lnTo>
                  <a:pt x="1051" y="2230"/>
                </a:lnTo>
                <a:lnTo>
                  <a:pt x="995" y="2280"/>
                </a:lnTo>
                <a:lnTo>
                  <a:pt x="933" y="2324"/>
                </a:lnTo>
                <a:lnTo>
                  <a:pt x="867" y="2361"/>
                </a:lnTo>
                <a:lnTo>
                  <a:pt x="797" y="2390"/>
                </a:lnTo>
                <a:lnTo>
                  <a:pt x="722" y="2412"/>
                </a:lnTo>
                <a:lnTo>
                  <a:pt x="645" y="2426"/>
                </a:lnTo>
                <a:lnTo>
                  <a:pt x="565" y="2431"/>
                </a:lnTo>
                <a:lnTo>
                  <a:pt x="484" y="2429"/>
                </a:lnTo>
                <a:lnTo>
                  <a:pt x="402" y="2417"/>
                </a:lnTo>
                <a:lnTo>
                  <a:pt x="319" y="2397"/>
                </a:lnTo>
                <a:lnTo>
                  <a:pt x="237" y="2369"/>
                </a:lnTo>
                <a:lnTo>
                  <a:pt x="156" y="2331"/>
                </a:lnTo>
                <a:lnTo>
                  <a:pt x="77" y="2285"/>
                </a:lnTo>
                <a:lnTo>
                  <a:pt x="0" y="2230"/>
                </a:lnTo>
                <a:lnTo>
                  <a:pt x="62" y="2144"/>
                </a:lnTo>
                <a:lnTo>
                  <a:pt x="131" y="2068"/>
                </a:lnTo>
                <a:lnTo>
                  <a:pt x="205" y="2004"/>
                </a:lnTo>
                <a:lnTo>
                  <a:pt x="283" y="1950"/>
                </a:lnTo>
                <a:lnTo>
                  <a:pt x="363" y="1909"/>
                </a:lnTo>
                <a:lnTo>
                  <a:pt x="444" y="1879"/>
                </a:lnTo>
                <a:lnTo>
                  <a:pt x="525" y="1861"/>
                </a:lnTo>
                <a:lnTo>
                  <a:pt x="604" y="1854"/>
                </a:lnTo>
                <a:lnTo>
                  <a:pt x="679" y="1858"/>
                </a:lnTo>
              </a:path>
            </a:pathLst>
          </a:custGeom>
          <a:ln w="24840">
            <a:solidFill>
              <a:srgbClr val="F29FB7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8438760" y="52704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29F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8438760" y="52704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29FB7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9241200" y="465732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8"/>
                </a:moveTo>
                <a:cubicBezTo>
                  <a:pt x="0" y="-29"/>
                  <a:pt x="176" y="-29"/>
                  <a:pt x="176" y="88"/>
                </a:cubicBezTo>
                <a:cubicBezTo>
                  <a:pt x="176" y="206"/>
                  <a:pt x="0" y="206"/>
                  <a:pt x="0" y="88"/>
                </a:cubicBezTo>
                <a:close/>
              </a:path>
            </a:pathLst>
          </a:custGeom>
          <a:solidFill>
            <a:srgbClr val="F29F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9241200" y="465732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8"/>
                </a:moveTo>
                <a:cubicBezTo>
                  <a:pt x="176" y="206"/>
                  <a:pt x="0" y="206"/>
                  <a:pt x="0" y="88"/>
                </a:cubicBezTo>
                <a:cubicBezTo>
                  <a:pt x="0" y="-29"/>
                  <a:pt x="176" y="-29"/>
                  <a:pt x="176" y="88"/>
                </a:cubicBezTo>
              </a:path>
            </a:pathLst>
          </a:custGeom>
          <a:ln cap="rnd" w="8640">
            <a:solidFill>
              <a:srgbClr val="F29FB7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938448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29F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938448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29FB7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8438760" y="5459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29F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8438760" y="5459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29FB7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8438760" y="5459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29F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8438760" y="5459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29FB7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8438760" y="5459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29F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8438760" y="5459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29FB7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8060400" y="5459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F29F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8060400" y="5459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29FB7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8305200" y="532584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29FB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8305200" y="532584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29FB7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 flipV="1">
            <a:off x="8470440" y="435636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8470440" y="4688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7" y="2153"/>
                </a:lnTo>
                <a:lnTo>
                  <a:pt x="153" y="2077"/>
                </a:lnTo>
                <a:lnTo>
                  <a:pt x="230" y="2000"/>
                </a:lnTo>
                <a:lnTo>
                  <a:pt x="307" y="1923"/>
                </a:lnTo>
                <a:lnTo>
                  <a:pt x="384" y="1846"/>
                </a:lnTo>
                <a:lnTo>
                  <a:pt x="461" y="1769"/>
                </a:lnTo>
                <a:lnTo>
                  <a:pt x="538" y="1692"/>
                </a:lnTo>
                <a:lnTo>
                  <a:pt x="615" y="1615"/>
                </a:lnTo>
                <a:lnTo>
                  <a:pt x="691" y="1539"/>
                </a:lnTo>
                <a:lnTo>
                  <a:pt x="845" y="1384"/>
                </a:lnTo>
                <a:lnTo>
                  <a:pt x="922" y="1307"/>
                </a:lnTo>
                <a:lnTo>
                  <a:pt x="999" y="1230"/>
                </a:lnTo>
                <a:lnTo>
                  <a:pt x="1153" y="1076"/>
                </a:lnTo>
                <a:lnTo>
                  <a:pt x="1229" y="1000"/>
                </a:lnTo>
                <a:lnTo>
                  <a:pt x="1306" y="923"/>
                </a:lnTo>
                <a:lnTo>
                  <a:pt x="1383" y="846"/>
                </a:lnTo>
                <a:lnTo>
                  <a:pt x="1460" y="769"/>
                </a:lnTo>
                <a:lnTo>
                  <a:pt x="1537" y="692"/>
                </a:lnTo>
                <a:lnTo>
                  <a:pt x="1614" y="615"/>
                </a:lnTo>
                <a:lnTo>
                  <a:pt x="1691" y="538"/>
                </a:lnTo>
                <a:lnTo>
                  <a:pt x="1767" y="462"/>
                </a:lnTo>
                <a:lnTo>
                  <a:pt x="1844" y="385"/>
                </a:lnTo>
                <a:lnTo>
                  <a:pt x="1998" y="231"/>
                </a:lnTo>
                <a:lnTo>
                  <a:pt x="2075" y="154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8470440" y="5491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8470440" y="5491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77" y="77"/>
                </a:lnTo>
                <a:lnTo>
                  <a:pt x="153" y="154"/>
                </a:lnTo>
                <a:lnTo>
                  <a:pt x="230" y="231"/>
                </a:lnTo>
                <a:lnTo>
                  <a:pt x="307" y="308"/>
                </a:lnTo>
                <a:lnTo>
                  <a:pt x="461" y="462"/>
                </a:lnTo>
                <a:lnTo>
                  <a:pt x="538" y="538"/>
                </a:lnTo>
                <a:lnTo>
                  <a:pt x="615" y="615"/>
                </a:lnTo>
                <a:lnTo>
                  <a:pt x="691" y="692"/>
                </a:lnTo>
                <a:lnTo>
                  <a:pt x="768" y="769"/>
                </a:lnTo>
                <a:lnTo>
                  <a:pt x="845" y="846"/>
                </a:lnTo>
                <a:lnTo>
                  <a:pt x="922" y="923"/>
                </a:lnTo>
                <a:lnTo>
                  <a:pt x="999" y="1000"/>
                </a:lnTo>
                <a:lnTo>
                  <a:pt x="1076" y="1076"/>
                </a:lnTo>
                <a:lnTo>
                  <a:pt x="1153" y="1153"/>
                </a:lnTo>
                <a:lnTo>
                  <a:pt x="1229" y="1230"/>
                </a:lnTo>
                <a:lnTo>
                  <a:pt x="1306" y="1307"/>
                </a:lnTo>
                <a:lnTo>
                  <a:pt x="1383" y="1384"/>
                </a:lnTo>
                <a:lnTo>
                  <a:pt x="1460" y="1462"/>
                </a:lnTo>
                <a:lnTo>
                  <a:pt x="1614" y="1615"/>
                </a:lnTo>
                <a:lnTo>
                  <a:pt x="1691" y="1692"/>
                </a:lnTo>
                <a:lnTo>
                  <a:pt x="1767" y="1769"/>
                </a:lnTo>
                <a:lnTo>
                  <a:pt x="1844" y="1846"/>
                </a:lnTo>
                <a:lnTo>
                  <a:pt x="1921" y="1923"/>
                </a:lnTo>
                <a:lnTo>
                  <a:pt x="1998" y="2000"/>
                </a:lnTo>
                <a:lnTo>
                  <a:pt x="2075" y="2076"/>
                </a:lnTo>
                <a:lnTo>
                  <a:pt x="2153" y="2153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8470440" y="549108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7668000" y="5491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075" y="154"/>
                </a:lnTo>
                <a:lnTo>
                  <a:pt x="1998" y="231"/>
                </a:lnTo>
                <a:lnTo>
                  <a:pt x="1921" y="308"/>
                </a:lnTo>
                <a:lnTo>
                  <a:pt x="1768" y="462"/>
                </a:lnTo>
                <a:lnTo>
                  <a:pt x="1691" y="538"/>
                </a:lnTo>
                <a:lnTo>
                  <a:pt x="1614" y="615"/>
                </a:lnTo>
                <a:lnTo>
                  <a:pt x="1537" y="692"/>
                </a:lnTo>
                <a:lnTo>
                  <a:pt x="1460" y="769"/>
                </a:lnTo>
                <a:lnTo>
                  <a:pt x="1383" y="846"/>
                </a:lnTo>
                <a:lnTo>
                  <a:pt x="1306" y="923"/>
                </a:lnTo>
                <a:lnTo>
                  <a:pt x="1230" y="1000"/>
                </a:lnTo>
                <a:lnTo>
                  <a:pt x="1153" y="1076"/>
                </a:lnTo>
                <a:lnTo>
                  <a:pt x="1076" y="1153"/>
                </a:lnTo>
                <a:lnTo>
                  <a:pt x="922" y="1307"/>
                </a:lnTo>
                <a:lnTo>
                  <a:pt x="845" y="1384"/>
                </a:lnTo>
                <a:lnTo>
                  <a:pt x="769" y="1462"/>
                </a:lnTo>
                <a:lnTo>
                  <a:pt x="615" y="1615"/>
                </a:lnTo>
                <a:lnTo>
                  <a:pt x="538" y="1692"/>
                </a:lnTo>
                <a:lnTo>
                  <a:pt x="461" y="1769"/>
                </a:lnTo>
                <a:lnTo>
                  <a:pt x="384" y="1846"/>
                </a:lnTo>
                <a:lnTo>
                  <a:pt x="307" y="1923"/>
                </a:lnTo>
                <a:lnTo>
                  <a:pt x="231" y="2000"/>
                </a:lnTo>
                <a:lnTo>
                  <a:pt x="77" y="2153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 flipH="1">
            <a:off x="7335720" y="5491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7668000" y="4688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3"/>
                </a:lnTo>
                <a:lnTo>
                  <a:pt x="2075" y="2077"/>
                </a:lnTo>
                <a:lnTo>
                  <a:pt x="1998" y="2000"/>
                </a:lnTo>
                <a:lnTo>
                  <a:pt x="1921" y="1923"/>
                </a:lnTo>
                <a:lnTo>
                  <a:pt x="1844" y="1846"/>
                </a:lnTo>
                <a:lnTo>
                  <a:pt x="1768" y="1769"/>
                </a:lnTo>
                <a:lnTo>
                  <a:pt x="1691" y="1692"/>
                </a:lnTo>
                <a:lnTo>
                  <a:pt x="1614" y="1615"/>
                </a:lnTo>
                <a:lnTo>
                  <a:pt x="1537" y="1539"/>
                </a:lnTo>
                <a:lnTo>
                  <a:pt x="1383" y="1384"/>
                </a:lnTo>
                <a:lnTo>
                  <a:pt x="1306" y="1307"/>
                </a:lnTo>
                <a:lnTo>
                  <a:pt x="1230" y="1230"/>
                </a:lnTo>
                <a:lnTo>
                  <a:pt x="1153" y="1153"/>
                </a:lnTo>
                <a:lnTo>
                  <a:pt x="1076" y="1076"/>
                </a:lnTo>
                <a:lnTo>
                  <a:pt x="999" y="1000"/>
                </a:lnTo>
                <a:lnTo>
                  <a:pt x="922" y="923"/>
                </a:lnTo>
                <a:lnTo>
                  <a:pt x="845" y="846"/>
                </a:lnTo>
                <a:lnTo>
                  <a:pt x="769" y="769"/>
                </a:lnTo>
                <a:lnTo>
                  <a:pt x="692" y="692"/>
                </a:lnTo>
                <a:lnTo>
                  <a:pt x="615" y="615"/>
                </a:lnTo>
                <a:lnTo>
                  <a:pt x="538" y="538"/>
                </a:lnTo>
                <a:lnTo>
                  <a:pt x="461" y="462"/>
                </a:lnTo>
                <a:lnTo>
                  <a:pt x="384" y="385"/>
                </a:lnTo>
                <a:lnTo>
                  <a:pt x="307" y="308"/>
                </a:lnTo>
                <a:lnTo>
                  <a:pt x="231" y="231"/>
                </a:lnTo>
                <a:lnTo>
                  <a:pt x="154" y="154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7854480" y="3861720"/>
            <a:ext cx="12002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15, species = 8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8337240" y="417024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138240" y="4544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9639360" y="544680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9125640" y="6349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8324640" y="672336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7313760" y="6349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7073280" y="544680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7326720" y="4544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6811560" y="4885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9975960" y="4034880"/>
            <a:ext cx="3302280" cy="3000960"/>
          </a:xfrm>
          <a:custGeom>
            <a:avLst/>
            <a:gdLst/>
            <a:ahLst/>
            <a:rect l="0" t="0" r="r" b="b"/>
            <a:pathLst>
              <a:path w="9173" h="8336">
                <a:moveTo>
                  <a:pt x="0" y="0"/>
                </a:moveTo>
                <a:lnTo>
                  <a:pt x="9173" y="0"/>
                </a:lnTo>
                <a:lnTo>
                  <a:pt x="9173" y="8336"/>
                </a:lnTo>
                <a:lnTo>
                  <a:pt x="0" y="833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10305000" y="3552480"/>
            <a:ext cx="2935440" cy="482760"/>
          </a:xfrm>
          <a:custGeom>
            <a:avLst/>
            <a:gdLst/>
            <a:ahLst/>
            <a:rect l="0" t="0" r="r" b="b"/>
            <a:pathLst>
              <a:path w="8154" h="1341">
                <a:moveTo>
                  <a:pt x="0" y="0"/>
                </a:moveTo>
                <a:lnTo>
                  <a:pt x="8154" y="0"/>
                </a:lnTo>
                <a:lnTo>
                  <a:pt x="8154" y="1341"/>
                </a:lnTo>
                <a:lnTo>
                  <a:pt x="0" y="134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6760800" y="4318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1391480" y="3665880"/>
            <a:ext cx="7459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Strigiformes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0353960" y="4072680"/>
            <a:ext cx="2837520" cy="2837160"/>
          </a:xfrm>
          <a:custGeom>
            <a:avLst/>
            <a:gdLst/>
            <a:ahLst/>
            <a:rect l="0" t="0" r="r" b="b"/>
            <a:pathLst>
              <a:path w="7882" h="7881">
                <a:moveTo>
                  <a:pt x="0" y="0"/>
                </a:moveTo>
                <a:lnTo>
                  <a:pt x="7882" y="0"/>
                </a:lnTo>
                <a:lnTo>
                  <a:pt x="7882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 flipV="1">
            <a:off x="11772360" y="421452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 flipV="1">
            <a:off x="11772360" y="458856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11772360" y="5491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1772360" y="549108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1772360" y="54910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 flipH="1">
            <a:off x="10869840" y="549108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 flipH="1">
            <a:off x="10495800" y="549108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 flipH="1" flipV="1">
            <a:off x="10869840" y="458856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1205360" y="4923720"/>
            <a:ext cx="1134720" cy="1135080"/>
          </a:xfrm>
          <a:custGeom>
            <a:avLst/>
            <a:gdLst/>
            <a:ahLst/>
            <a:rect l="0" t="0" r="r" b="b"/>
            <a:pathLst>
              <a:path fill="none" w="3152" h="3153">
                <a:moveTo>
                  <a:pt x="1575" y="0"/>
                </a:moveTo>
                <a:lnTo>
                  <a:pt x="1675" y="3"/>
                </a:lnTo>
                <a:lnTo>
                  <a:pt x="1775" y="13"/>
                </a:lnTo>
                <a:lnTo>
                  <a:pt x="1874" y="29"/>
                </a:lnTo>
                <a:lnTo>
                  <a:pt x="1972" y="51"/>
                </a:lnTo>
                <a:lnTo>
                  <a:pt x="2068" y="79"/>
                </a:lnTo>
                <a:lnTo>
                  <a:pt x="2162" y="113"/>
                </a:lnTo>
                <a:lnTo>
                  <a:pt x="2254" y="153"/>
                </a:lnTo>
                <a:lnTo>
                  <a:pt x="2343" y="199"/>
                </a:lnTo>
                <a:lnTo>
                  <a:pt x="2428" y="250"/>
                </a:lnTo>
                <a:lnTo>
                  <a:pt x="2511" y="307"/>
                </a:lnTo>
                <a:lnTo>
                  <a:pt x="2589" y="369"/>
                </a:lnTo>
                <a:lnTo>
                  <a:pt x="2664" y="436"/>
                </a:lnTo>
                <a:lnTo>
                  <a:pt x="2734" y="508"/>
                </a:lnTo>
                <a:lnTo>
                  <a:pt x="2800" y="584"/>
                </a:lnTo>
                <a:lnTo>
                  <a:pt x="2860" y="663"/>
                </a:lnTo>
                <a:lnTo>
                  <a:pt x="2915" y="746"/>
                </a:lnTo>
                <a:lnTo>
                  <a:pt x="2965" y="833"/>
                </a:lnTo>
                <a:lnTo>
                  <a:pt x="3010" y="923"/>
                </a:lnTo>
                <a:lnTo>
                  <a:pt x="3049" y="1015"/>
                </a:lnTo>
                <a:lnTo>
                  <a:pt x="3081" y="1109"/>
                </a:lnTo>
                <a:lnTo>
                  <a:pt x="3108" y="1206"/>
                </a:lnTo>
                <a:lnTo>
                  <a:pt x="3128" y="1304"/>
                </a:lnTo>
                <a:lnTo>
                  <a:pt x="3143" y="1403"/>
                </a:lnTo>
                <a:lnTo>
                  <a:pt x="3151" y="1502"/>
                </a:lnTo>
                <a:lnTo>
                  <a:pt x="3152" y="1602"/>
                </a:lnTo>
                <a:lnTo>
                  <a:pt x="3147" y="1702"/>
                </a:lnTo>
                <a:lnTo>
                  <a:pt x="3136" y="1802"/>
                </a:lnTo>
                <a:lnTo>
                  <a:pt x="3119" y="1900"/>
                </a:lnTo>
                <a:lnTo>
                  <a:pt x="3095" y="1997"/>
                </a:lnTo>
                <a:lnTo>
                  <a:pt x="3066" y="2093"/>
                </a:lnTo>
                <a:lnTo>
                  <a:pt x="3030" y="2186"/>
                </a:lnTo>
                <a:lnTo>
                  <a:pt x="2989" y="2277"/>
                </a:lnTo>
                <a:lnTo>
                  <a:pt x="2941" y="2365"/>
                </a:lnTo>
                <a:lnTo>
                  <a:pt x="2888" y="2450"/>
                </a:lnTo>
                <a:lnTo>
                  <a:pt x="2830" y="2532"/>
                </a:lnTo>
                <a:lnTo>
                  <a:pt x="2767" y="2609"/>
                </a:lnTo>
                <a:lnTo>
                  <a:pt x="2700" y="2683"/>
                </a:lnTo>
                <a:lnTo>
                  <a:pt x="2627" y="2752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30"/>
                </a:lnTo>
                <a:lnTo>
                  <a:pt x="2299" y="2978"/>
                </a:lnTo>
                <a:lnTo>
                  <a:pt x="2208" y="3021"/>
                </a:lnTo>
                <a:lnTo>
                  <a:pt x="2115" y="3058"/>
                </a:lnTo>
                <a:lnTo>
                  <a:pt x="2020" y="3090"/>
                </a:lnTo>
                <a:lnTo>
                  <a:pt x="1923" y="3115"/>
                </a:lnTo>
                <a:lnTo>
                  <a:pt x="1824" y="3134"/>
                </a:lnTo>
                <a:lnTo>
                  <a:pt x="1725" y="3146"/>
                </a:lnTo>
                <a:lnTo>
                  <a:pt x="1625" y="3153"/>
                </a:lnTo>
                <a:lnTo>
                  <a:pt x="1525" y="3153"/>
                </a:lnTo>
                <a:lnTo>
                  <a:pt x="1426" y="3146"/>
                </a:lnTo>
                <a:lnTo>
                  <a:pt x="1326" y="3134"/>
                </a:lnTo>
                <a:lnTo>
                  <a:pt x="1228" y="3115"/>
                </a:lnTo>
                <a:lnTo>
                  <a:pt x="1131" y="3090"/>
                </a:lnTo>
                <a:lnTo>
                  <a:pt x="1036" y="3058"/>
                </a:lnTo>
                <a:lnTo>
                  <a:pt x="943" y="3021"/>
                </a:lnTo>
                <a:lnTo>
                  <a:pt x="853" y="2978"/>
                </a:lnTo>
                <a:lnTo>
                  <a:pt x="766" y="2930"/>
                </a:lnTo>
                <a:lnTo>
                  <a:pt x="682" y="2875"/>
                </a:lnTo>
                <a:lnTo>
                  <a:pt x="601" y="2816"/>
                </a:lnTo>
                <a:lnTo>
                  <a:pt x="524" y="2752"/>
                </a:lnTo>
                <a:lnTo>
                  <a:pt x="452" y="2683"/>
                </a:lnTo>
                <a:lnTo>
                  <a:pt x="384" y="2609"/>
                </a:lnTo>
                <a:lnTo>
                  <a:pt x="321" y="2532"/>
                </a:lnTo>
                <a:lnTo>
                  <a:pt x="263" y="2450"/>
                </a:lnTo>
                <a:lnTo>
                  <a:pt x="211" y="2365"/>
                </a:lnTo>
                <a:lnTo>
                  <a:pt x="163" y="2277"/>
                </a:lnTo>
                <a:lnTo>
                  <a:pt x="122" y="2186"/>
                </a:lnTo>
                <a:lnTo>
                  <a:pt x="86" y="2093"/>
                </a:lnTo>
                <a:lnTo>
                  <a:pt x="56" y="1997"/>
                </a:lnTo>
                <a:lnTo>
                  <a:pt x="33" y="1900"/>
                </a:lnTo>
                <a:lnTo>
                  <a:pt x="15" y="1802"/>
                </a:lnTo>
                <a:lnTo>
                  <a:pt x="4" y="1702"/>
                </a:lnTo>
                <a:lnTo>
                  <a:pt x="0" y="1602"/>
                </a:lnTo>
                <a:lnTo>
                  <a:pt x="1" y="1502"/>
                </a:lnTo>
                <a:lnTo>
                  <a:pt x="9" y="1403"/>
                </a:lnTo>
                <a:lnTo>
                  <a:pt x="23" y="1304"/>
                </a:lnTo>
                <a:lnTo>
                  <a:pt x="44" y="1206"/>
                </a:lnTo>
                <a:lnTo>
                  <a:pt x="70" y="1109"/>
                </a:lnTo>
                <a:lnTo>
                  <a:pt x="103" y="1015"/>
                </a:lnTo>
                <a:lnTo>
                  <a:pt x="142" y="923"/>
                </a:lnTo>
                <a:lnTo>
                  <a:pt x="186" y="833"/>
                </a:lnTo>
                <a:lnTo>
                  <a:pt x="236" y="746"/>
                </a:lnTo>
                <a:lnTo>
                  <a:pt x="292" y="663"/>
                </a:lnTo>
                <a:lnTo>
                  <a:pt x="352" y="584"/>
                </a:lnTo>
                <a:lnTo>
                  <a:pt x="418" y="508"/>
                </a:lnTo>
                <a:lnTo>
                  <a:pt x="488" y="436"/>
                </a:lnTo>
                <a:lnTo>
                  <a:pt x="562" y="369"/>
                </a:lnTo>
                <a:lnTo>
                  <a:pt x="641" y="307"/>
                </a:lnTo>
                <a:lnTo>
                  <a:pt x="723" y="250"/>
                </a:lnTo>
                <a:lnTo>
                  <a:pt x="809" y="199"/>
                </a:lnTo>
                <a:lnTo>
                  <a:pt x="898" y="153"/>
                </a:lnTo>
                <a:lnTo>
                  <a:pt x="990" y="113"/>
                </a:lnTo>
                <a:lnTo>
                  <a:pt x="1083" y="79"/>
                </a:lnTo>
                <a:lnTo>
                  <a:pt x="1180" y="51"/>
                </a:lnTo>
                <a:lnTo>
                  <a:pt x="1277" y="29"/>
                </a:lnTo>
                <a:lnTo>
                  <a:pt x="1376" y="13"/>
                </a:lnTo>
                <a:lnTo>
                  <a:pt x="1475" y="3"/>
                </a:lnTo>
                <a:lnTo>
                  <a:pt x="1575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0638000" y="4356360"/>
            <a:ext cx="2269440" cy="2269440"/>
          </a:xfrm>
          <a:custGeom>
            <a:avLst/>
            <a:gdLst/>
            <a:ahLst/>
            <a:rect l="0" t="0" r="r" b="b"/>
            <a:pathLst>
              <a:path fill="none" w="6304" h="6304">
                <a:moveTo>
                  <a:pt x="3151" y="0"/>
                </a:moveTo>
                <a:lnTo>
                  <a:pt x="3351" y="7"/>
                </a:lnTo>
                <a:lnTo>
                  <a:pt x="3550" y="26"/>
                </a:lnTo>
                <a:lnTo>
                  <a:pt x="3748" y="57"/>
                </a:lnTo>
                <a:lnTo>
                  <a:pt x="3943" y="101"/>
                </a:lnTo>
                <a:lnTo>
                  <a:pt x="4135" y="158"/>
                </a:lnTo>
                <a:lnTo>
                  <a:pt x="4323" y="226"/>
                </a:lnTo>
                <a:lnTo>
                  <a:pt x="4506" y="306"/>
                </a:lnTo>
                <a:lnTo>
                  <a:pt x="4684" y="398"/>
                </a:lnTo>
                <a:lnTo>
                  <a:pt x="4856" y="501"/>
                </a:lnTo>
                <a:lnTo>
                  <a:pt x="5020" y="614"/>
                </a:lnTo>
                <a:lnTo>
                  <a:pt x="5178" y="738"/>
                </a:lnTo>
                <a:lnTo>
                  <a:pt x="5328" y="871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4"/>
                </a:lnTo>
                <a:lnTo>
                  <a:pt x="5831" y="1490"/>
                </a:lnTo>
                <a:lnTo>
                  <a:pt x="5931" y="1664"/>
                </a:lnTo>
                <a:lnTo>
                  <a:pt x="6020" y="1843"/>
                </a:lnTo>
                <a:lnTo>
                  <a:pt x="6097" y="2027"/>
                </a:lnTo>
                <a:lnTo>
                  <a:pt x="6162" y="2216"/>
                </a:lnTo>
                <a:lnTo>
                  <a:pt x="6216" y="2409"/>
                </a:lnTo>
                <a:lnTo>
                  <a:pt x="6256" y="2605"/>
                </a:lnTo>
                <a:lnTo>
                  <a:pt x="6285" y="2803"/>
                </a:lnTo>
                <a:lnTo>
                  <a:pt x="6301" y="3002"/>
                </a:lnTo>
                <a:lnTo>
                  <a:pt x="6304" y="3202"/>
                </a:lnTo>
                <a:lnTo>
                  <a:pt x="6295" y="3402"/>
                </a:lnTo>
                <a:lnTo>
                  <a:pt x="6272" y="3601"/>
                </a:lnTo>
                <a:lnTo>
                  <a:pt x="6238" y="3799"/>
                </a:lnTo>
                <a:lnTo>
                  <a:pt x="6190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2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0" y="5631"/>
                </a:lnTo>
                <a:lnTo>
                  <a:pt x="4939" y="5750"/>
                </a:lnTo>
                <a:lnTo>
                  <a:pt x="4771" y="5858"/>
                </a:lnTo>
                <a:lnTo>
                  <a:pt x="4596" y="5955"/>
                </a:lnTo>
                <a:lnTo>
                  <a:pt x="4415" y="6041"/>
                </a:lnTo>
                <a:lnTo>
                  <a:pt x="4229" y="6115"/>
                </a:lnTo>
                <a:lnTo>
                  <a:pt x="4039" y="6178"/>
                </a:lnTo>
                <a:lnTo>
                  <a:pt x="3846" y="6228"/>
                </a:lnTo>
                <a:lnTo>
                  <a:pt x="3649" y="6266"/>
                </a:lnTo>
                <a:lnTo>
                  <a:pt x="3451" y="6291"/>
                </a:lnTo>
                <a:lnTo>
                  <a:pt x="3251" y="6304"/>
                </a:lnTo>
                <a:lnTo>
                  <a:pt x="3051" y="6304"/>
                </a:lnTo>
                <a:lnTo>
                  <a:pt x="2852" y="6291"/>
                </a:lnTo>
                <a:lnTo>
                  <a:pt x="2653" y="6266"/>
                </a:lnTo>
                <a:lnTo>
                  <a:pt x="2457" y="6228"/>
                </a:lnTo>
                <a:lnTo>
                  <a:pt x="2263" y="6178"/>
                </a:lnTo>
                <a:lnTo>
                  <a:pt x="2073" y="6115"/>
                </a:lnTo>
                <a:lnTo>
                  <a:pt x="1888" y="6041"/>
                </a:lnTo>
                <a:lnTo>
                  <a:pt x="1707" y="5955"/>
                </a:lnTo>
                <a:lnTo>
                  <a:pt x="1532" y="5858"/>
                </a:lnTo>
                <a:lnTo>
                  <a:pt x="1364" y="5750"/>
                </a:lnTo>
                <a:lnTo>
                  <a:pt x="1203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69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7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3" y="3993"/>
                </a:lnTo>
                <a:lnTo>
                  <a:pt x="66" y="3799"/>
                </a:lnTo>
                <a:lnTo>
                  <a:pt x="31" y="3601"/>
                </a:lnTo>
                <a:lnTo>
                  <a:pt x="9" y="3402"/>
                </a:lnTo>
                <a:lnTo>
                  <a:pt x="0" y="3202"/>
                </a:lnTo>
                <a:lnTo>
                  <a:pt x="3" y="3002"/>
                </a:lnTo>
                <a:lnTo>
                  <a:pt x="19" y="2803"/>
                </a:lnTo>
                <a:lnTo>
                  <a:pt x="47" y="2605"/>
                </a:lnTo>
                <a:lnTo>
                  <a:pt x="88" y="2409"/>
                </a:lnTo>
                <a:lnTo>
                  <a:pt x="141" y="2216"/>
                </a:lnTo>
                <a:lnTo>
                  <a:pt x="207" y="2027"/>
                </a:lnTo>
                <a:lnTo>
                  <a:pt x="284" y="1843"/>
                </a:lnTo>
                <a:lnTo>
                  <a:pt x="373" y="1664"/>
                </a:lnTo>
                <a:lnTo>
                  <a:pt x="473" y="1490"/>
                </a:lnTo>
                <a:lnTo>
                  <a:pt x="584" y="1324"/>
                </a:lnTo>
                <a:lnTo>
                  <a:pt x="705" y="1165"/>
                </a:lnTo>
                <a:lnTo>
                  <a:pt x="836" y="1014"/>
                </a:lnTo>
                <a:lnTo>
                  <a:pt x="976" y="871"/>
                </a:lnTo>
                <a:lnTo>
                  <a:pt x="1125" y="738"/>
                </a:lnTo>
                <a:lnTo>
                  <a:pt x="1282" y="614"/>
                </a:lnTo>
                <a:lnTo>
                  <a:pt x="1447" y="501"/>
                </a:lnTo>
                <a:lnTo>
                  <a:pt x="1619" y="398"/>
                </a:lnTo>
                <a:lnTo>
                  <a:pt x="1797" y="306"/>
                </a:lnTo>
                <a:lnTo>
                  <a:pt x="1980" y="226"/>
                </a:lnTo>
                <a:lnTo>
                  <a:pt x="2168" y="158"/>
                </a:lnTo>
                <a:lnTo>
                  <a:pt x="2360" y="101"/>
                </a:lnTo>
                <a:lnTo>
                  <a:pt x="2555" y="57"/>
                </a:lnTo>
                <a:lnTo>
                  <a:pt x="2752" y="26"/>
                </a:lnTo>
                <a:lnTo>
                  <a:pt x="2951" y="7"/>
                </a:lnTo>
                <a:lnTo>
                  <a:pt x="3151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0496160" y="4214520"/>
            <a:ext cx="2553120" cy="2553120"/>
          </a:xfrm>
          <a:custGeom>
            <a:avLst/>
            <a:gdLst/>
            <a:ahLst/>
            <a:rect l="0" t="0" r="r" b="b"/>
            <a:pathLst>
              <a:path fill="none" w="7092" h="7092">
                <a:moveTo>
                  <a:pt x="3546" y="0"/>
                </a:moveTo>
                <a:lnTo>
                  <a:pt x="3771" y="7"/>
                </a:lnTo>
                <a:lnTo>
                  <a:pt x="3995" y="29"/>
                </a:lnTo>
                <a:lnTo>
                  <a:pt x="4217" y="64"/>
                </a:lnTo>
                <a:lnTo>
                  <a:pt x="4437" y="114"/>
                </a:lnTo>
                <a:lnTo>
                  <a:pt x="4653" y="177"/>
                </a:lnTo>
                <a:lnTo>
                  <a:pt x="4864" y="254"/>
                </a:lnTo>
                <a:lnTo>
                  <a:pt x="5070" y="344"/>
                </a:lnTo>
                <a:lnTo>
                  <a:pt x="5270" y="447"/>
                </a:lnTo>
                <a:lnTo>
                  <a:pt x="5464" y="563"/>
                </a:lnTo>
                <a:lnTo>
                  <a:pt x="5649" y="691"/>
                </a:lnTo>
                <a:lnTo>
                  <a:pt x="5826" y="830"/>
                </a:lnTo>
                <a:lnTo>
                  <a:pt x="5993" y="980"/>
                </a:lnTo>
                <a:lnTo>
                  <a:pt x="6151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3"/>
                </a:lnTo>
                <a:lnTo>
                  <a:pt x="6859" y="2281"/>
                </a:lnTo>
                <a:lnTo>
                  <a:pt x="6933" y="2493"/>
                </a:lnTo>
                <a:lnTo>
                  <a:pt x="6993" y="2710"/>
                </a:lnTo>
                <a:lnTo>
                  <a:pt x="7039" y="2931"/>
                </a:lnTo>
                <a:lnTo>
                  <a:pt x="7071" y="3153"/>
                </a:lnTo>
                <a:lnTo>
                  <a:pt x="7088" y="3378"/>
                </a:lnTo>
                <a:lnTo>
                  <a:pt x="7092" y="3602"/>
                </a:lnTo>
                <a:lnTo>
                  <a:pt x="7081" y="3827"/>
                </a:lnTo>
                <a:lnTo>
                  <a:pt x="7056" y="4051"/>
                </a:lnTo>
                <a:lnTo>
                  <a:pt x="7017" y="4273"/>
                </a:lnTo>
                <a:lnTo>
                  <a:pt x="6964" y="4491"/>
                </a:lnTo>
                <a:lnTo>
                  <a:pt x="6897" y="4706"/>
                </a:lnTo>
                <a:lnTo>
                  <a:pt x="6817" y="4916"/>
                </a:lnTo>
                <a:lnTo>
                  <a:pt x="6724" y="5121"/>
                </a:lnTo>
                <a:lnTo>
                  <a:pt x="6617" y="5319"/>
                </a:lnTo>
                <a:lnTo>
                  <a:pt x="6499" y="5511"/>
                </a:lnTo>
                <a:lnTo>
                  <a:pt x="6368" y="5694"/>
                </a:lnTo>
                <a:lnTo>
                  <a:pt x="6226" y="5869"/>
                </a:lnTo>
                <a:lnTo>
                  <a:pt x="6074" y="6035"/>
                </a:lnTo>
                <a:lnTo>
                  <a:pt x="5911" y="6190"/>
                </a:lnTo>
                <a:lnTo>
                  <a:pt x="5738" y="6335"/>
                </a:lnTo>
                <a:lnTo>
                  <a:pt x="5557" y="6468"/>
                </a:lnTo>
                <a:lnTo>
                  <a:pt x="5368" y="6590"/>
                </a:lnTo>
                <a:lnTo>
                  <a:pt x="5171" y="6699"/>
                </a:lnTo>
                <a:lnTo>
                  <a:pt x="4968" y="6796"/>
                </a:lnTo>
                <a:lnTo>
                  <a:pt x="4759" y="6880"/>
                </a:lnTo>
                <a:lnTo>
                  <a:pt x="4545" y="6950"/>
                </a:lnTo>
                <a:lnTo>
                  <a:pt x="4328" y="7006"/>
                </a:lnTo>
                <a:lnTo>
                  <a:pt x="4107" y="7049"/>
                </a:lnTo>
                <a:lnTo>
                  <a:pt x="3883" y="7077"/>
                </a:lnTo>
                <a:lnTo>
                  <a:pt x="3659" y="7092"/>
                </a:lnTo>
                <a:lnTo>
                  <a:pt x="3434" y="7092"/>
                </a:lnTo>
                <a:lnTo>
                  <a:pt x="3209" y="7077"/>
                </a:lnTo>
                <a:lnTo>
                  <a:pt x="2986" y="7049"/>
                </a:lnTo>
                <a:lnTo>
                  <a:pt x="2765" y="7006"/>
                </a:lnTo>
                <a:lnTo>
                  <a:pt x="2546" y="6950"/>
                </a:lnTo>
                <a:lnTo>
                  <a:pt x="2333" y="6880"/>
                </a:lnTo>
                <a:lnTo>
                  <a:pt x="2124" y="6796"/>
                </a:lnTo>
                <a:lnTo>
                  <a:pt x="1920" y="6699"/>
                </a:lnTo>
                <a:lnTo>
                  <a:pt x="1724" y="6590"/>
                </a:lnTo>
                <a:lnTo>
                  <a:pt x="1534" y="6468"/>
                </a:lnTo>
                <a:lnTo>
                  <a:pt x="1353" y="6335"/>
                </a:lnTo>
                <a:lnTo>
                  <a:pt x="1181" y="6190"/>
                </a:lnTo>
                <a:lnTo>
                  <a:pt x="1018" y="6035"/>
                </a:lnTo>
                <a:lnTo>
                  <a:pt x="865" y="5869"/>
                </a:lnTo>
                <a:lnTo>
                  <a:pt x="723" y="5694"/>
                </a:lnTo>
                <a:lnTo>
                  <a:pt x="593" y="5511"/>
                </a:lnTo>
                <a:lnTo>
                  <a:pt x="474" y="5319"/>
                </a:lnTo>
                <a:lnTo>
                  <a:pt x="368" y="5121"/>
                </a:lnTo>
                <a:lnTo>
                  <a:pt x="275" y="4916"/>
                </a:lnTo>
                <a:lnTo>
                  <a:pt x="194" y="4706"/>
                </a:lnTo>
                <a:lnTo>
                  <a:pt x="128" y="4491"/>
                </a:lnTo>
                <a:lnTo>
                  <a:pt x="74" y="4273"/>
                </a:lnTo>
                <a:lnTo>
                  <a:pt x="35" y="4051"/>
                </a:lnTo>
                <a:lnTo>
                  <a:pt x="10" y="3827"/>
                </a:lnTo>
                <a:lnTo>
                  <a:pt x="0" y="3602"/>
                </a:lnTo>
                <a:lnTo>
                  <a:pt x="3" y="3378"/>
                </a:lnTo>
                <a:lnTo>
                  <a:pt x="21" y="3153"/>
                </a:lnTo>
                <a:lnTo>
                  <a:pt x="53" y="2931"/>
                </a:lnTo>
                <a:lnTo>
                  <a:pt x="99" y="2710"/>
                </a:lnTo>
                <a:lnTo>
                  <a:pt x="159" y="2493"/>
                </a:lnTo>
                <a:lnTo>
                  <a:pt x="233" y="2281"/>
                </a:lnTo>
                <a:lnTo>
                  <a:pt x="320" y="2073"/>
                </a:lnTo>
                <a:lnTo>
                  <a:pt x="420" y="1872"/>
                </a:lnTo>
                <a:lnTo>
                  <a:pt x="532" y="1677"/>
                </a:lnTo>
                <a:lnTo>
                  <a:pt x="657" y="1489"/>
                </a:lnTo>
                <a:lnTo>
                  <a:pt x="793" y="1310"/>
                </a:lnTo>
                <a:lnTo>
                  <a:pt x="940" y="1140"/>
                </a:lnTo>
                <a:lnTo>
                  <a:pt x="1098" y="980"/>
                </a:lnTo>
                <a:lnTo>
                  <a:pt x="1266" y="830"/>
                </a:lnTo>
                <a:lnTo>
                  <a:pt x="1443" y="691"/>
                </a:lnTo>
                <a:lnTo>
                  <a:pt x="1628" y="563"/>
                </a:lnTo>
                <a:lnTo>
                  <a:pt x="1821" y="447"/>
                </a:lnTo>
                <a:lnTo>
                  <a:pt x="2021" y="344"/>
                </a:lnTo>
                <a:lnTo>
                  <a:pt x="2227" y="254"/>
                </a:lnTo>
                <a:lnTo>
                  <a:pt x="2439" y="177"/>
                </a:lnTo>
                <a:lnTo>
                  <a:pt x="2655" y="114"/>
                </a:lnTo>
                <a:lnTo>
                  <a:pt x="2875" y="64"/>
                </a:lnTo>
                <a:lnTo>
                  <a:pt x="3097" y="29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11168280" y="4640040"/>
            <a:ext cx="1739160" cy="1453320"/>
          </a:xfrm>
          <a:custGeom>
            <a:avLst/>
            <a:gdLst/>
            <a:ahLst/>
            <a:rect l="0" t="0" r="r" b="b"/>
            <a:pathLst>
              <a:path w="4831" h="4037">
                <a:moveTo>
                  <a:pt x="1679" y="0"/>
                </a:moveTo>
                <a:lnTo>
                  <a:pt x="1782" y="2"/>
                </a:lnTo>
                <a:lnTo>
                  <a:pt x="1885" y="9"/>
                </a:lnTo>
                <a:lnTo>
                  <a:pt x="1988" y="21"/>
                </a:lnTo>
                <a:lnTo>
                  <a:pt x="2090" y="36"/>
                </a:lnTo>
                <a:lnTo>
                  <a:pt x="2191" y="56"/>
                </a:lnTo>
                <a:lnTo>
                  <a:pt x="2291" y="81"/>
                </a:lnTo>
                <a:lnTo>
                  <a:pt x="2390" y="110"/>
                </a:lnTo>
                <a:lnTo>
                  <a:pt x="2488" y="143"/>
                </a:lnTo>
                <a:lnTo>
                  <a:pt x="2584" y="180"/>
                </a:lnTo>
                <a:lnTo>
                  <a:pt x="2678" y="222"/>
                </a:lnTo>
                <a:lnTo>
                  <a:pt x="2771" y="267"/>
                </a:lnTo>
                <a:lnTo>
                  <a:pt x="2861" y="317"/>
                </a:lnTo>
                <a:lnTo>
                  <a:pt x="2950" y="370"/>
                </a:lnTo>
                <a:lnTo>
                  <a:pt x="3035" y="428"/>
                </a:lnTo>
                <a:lnTo>
                  <a:pt x="3119" y="489"/>
                </a:lnTo>
                <a:lnTo>
                  <a:pt x="3199" y="553"/>
                </a:lnTo>
                <a:lnTo>
                  <a:pt x="3276" y="621"/>
                </a:lnTo>
                <a:lnTo>
                  <a:pt x="3351" y="693"/>
                </a:lnTo>
                <a:lnTo>
                  <a:pt x="3440" y="731"/>
                </a:lnTo>
                <a:lnTo>
                  <a:pt x="3528" y="773"/>
                </a:lnTo>
                <a:lnTo>
                  <a:pt x="3616" y="820"/>
                </a:lnTo>
                <a:lnTo>
                  <a:pt x="3702" y="871"/>
                </a:lnTo>
                <a:lnTo>
                  <a:pt x="3788" y="927"/>
                </a:lnTo>
                <a:lnTo>
                  <a:pt x="3872" y="987"/>
                </a:lnTo>
                <a:lnTo>
                  <a:pt x="3954" y="1051"/>
                </a:lnTo>
                <a:lnTo>
                  <a:pt x="4035" y="1119"/>
                </a:lnTo>
                <a:lnTo>
                  <a:pt x="4114" y="1192"/>
                </a:lnTo>
                <a:lnTo>
                  <a:pt x="4190" y="1270"/>
                </a:lnTo>
                <a:lnTo>
                  <a:pt x="4264" y="1351"/>
                </a:lnTo>
                <a:lnTo>
                  <a:pt x="4336" y="1436"/>
                </a:lnTo>
                <a:lnTo>
                  <a:pt x="4405" y="1525"/>
                </a:lnTo>
                <a:lnTo>
                  <a:pt x="4470" y="1617"/>
                </a:lnTo>
                <a:lnTo>
                  <a:pt x="4533" y="1714"/>
                </a:lnTo>
                <a:lnTo>
                  <a:pt x="4592" y="1814"/>
                </a:lnTo>
                <a:lnTo>
                  <a:pt x="4648" y="1918"/>
                </a:lnTo>
                <a:lnTo>
                  <a:pt x="4700" y="2025"/>
                </a:lnTo>
                <a:lnTo>
                  <a:pt x="4748" y="2135"/>
                </a:lnTo>
                <a:lnTo>
                  <a:pt x="4792" y="2249"/>
                </a:lnTo>
                <a:lnTo>
                  <a:pt x="4831" y="2365"/>
                </a:lnTo>
                <a:lnTo>
                  <a:pt x="4732" y="2440"/>
                </a:lnTo>
                <a:lnTo>
                  <a:pt x="4631" y="2510"/>
                </a:lnTo>
                <a:lnTo>
                  <a:pt x="4528" y="2575"/>
                </a:lnTo>
                <a:lnTo>
                  <a:pt x="4424" y="2636"/>
                </a:lnTo>
                <a:lnTo>
                  <a:pt x="4319" y="2691"/>
                </a:lnTo>
                <a:lnTo>
                  <a:pt x="4213" y="2741"/>
                </a:lnTo>
                <a:lnTo>
                  <a:pt x="4106" y="2786"/>
                </a:lnTo>
                <a:lnTo>
                  <a:pt x="3998" y="2827"/>
                </a:lnTo>
                <a:lnTo>
                  <a:pt x="3890" y="2862"/>
                </a:lnTo>
                <a:lnTo>
                  <a:pt x="3781" y="2892"/>
                </a:lnTo>
                <a:lnTo>
                  <a:pt x="3673" y="2917"/>
                </a:lnTo>
                <a:lnTo>
                  <a:pt x="3565" y="2937"/>
                </a:lnTo>
                <a:lnTo>
                  <a:pt x="3456" y="2952"/>
                </a:lnTo>
                <a:lnTo>
                  <a:pt x="3349" y="2963"/>
                </a:lnTo>
                <a:lnTo>
                  <a:pt x="3242" y="2968"/>
                </a:lnTo>
                <a:lnTo>
                  <a:pt x="3135" y="2968"/>
                </a:lnTo>
                <a:lnTo>
                  <a:pt x="3067" y="2966"/>
                </a:lnTo>
                <a:lnTo>
                  <a:pt x="3110" y="2912"/>
                </a:lnTo>
                <a:lnTo>
                  <a:pt x="3180" y="2809"/>
                </a:lnTo>
                <a:lnTo>
                  <a:pt x="3242" y="2699"/>
                </a:lnTo>
                <a:lnTo>
                  <a:pt x="3297" y="2581"/>
                </a:lnTo>
                <a:lnTo>
                  <a:pt x="3342" y="2457"/>
                </a:lnTo>
                <a:lnTo>
                  <a:pt x="3377" y="2328"/>
                </a:lnTo>
                <a:lnTo>
                  <a:pt x="3402" y="2193"/>
                </a:lnTo>
                <a:lnTo>
                  <a:pt x="3416" y="2055"/>
                </a:lnTo>
                <a:lnTo>
                  <a:pt x="3420" y="1913"/>
                </a:lnTo>
                <a:lnTo>
                  <a:pt x="3411" y="1769"/>
                </a:lnTo>
                <a:lnTo>
                  <a:pt x="3390" y="1623"/>
                </a:lnTo>
                <a:lnTo>
                  <a:pt x="3357" y="1478"/>
                </a:lnTo>
                <a:lnTo>
                  <a:pt x="3311" y="1333"/>
                </a:lnTo>
                <a:lnTo>
                  <a:pt x="3253" y="1189"/>
                </a:lnTo>
                <a:lnTo>
                  <a:pt x="3183" y="1048"/>
                </a:lnTo>
                <a:lnTo>
                  <a:pt x="3100" y="912"/>
                </a:lnTo>
                <a:lnTo>
                  <a:pt x="3004" y="781"/>
                </a:lnTo>
                <a:lnTo>
                  <a:pt x="2897" y="656"/>
                </a:lnTo>
                <a:lnTo>
                  <a:pt x="2779" y="539"/>
                </a:lnTo>
                <a:lnTo>
                  <a:pt x="2649" y="429"/>
                </a:lnTo>
                <a:lnTo>
                  <a:pt x="2509" y="329"/>
                </a:lnTo>
                <a:lnTo>
                  <a:pt x="2359" y="240"/>
                </a:lnTo>
                <a:lnTo>
                  <a:pt x="2201" y="161"/>
                </a:lnTo>
                <a:lnTo>
                  <a:pt x="2034" y="94"/>
                </a:lnTo>
                <a:lnTo>
                  <a:pt x="1860" y="41"/>
                </a:lnTo>
                <a:lnTo>
                  <a:pt x="1679" y="0"/>
                </a:lnTo>
                <a:moveTo>
                  <a:pt x="3030" y="2964"/>
                </a:moveTo>
                <a:lnTo>
                  <a:pt x="2926" y="2955"/>
                </a:lnTo>
                <a:lnTo>
                  <a:pt x="2823" y="2941"/>
                </a:lnTo>
                <a:lnTo>
                  <a:pt x="2722" y="2923"/>
                </a:lnTo>
                <a:lnTo>
                  <a:pt x="2622" y="2899"/>
                </a:lnTo>
                <a:lnTo>
                  <a:pt x="2524" y="2872"/>
                </a:lnTo>
                <a:lnTo>
                  <a:pt x="2428" y="2840"/>
                </a:lnTo>
                <a:lnTo>
                  <a:pt x="2335" y="2803"/>
                </a:lnTo>
                <a:lnTo>
                  <a:pt x="2243" y="2762"/>
                </a:lnTo>
                <a:lnTo>
                  <a:pt x="2154" y="2717"/>
                </a:lnTo>
                <a:lnTo>
                  <a:pt x="2068" y="2668"/>
                </a:lnTo>
                <a:lnTo>
                  <a:pt x="1984" y="2615"/>
                </a:lnTo>
                <a:lnTo>
                  <a:pt x="1903" y="2558"/>
                </a:lnTo>
                <a:lnTo>
                  <a:pt x="1825" y="2498"/>
                </a:lnTo>
                <a:lnTo>
                  <a:pt x="1751" y="2433"/>
                </a:lnTo>
                <a:lnTo>
                  <a:pt x="1679" y="2365"/>
                </a:lnTo>
                <a:lnTo>
                  <a:pt x="1677" y="2456"/>
                </a:lnTo>
                <a:lnTo>
                  <a:pt x="1668" y="2547"/>
                </a:lnTo>
                <a:lnTo>
                  <a:pt x="1655" y="2637"/>
                </a:lnTo>
                <a:lnTo>
                  <a:pt x="1635" y="2726"/>
                </a:lnTo>
                <a:lnTo>
                  <a:pt x="1611" y="2815"/>
                </a:lnTo>
                <a:lnTo>
                  <a:pt x="1581" y="2902"/>
                </a:lnTo>
                <a:lnTo>
                  <a:pt x="1546" y="2988"/>
                </a:lnTo>
                <a:lnTo>
                  <a:pt x="1505" y="3072"/>
                </a:lnTo>
                <a:lnTo>
                  <a:pt x="1460" y="3154"/>
                </a:lnTo>
                <a:lnTo>
                  <a:pt x="1422" y="3213"/>
                </a:lnTo>
                <a:lnTo>
                  <a:pt x="1443" y="3233"/>
                </a:lnTo>
                <a:lnTo>
                  <a:pt x="1505" y="3281"/>
                </a:lnTo>
                <a:lnTo>
                  <a:pt x="1573" y="3325"/>
                </a:lnTo>
                <a:lnTo>
                  <a:pt x="1646" y="3364"/>
                </a:lnTo>
                <a:lnTo>
                  <a:pt x="1725" y="3396"/>
                </a:lnTo>
                <a:lnTo>
                  <a:pt x="1809" y="3423"/>
                </a:lnTo>
                <a:lnTo>
                  <a:pt x="1897" y="3442"/>
                </a:lnTo>
                <a:lnTo>
                  <a:pt x="1988" y="3454"/>
                </a:lnTo>
                <a:lnTo>
                  <a:pt x="2083" y="3458"/>
                </a:lnTo>
                <a:lnTo>
                  <a:pt x="2181" y="3454"/>
                </a:lnTo>
                <a:lnTo>
                  <a:pt x="2280" y="3441"/>
                </a:lnTo>
                <a:lnTo>
                  <a:pt x="2379" y="3419"/>
                </a:lnTo>
                <a:lnTo>
                  <a:pt x="2479" y="3388"/>
                </a:lnTo>
                <a:lnTo>
                  <a:pt x="2578" y="3348"/>
                </a:lnTo>
                <a:lnTo>
                  <a:pt x="2676" y="3298"/>
                </a:lnTo>
                <a:lnTo>
                  <a:pt x="2771" y="3239"/>
                </a:lnTo>
                <a:lnTo>
                  <a:pt x="2863" y="3171"/>
                </a:lnTo>
                <a:lnTo>
                  <a:pt x="2951" y="3093"/>
                </a:lnTo>
                <a:lnTo>
                  <a:pt x="3033" y="3007"/>
                </a:lnTo>
                <a:lnTo>
                  <a:pt x="3067" y="2966"/>
                </a:lnTo>
                <a:lnTo>
                  <a:pt x="3030" y="2964"/>
                </a:lnTo>
                <a:moveTo>
                  <a:pt x="1409" y="3233"/>
                </a:moveTo>
                <a:lnTo>
                  <a:pt x="1353" y="3311"/>
                </a:lnTo>
                <a:lnTo>
                  <a:pt x="1292" y="3385"/>
                </a:lnTo>
                <a:lnTo>
                  <a:pt x="1227" y="3457"/>
                </a:lnTo>
                <a:lnTo>
                  <a:pt x="1157" y="3526"/>
                </a:lnTo>
                <a:lnTo>
                  <a:pt x="1082" y="3592"/>
                </a:lnTo>
                <a:lnTo>
                  <a:pt x="1003" y="3653"/>
                </a:lnTo>
                <a:lnTo>
                  <a:pt x="920" y="3712"/>
                </a:lnTo>
                <a:lnTo>
                  <a:pt x="833" y="3766"/>
                </a:lnTo>
                <a:lnTo>
                  <a:pt x="741" y="3816"/>
                </a:lnTo>
                <a:lnTo>
                  <a:pt x="646" y="3862"/>
                </a:lnTo>
                <a:lnTo>
                  <a:pt x="548" y="3903"/>
                </a:lnTo>
                <a:lnTo>
                  <a:pt x="446" y="3940"/>
                </a:lnTo>
                <a:lnTo>
                  <a:pt x="339" y="3972"/>
                </a:lnTo>
                <a:lnTo>
                  <a:pt x="231" y="3999"/>
                </a:lnTo>
                <a:lnTo>
                  <a:pt x="120" y="4020"/>
                </a:lnTo>
                <a:lnTo>
                  <a:pt x="7" y="4037"/>
                </a:lnTo>
                <a:lnTo>
                  <a:pt x="0" y="3910"/>
                </a:lnTo>
                <a:lnTo>
                  <a:pt x="1" y="3786"/>
                </a:lnTo>
                <a:lnTo>
                  <a:pt x="9" y="3665"/>
                </a:lnTo>
                <a:lnTo>
                  <a:pt x="24" y="3546"/>
                </a:lnTo>
                <a:lnTo>
                  <a:pt x="46" y="3431"/>
                </a:lnTo>
                <a:lnTo>
                  <a:pt x="75" y="3321"/>
                </a:lnTo>
                <a:lnTo>
                  <a:pt x="110" y="3214"/>
                </a:lnTo>
                <a:lnTo>
                  <a:pt x="151" y="3112"/>
                </a:lnTo>
                <a:lnTo>
                  <a:pt x="197" y="3015"/>
                </a:lnTo>
                <a:lnTo>
                  <a:pt x="249" y="2923"/>
                </a:lnTo>
                <a:lnTo>
                  <a:pt x="305" y="2837"/>
                </a:lnTo>
                <a:lnTo>
                  <a:pt x="367" y="2756"/>
                </a:lnTo>
                <a:lnTo>
                  <a:pt x="433" y="2681"/>
                </a:lnTo>
                <a:lnTo>
                  <a:pt x="502" y="2612"/>
                </a:lnTo>
                <a:lnTo>
                  <a:pt x="575" y="2550"/>
                </a:lnTo>
                <a:lnTo>
                  <a:pt x="650" y="2494"/>
                </a:lnTo>
                <a:lnTo>
                  <a:pt x="729" y="2444"/>
                </a:lnTo>
                <a:lnTo>
                  <a:pt x="809" y="2401"/>
                </a:lnTo>
                <a:lnTo>
                  <a:pt x="891" y="2365"/>
                </a:lnTo>
                <a:lnTo>
                  <a:pt x="965" y="2314"/>
                </a:lnTo>
                <a:lnTo>
                  <a:pt x="1041" y="2274"/>
                </a:lnTo>
                <a:lnTo>
                  <a:pt x="1119" y="2243"/>
                </a:lnTo>
                <a:lnTo>
                  <a:pt x="1198" y="2224"/>
                </a:lnTo>
                <a:lnTo>
                  <a:pt x="1277" y="2215"/>
                </a:lnTo>
                <a:lnTo>
                  <a:pt x="1354" y="2216"/>
                </a:lnTo>
                <a:lnTo>
                  <a:pt x="1428" y="2228"/>
                </a:lnTo>
                <a:lnTo>
                  <a:pt x="1498" y="2249"/>
                </a:lnTo>
                <a:lnTo>
                  <a:pt x="1565" y="2279"/>
                </a:lnTo>
                <a:lnTo>
                  <a:pt x="1625" y="2318"/>
                </a:lnTo>
                <a:lnTo>
                  <a:pt x="1679" y="2365"/>
                </a:lnTo>
                <a:lnTo>
                  <a:pt x="1654" y="2344"/>
                </a:lnTo>
                <a:lnTo>
                  <a:pt x="1626" y="2326"/>
                </a:lnTo>
                <a:lnTo>
                  <a:pt x="1594" y="2313"/>
                </a:lnTo>
                <a:lnTo>
                  <a:pt x="1561" y="2304"/>
                </a:lnTo>
                <a:lnTo>
                  <a:pt x="1526" y="2301"/>
                </a:lnTo>
                <a:lnTo>
                  <a:pt x="1490" y="2302"/>
                </a:lnTo>
                <a:lnTo>
                  <a:pt x="1453" y="2309"/>
                </a:lnTo>
                <a:lnTo>
                  <a:pt x="1417" y="2321"/>
                </a:lnTo>
                <a:lnTo>
                  <a:pt x="1381" y="2339"/>
                </a:lnTo>
                <a:lnTo>
                  <a:pt x="1346" y="2362"/>
                </a:lnTo>
                <a:lnTo>
                  <a:pt x="1314" y="2390"/>
                </a:lnTo>
                <a:lnTo>
                  <a:pt x="1284" y="2423"/>
                </a:lnTo>
                <a:lnTo>
                  <a:pt x="1257" y="2460"/>
                </a:lnTo>
                <a:lnTo>
                  <a:pt x="1234" y="2503"/>
                </a:lnTo>
                <a:lnTo>
                  <a:pt x="1215" y="2549"/>
                </a:lnTo>
                <a:lnTo>
                  <a:pt x="1200" y="2599"/>
                </a:lnTo>
                <a:lnTo>
                  <a:pt x="1191" y="2652"/>
                </a:lnTo>
                <a:lnTo>
                  <a:pt x="1187" y="2708"/>
                </a:lnTo>
                <a:lnTo>
                  <a:pt x="1190" y="2766"/>
                </a:lnTo>
                <a:lnTo>
                  <a:pt x="1198" y="2826"/>
                </a:lnTo>
                <a:lnTo>
                  <a:pt x="1213" y="2886"/>
                </a:lnTo>
                <a:lnTo>
                  <a:pt x="1234" y="2947"/>
                </a:lnTo>
                <a:lnTo>
                  <a:pt x="1263" y="3008"/>
                </a:lnTo>
                <a:lnTo>
                  <a:pt x="1298" y="3067"/>
                </a:lnTo>
                <a:lnTo>
                  <a:pt x="1340" y="3125"/>
                </a:lnTo>
                <a:lnTo>
                  <a:pt x="1388" y="3181"/>
                </a:lnTo>
                <a:lnTo>
                  <a:pt x="1422" y="3213"/>
                </a:lnTo>
                <a:lnTo>
                  <a:pt x="1409" y="3233"/>
                </a:lnTo>
                <a:close/>
              </a:path>
            </a:pathLst>
          </a:custGeom>
          <a:solidFill>
            <a:srgbClr val="F4B183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11168280" y="4640040"/>
            <a:ext cx="1739160" cy="1453320"/>
          </a:xfrm>
          <a:custGeom>
            <a:avLst/>
            <a:gdLst/>
            <a:ahLst/>
            <a:rect l="0" t="0" r="r" b="b"/>
            <a:pathLst>
              <a:path w="4831" h="4037">
                <a:moveTo>
                  <a:pt x="1679" y="0"/>
                </a:moveTo>
                <a:lnTo>
                  <a:pt x="1782" y="2"/>
                </a:lnTo>
                <a:lnTo>
                  <a:pt x="1885" y="9"/>
                </a:lnTo>
                <a:lnTo>
                  <a:pt x="1988" y="21"/>
                </a:lnTo>
                <a:lnTo>
                  <a:pt x="2090" y="36"/>
                </a:lnTo>
                <a:lnTo>
                  <a:pt x="2191" y="56"/>
                </a:lnTo>
                <a:lnTo>
                  <a:pt x="2291" y="81"/>
                </a:lnTo>
                <a:lnTo>
                  <a:pt x="2390" y="110"/>
                </a:lnTo>
                <a:lnTo>
                  <a:pt x="2488" y="143"/>
                </a:lnTo>
                <a:lnTo>
                  <a:pt x="2584" y="180"/>
                </a:lnTo>
                <a:lnTo>
                  <a:pt x="2678" y="222"/>
                </a:lnTo>
                <a:lnTo>
                  <a:pt x="2771" y="267"/>
                </a:lnTo>
                <a:lnTo>
                  <a:pt x="2861" y="317"/>
                </a:lnTo>
                <a:lnTo>
                  <a:pt x="2950" y="370"/>
                </a:lnTo>
                <a:lnTo>
                  <a:pt x="3035" y="428"/>
                </a:lnTo>
                <a:lnTo>
                  <a:pt x="3119" y="489"/>
                </a:lnTo>
                <a:lnTo>
                  <a:pt x="3199" y="553"/>
                </a:lnTo>
                <a:lnTo>
                  <a:pt x="3276" y="621"/>
                </a:lnTo>
                <a:lnTo>
                  <a:pt x="3351" y="693"/>
                </a:lnTo>
                <a:lnTo>
                  <a:pt x="3440" y="731"/>
                </a:lnTo>
                <a:lnTo>
                  <a:pt x="3528" y="773"/>
                </a:lnTo>
                <a:lnTo>
                  <a:pt x="3616" y="820"/>
                </a:lnTo>
                <a:lnTo>
                  <a:pt x="3702" y="871"/>
                </a:lnTo>
                <a:lnTo>
                  <a:pt x="3788" y="927"/>
                </a:lnTo>
                <a:lnTo>
                  <a:pt x="3872" y="987"/>
                </a:lnTo>
                <a:lnTo>
                  <a:pt x="3954" y="1051"/>
                </a:lnTo>
                <a:lnTo>
                  <a:pt x="4035" y="1119"/>
                </a:lnTo>
                <a:lnTo>
                  <a:pt x="4114" y="1192"/>
                </a:lnTo>
                <a:lnTo>
                  <a:pt x="4190" y="1270"/>
                </a:lnTo>
                <a:lnTo>
                  <a:pt x="4264" y="1351"/>
                </a:lnTo>
                <a:lnTo>
                  <a:pt x="4336" y="1436"/>
                </a:lnTo>
                <a:lnTo>
                  <a:pt x="4405" y="1525"/>
                </a:lnTo>
                <a:lnTo>
                  <a:pt x="4470" y="1617"/>
                </a:lnTo>
                <a:lnTo>
                  <a:pt x="4533" y="1714"/>
                </a:lnTo>
                <a:lnTo>
                  <a:pt x="4592" y="1814"/>
                </a:lnTo>
                <a:lnTo>
                  <a:pt x="4648" y="1918"/>
                </a:lnTo>
                <a:lnTo>
                  <a:pt x="4700" y="2025"/>
                </a:lnTo>
                <a:lnTo>
                  <a:pt x="4748" y="2135"/>
                </a:lnTo>
                <a:lnTo>
                  <a:pt x="4792" y="2249"/>
                </a:lnTo>
                <a:lnTo>
                  <a:pt x="4831" y="2365"/>
                </a:lnTo>
                <a:lnTo>
                  <a:pt x="4732" y="2440"/>
                </a:lnTo>
                <a:lnTo>
                  <a:pt x="4631" y="2510"/>
                </a:lnTo>
                <a:lnTo>
                  <a:pt x="4528" y="2575"/>
                </a:lnTo>
                <a:lnTo>
                  <a:pt x="4424" y="2636"/>
                </a:lnTo>
                <a:lnTo>
                  <a:pt x="4319" y="2691"/>
                </a:lnTo>
                <a:lnTo>
                  <a:pt x="4213" y="2741"/>
                </a:lnTo>
                <a:lnTo>
                  <a:pt x="4106" y="2786"/>
                </a:lnTo>
                <a:lnTo>
                  <a:pt x="3998" y="2827"/>
                </a:lnTo>
                <a:lnTo>
                  <a:pt x="3890" y="2862"/>
                </a:lnTo>
                <a:lnTo>
                  <a:pt x="3781" y="2892"/>
                </a:lnTo>
                <a:lnTo>
                  <a:pt x="3673" y="2917"/>
                </a:lnTo>
                <a:lnTo>
                  <a:pt x="3565" y="2937"/>
                </a:lnTo>
                <a:lnTo>
                  <a:pt x="3456" y="2952"/>
                </a:lnTo>
                <a:lnTo>
                  <a:pt x="3349" y="2963"/>
                </a:lnTo>
                <a:lnTo>
                  <a:pt x="3242" y="2968"/>
                </a:lnTo>
                <a:lnTo>
                  <a:pt x="3135" y="2968"/>
                </a:lnTo>
                <a:lnTo>
                  <a:pt x="3030" y="2964"/>
                </a:lnTo>
                <a:lnTo>
                  <a:pt x="2926" y="2955"/>
                </a:lnTo>
                <a:lnTo>
                  <a:pt x="2823" y="2941"/>
                </a:lnTo>
                <a:lnTo>
                  <a:pt x="2722" y="2923"/>
                </a:lnTo>
                <a:lnTo>
                  <a:pt x="2622" y="2899"/>
                </a:lnTo>
                <a:lnTo>
                  <a:pt x="2524" y="2872"/>
                </a:lnTo>
                <a:lnTo>
                  <a:pt x="2428" y="2840"/>
                </a:lnTo>
                <a:lnTo>
                  <a:pt x="2335" y="2803"/>
                </a:lnTo>
                <a:lnTo>
                  <a:pt x="2243" y="2762"/>
                </a:lnTo>
                <a:lnTo>
                  <a:pt x="2154" y="2717"/>
                </a:lnTo>
                <a:lnTo>
                  <a:pt x="2068" y="2668"/>
                </a:lnTo>
                <a:lnTo>
                  <a:pt x="1984" y="2615"/>
                </a:lnTo>
                <a:lnTo>
                  <a:pt x="1903" y="2558"/>
                </a:lnTo>
                <a:lnTo>
                  <a:pt x="1825" y="2498"/>
                </a:lnTo>
                <a:lnTo>
                  <a:pt x="1751" y="2433"/>
                </a:lnTo>
                <a:lnTo>
                  <a:pt x="1679" y="2365"/>
                </a:lnTo>
                <a:lnTo>
                  <a:pt x="1677" y="2456"/>
                </a:lnTo>
                <a:lnTo>
                  <a:pt x="1668" y="2547"/>
                </a:lnTo>
                <a:lnTo>
                  <a:pt x="1655" y="2637"/>
                </a:lnTo>
                <a:lnTo>
                  <a:pt x="1635" y="2726"/>
                </a:lnTo>
                <a:lnTo>
                  <a:pt x="1611" y="2815"/>
                </a:lnTo>
                <a:lnTo>
                  <a:pt x="1581" y="2902"/>
                </a:lnTo>
                <a:lnTo>
                  <a:pt x="1546" y="2988"/>
                </a:lnTo>
                <a:lnTo>
                  <a:pt x="1505" y="3072"/>
                </a:lnTo>
                <a:lnTo>
                  <a:pt x="1460" y="3154"/>
                </a:lnTo>
                <a:lnTo>
                  <a:pt x="1409" y="3233"/>
                </a:lnTo>
                <a:lnTo>
                  <a:pt x="1353" y="3311"/>
                </a:lnTo>
                <a:lnTo>
                  <a:pt x="1292" y="3385"/>
                </a:lnTo>
                <a:lnTo>
                  <a:pt x="1227" y="3457"/>
                </a:lnTo>
                <a:lnTo>
                  <a:pt x="1157" y="3526"/>
                </a:lnTo>
                <a:lnTo>
                  <a:pt x="1082" y="3592"/>
                </a:lnTo>
                <a:lnTo>
                  <a:pt x="1003" y="3653"/>
                </a:lnTo>
                <a:lnTo>
                  <a:pt x="920" y="3712"/>
                </a:lnTo>
                <a:lnTo>
                  <a:pt x="833" y="3766"/>
                </a:lnTo>
                <a:lnTo>
                  <a:pt x="741" y="3816"/>
                </a:lnTo>
                <a:lnTo>
                  <a:pt x="646" y="3862"/>
                </a:lnTo>
                <a:lnTo>
                  <a:pt x="548" y="3903"/>
                </a:lnTo>
                <a:lnTo>
                  <a:pt x="446" y="3940"/>
                </a:lnTo>
                <a:lnTo>
                  <a:pt x="339" y="3972"/>
                </a:lnTo>
                <a:lnTo>
                  <a:pt x="231" y="3999"/>
                </a:lnTo>
                <a:lnTo>
                  <a:pt x="120" y="4020"/>
                </a:lnTo>
                <a:lnTo>
                  <a:pt x="7" y="4037"/>
                </a:lnTo>
                <a:lnTo>
                  <a:pt x="0" y="3910"/>
                </a:lnTo>
                <a:lnTo>
                  <a:pt x="1" y="3786"/>
                </a:lnTo>
                <a:lnTo>
                  <a:pt x="9" y="3665"/>
                </a:lnTo>
                <a:lnTo>
                  <a:pt x="24" y="3546"/>
                </a:lnTo>
                <a:lnTo>
                  <a:pt x="46" y="3431"/>
                </a:lnTo>
                <a:lnTo>
                  <a:pt x="75" y="3321"/>
                </a:lnTo>
                <a:lnTo>
                  <a:pt x="110" y="3214"/>
                </a:lnTo>
                <a:lnTo>
                  <a:pt x="151" y="3112"/>
                </a:lnTo>
                <a:lnTo>
                  <a:pt x="197" y="3015"/>
                </a:lnTo>
                <a:lnTo>
                  <a:pt x="249" y="2923"/>
                </a:lnTo>
                <a:lnTo>
                  <a:pt x="305" y="2837"/>
                </a:lnTo>
                <a:lnTo>
                  <a:pt x="367" y="2756"/>
                </a:lnTo>
                <a:lnTo>
                  <a:pt x="433" y="2681"/>
                </a:lnTo>
                <a:lnTo>
                  <a:pt x="502" y="2612"/>
                </a:lnTo>
                <a:lnTo>
                  <a:pt x="575" y="2550"/>
                </a:lnTo>
                <a:lnTo>
                  <a:pt x="650" y="2494"/>
                </a:lnTo>
                <a:lnTo>
                  <a:pt x="729" y="2444"/>
                </a:lnTo>
                <a:lnTo>
                  <a:pt x="809" y="2401"/>
                </a:lnTo>
                <a:lnTo>
                  <a:pt x="891" y="2365"/>
                </a:lnTo>
                <a:lnTo>
                  <a:pt x="965" y="2314"/>
                </a:lnTo>
                <a:lnTo>
                  <a:pt x="1041" y="2274"/>
                </a:lnTo>
                <a:lnTo>
                  <a:pt x="1119" y="2243"/>
                </a:lnTo>
                <a:lnTo>
                  <a:pt x="1198" y="2224"/>
                </a:lnTo>
                <a:lnTo>
                  <a:pt x="1277" y="2215"/>
                </a:lnTo>
                <a:lnTo>
                  <a:pt x="1354" y="2216"/>
                </a:lnTo>
                <a:lnTo>
                  <a:pt x="1428" y="2228"/>
                </a:lnTo>
                <a:lnTo>
                  <a:pt x="1498" y="2249"/>
                </a:lnTo>
                <a:lnTo>
                  <a:pt x="1565" y="2279"/>
                </a:lnTo>
                <a:lnTo>
                  <a:pt x="1625" y="2318"/>
                </a:lnTo>
                <a:lnTo>
                  <a:pt x="1679" y="2365"/>
                </a:lnTo>
                <a:lnTo>
                  <a:pt x="1654" y="2344"/>
                </a:lnTo>
                <a:lnTo>
                  <a:pt x="1626" y="2326"/>
                </a:lnTo>
                <a:lnTo>
                  <a:pt x="1594" y="2313"/>
                </a:lnTo>
                <a:lnTo>
                  <a:pt x="1561" y="2304"/>
                </a:lnTo>
                <a:lnTo>
                  <a:pt x="1526" y="2301"/>
                </a:lnTo>
                <a:lnTo>
                  <a:pt x="1490" y="2302"/>
                </a:lnTo>
                <a:lnTo>
                  <a:pt x="1453" y="2309"/>
                </a:lnTo>
                <a:lnTo>
                  <a:pt x="1417" y="2321"/>
                </a:lnTo>
                <a:lnTo>
                  <a:pt x="1381" y="2339"/>
                </a:lnTo>
                <a:lnTo>
                  <a:pt x="1346" y="2362"/>
                </a:lnTo>
                <a:lnTo>
                  <a:pt x="1314" y="2390"/>
                </a:lnTo>
                <a:lnTo>
                  <a:pt x="1284" y="2423"/>
                </a:lnTo>
                <a:lnTo>
                  <a:pt x="1257" y="2460"/>
                </a:lnTo>
                <a:lnTo>
                  <a:pt x="1234" y="2503"/>
                </a:lnTo>
                <a:lnTo>
                  <a:pt x="1215" y="2549"/>
                </a:lnTo>
                <a:lnTo>
                  <a:pt x="1200" y="2599"/>
                </a:lnTo>
                <a:lnTo>
                  <a:pt x="1191" y="2652"/>
                </a:lnTo>
                <a:lnTo>
                  <a:pt x="1187" y="2708"/>
                </a:lnTo>
                <a:lnTo>
                  <a:pt x="1190" y="2766"/>
                </a:lnTo>
                <a:lnTo>
                  <a:pt x="1198" y="2826"/>
                </a:lnTo>
                <a:lnTo>
                  <a:pt x="1213" y="2886"/>
                </a:lnTo>
                <a:lnTo>
                  <a:pt x="1234" y="2947"/>
                </a:lnTo>
                <a:lnTo>
                  <a:pt x="1263" y="3008"/>
                </a:lnTo>
                <a:lnTo>
                  <a:pt x="1298" y="3067"/>
                </a:lnTo>
                <a:lnTo>
                  <a:pt x="1340" y="3125"/>
                </a:lnTo>
                <a:lnTo>
                  <a:pt x="1388" y="3181"/>
                </a:lnTo>
                <a:lnTo>
                  <a:pt x="1443" y="3233"/>
                </a:lnTo>
                <a:lnTo>
                  <a:pt x="1505" y="3281"/>
                </a:lnTo>
                <a:lnTo>
                  <a:pt x="1573" y="3325"/>
                </a:lnTo>
                <a:lnTo>
                  <a:pt x="1646" y="3364"/>
                </a:lnTo>
                <a:lnTo>
                  <a:pt x="1725" y="3396"/>
                </a:lnTo>
                <a:lnTo>
                  <a:pt x="1809" y="3423"/>
                </a:lnTo>
                <a:lnTo>
                  <a:pt x="1897" y="3442"/>
                </a:lnTo>
                <a:lnTo>
                  <a:pt x="1988" y="3454"/>
                </a:lnTo>
                <a:lnTo>
                  <a:pt x="2083" y="3458"/>
                </a:lnTo>
                <a:lnTo>
                  <a:pt x="2181" y="3454"/>
                </a:lnTo>
                <a:lnTo>
                  <a:pt x="2280" y="3441"/>
                </a:lnTo>
                <a:lnTo>
                  <a:pt x="2379" y="3419"/>
                </a:lnTo>
                <a:lnTo>
                  <a:pt x="2479" y="3388"/>
                </a:lnTo>
                <a:lnTo>
                  <a:pt x="2578" y="3348"/>
                </a:lnTo>
                <a:lnTo>
                  <a:pt x="2676" y="3298"/>
                </a:lnTo>
                <a:lnTo>
                  <a:pt x="2771" y="3239"/>
                </a:lnTo>
                <a:lnTo>
                  <a:pt x="2863" y="3171"/>
                </a:lnTo>
                <a:lnTo>
                  <a:pt x="2951" y="3093"/>
                </a:lnTo>
                <a:lnTo>
                  <a:pt x="3033" y="3007"/>
                </a:lnTo>
                <a:lnTo>
                  <a:pt x="3110" y="2912"/>
                </a:lnTo>
                <a:lnTo>
                  <a:pt x="3180" y="2809"/>
                </a:lnTo>
                <a:lnTo>
                  <a:pt x="3242" y="2699"/>
                </a:lnTo>
                <a:lnTo>
                  <a:pt x="3297" y="2581"/>
                </a:lnTo>
                <a:lnTo>
                  <a:pt x="3342" y="2457"/>
                </a:lnTo>
                <a:lnTo>
                  <a:pt x="3377" y="2328"/>
                </a:lnTo>
                <a:lnTo>
                  <a:pt x="3402" y="2193"/>
                </a:lnTo>
                <a:lnTo>
                  <a:pt x="3416" y="2055"/>
                </a:lnTo>
                <a:lnTo>
                  <a:pt x="3420" y="1913"/>
                </a:lnTo>
                <a:lnTo>
                  <a:pt x="3411" y="1769"/>
                </a:lnTo>
                <a:lnTo>
                  <a:pt x="3390" y="1623"/>
                </a:lnTo>
                <a:lnTo>
                  <a:pt x="3357" y="1478"/>
                </a:lnTo>
                <a:lnTo>
                  <a:pt x="3311" y="1333"/>
                </a:lnTo>
                <a:lnTo>
                  <a:pt x="3253" y="1189"/>
                </a:lnTo>
                <a:lnTo>
                  <a:pt x="3183" y="1048"/>
                </a:lnTo>
                <a:lnTo>
                  <a:pt x="3100" y="912"/>
                </a:lnTo>
                <a:lnTo>
                  <a:pt x="3004" y="781"/>
                </a:lnTo>
                <a:lnTo>
                  <a:pt x="2897" y="656"/>
                </a:lnTo>
                <a:lnTo>
                  <a:pt x="2779" y="539"/>
                </a:lnTo>
                <a:lnTo>
                  <a:pt x="2649" y="429"/>
                </a:lnTo>
                <a:lnTo>
                  <a:pt x="2509" y="329"/>
                </a:lnTo>
                <a:lnTo>
                  <a:pt x="2359" y="240"/>
                </a:lnTo>
                <a:lnTo>
                  <a:pt x="2201" y="161"/>
                </a:lnTo>
                <a:lnTo>
                  <a:pt x="2034" y="94"/>
                </a:lnTo>
                <a:lnTo>
                  <a:pt x="1860" y="41"/>
                </a:lnTo>
                <a:lnTo>
                  <a:pt x="1679" y="0"/>
                </a:lnTo>
                <a:close/>
              </a:path>
            </a:pathLst>
          </a:custGeom>
          <a:noFill/>
          <a:ln w="24840">
            <a:solidFill>
              <a:srgbClr val="F4B183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11168280" y="4640040"/>
            <a:ext cx="1739160" cy="1453320"/>
          </a:xfrm>
          <a:custGeom>
            <a:avLst/>
            <a:gdLst/>
            <a:ahLst/>
            <a:rect l="0" t="0" r="r" b="b"/>
            <a:pathLst>
              <a:path fill="none" w="4831" h="4037">
                <a:moveTo>
                  <a:pt x="1679" y="0"/>
                </a:moveTo>
                <a:lnTo>
                  <a:pt x="1782" y="2"/>
                </a:lnTo>
                <a:lnTo>
                  <a:pt x="1885" y="9"/>
                </a:lnTo>
                <a:lnTo>
                  <a:pt x="1988" y="21"/>
                </a:lnTo>
                <a:lnTo>
                  <a:pt x="2090" y="36"/>
                </a:lnTo>
                <a:lnTo>
                  <a:pt x="2191" y="56"/>
                </a:lnTo>
                <a:lnTo>
                  <a:pt x="2291" y="81"/>
                </a:lnTo>
                <a:lnTo>
                  <a:pt x="2390" y="110"/>
                </a:lnTo>
                <a:lnTo>
                  <a:pt x="2488" y="143"/>
                </a:lnTo>
                <a:lnTo>
                  <a:pt x="2584" y="180"/>
                </a:lnTo>
                <a:lnTo>
                  <a:pt x="2678" y="222"/>
                </a:lnTo>
                <a:lnTo>
                  <a:pt x="2771" y="267"/>
                </a:lnTo>
                <a:lnTo>
                  <a:pt x="2861" y="317"/>
                </a:lnTo>
                <a:lnTo>
                  <a:pt x="2950" y="370"/>
                </a:lnTo>
                <a:lnTo>
                  <a:pt x="3035" y="428"/>
                </a:lnTo>
                <a:lnTo>
                  <a:pt x="3119" y="489"/>
                </a:lnTo>
                <a:lnTo>
                  <a:pt x="3199" y="553"/>
                </a:lnTo>
                <a:lnTo>
                  <a:pt x="3276" y="621"/>
                </a:lnTo>
                <a:lnTo>
                  <a:pt x="3351" y="693"/>
                </a:lnTo>
                <a:lnTo>
                  <a:pt x="3440" y="731"/>
                </a:lnTo>
                <a:lnTo>
                  <a:pt x="3528" y="773"/>
                </a:lnTo>
                <a:lnTo>
                  <a:pt x="3616" y="820"/>
                </a:lnTo>
                <a:lnTo>
                  <a:pt x="3702" y="871"/>
                </a:lnTo>
                <a:lnTo>
                  <a:pt x="3788" y="927"/>
                </a:lnTo>
                <a:lnTo>
                  <a:pt x="3872" y="987"/>
                </a:lnTo>
                <a:lnTo>
                  <a:pt x="3954" y="1051"/>
                </a:lnTo>
                <a:lnTo>
                  <a:pt x="4035" y="1119"/>
                </a:lnTo>
                <a:lnTo>
                  <a:pt x="4114" y="1192"/>
                </a:lnTo>
                <a:lnTo>
                  <a:pt x="4190" y="1270"/>
                </a:lnTo>
                <a:lnTo>
                  <a:pt x="4264" y="1351"/>
                </a:lnTo>
                <a:lnTo>
                  <a:pt x="4336" y="1436"/>
                </a:lnTo>
                <a:lnTo>
                  <a:pt x="4405" y="1525"/>
                </a:lnTo>
                <a:lnTo>
                  <a:pt x="4470" y="1617"/>
                </a:lnTo>
                <a:lnTo>
                  <a:pt x="4533" y="1714"/>
                </a:lnTo>
                <a:lnTo>
                  <a:pt x="4592" y="1814"/>
                </a:lnTo>
                <a:lnTo>
                  <a:pt x="4648" y="1918"/>
                </a:lnTo>
                <a:lnTo>
                  <a:pt x="4700" y="2025"/>
                </a:lnTo>
                <a:lnTo>
                  <a:pt x="4748" y="2135"/>
                </a:lnTo>
                <a:lnTo>
                  <a:pt x="4792" y="2249"/>
                </a:lnTo>
                <a:lnTo>
                  <a:pt x="4831" y="2365"/>
                </a:lnTo>
                <a:lnTo>
                  <a:pt x="4732" y="2440"/>
                </a:lnTo>
                <a:lnTo>
                  <a:pt x="4631" y="2510"/>
                </a:lnTo>
                <a:lnTo>
                  <a:pt x="4528" y="2575"/>
                </a:lnTo>
                <a:lnTo>
                  <a:pt x="4424" y="2636"/>
                </a:lnTo>
                <a:lnTo>
                  <a:pt x="4319" y="2691"/>
                </a:lnTo>
                <a:lnTo>
                  <a:pt x="4213" y="2741"/>
                </a:lnTo>
                <a:lnTo>
                  <a:pt x="4106" y="2786"/>
                </a:lnTo>
                <a:lnTo>
                  <a:pt x="3998" y="2827"/>
                </a:lnTo>
                <a:lnTo>
                  <a:pt x="3890" y="2862"/>
                </a:lnTo>
                <a:lnTo>
                  <a:pt x="3781" y="2892"/>
                </a:lnTo>
                <a:lnTo>
                  <a:pt x="3673" y="2917"/>
                </a:lnTo>
                <a:lnTo>
                  <a:pt x="3565" y="2937"/>
                </a:lnTo>
                <a:lnTo>
                  <a:pt x="3456" y="2952"/>
                </a:lnTo>
                <a:lnTo>
                  <a:pt x="3349" y="2963"/>
                </a:lnTo>
                <a:lnTo>
                  <a:pt x="3242" y="2968"/>
                </a:lnTo>
                <a:lnTo>
                  <a:pt x="3135" y="2968"/>
                </a:lnTo>
                <a:lnTo>
                  <a:pt x="3030" y="2964"/>
                </a:lnTo>
                <a:lnTo>
                  <a:pt x="2926" y="2955"/>
                </a:lnTo>
                <a:lnTo>
                  <a:pt x="2823" y="2941"/>
                </a:lnTo>
                <a:lnTo>
                  <a:pt x="2722" y="2923"/>
                </a:lnTo>
                <a:lnTo>
                  <a:pt x="2622" y="2899"/>
                </a:lnTo>
                <a:lnTo>
                  <a:pt x="2524" y="2872"/>
                </a:lnTo>
                <a:lnTo>
                  <a:pt x="2428" y="2840"/>
                </a:lnTo>
                <a:lnTo>
                  <a:pt x="2335" y="2803"/>
                </a:lnTo>
                <a:lnTo>
                  <a:pt x="2243" y="2762"/>
                </a:lnTo>
                <a:lnTo>
                  <a:pt x="2154" y="2717"/>
                </a:lnTo>
                <a:lnTo>
                  <a:pt x="2068" y="2668"/>
                </a:lnTo>
                <a:lnTo>
                  <a:pt x="1984" y="2615"/>
                </a:lnTo>
                <a:lnTo>
                  <a:pt x="1903" y="2558"/>
                </a:lnTo>
                <a:lnTo>
                  <a:pt x="1825" y="2498"/>
                </a:lnTo>
                <a:lnTo>
                  <a:pt x="1751" y="2433"/>
                </a:lnTo>
                <a:lnTo>
                  <a:pt x="1679" y="2365"/>
                </a:lnTo>
                <a:lnTo>
                  <a:pt x="1677" y="2456"/>
                </a:lnTo>
                <a:lnTo>
                  <a:pt x="1668" y="2547"/>
                </a:lnTo>
                <a:lnTo>
                  <a:pt x="1655" y="2637"/>
                </a:lnTo>
                <a:lnTo>
                  <a:pt x="1635" y="2726"/>
                </a:lnTo>
                <a:lnTo>
                  <a:pt x="1611" y="2815"/>
                </a:lnTo>
                <a:lnTo>
                  <a:pt x="1581" y="2902"/>
                </a:lnTo>
                <a:lnTo>
                  <a:pt x="1546" y="2988"/>
                </a:lnTo>
                <a:lnTo>
                  <a:pt x="1505" y="3072"/>
                </a:lnTo>
                <a:lnTo>
                  <a:pt x="1460" y="3154"/>
                </a:lnTo>
                <a:lnTo>
                  <a:pt x="1409" y="3233"/>
                </a:lnTo>
                <a:lnTo>
                  <a:pt x="1353" y="3311"/>
                </a:lnTo>
                <a:lnTo>
                  <a:pt x="1292" y="3385"/>
                </a:lnTo>
                <a:lnTo>
                  <a:pt x="1227" y="3457"/>
                </a:lnTo>
                <a:lnTo>
                  <a:pt x="1157" y="3526"/>
                </a:lnTo>
                <a:lnTo>
                  <a:pt x="1082" y="3592"/>
                </a:lnTo>
                <a:lnTo>
                  <a:pt x="1003" y="3653"/>
                </a:lnTo>
                <a:lnTo>
                  <a:pt x="920" y="3712"/>
                </a:lnTo>
                <a:lnTo>
                  <a:pt x="833" y="3766"/>
                </a:lnTo>
                <a:lnTo>
                  <a:pt x="741" y="3816"/>
                </a:lnTo>
                <a:lnTo>
                  <a:pt x="646" y="3862"/>
                </a:lnTo>
                <a:lnTo>
                  <a:pt x="548" y="3903"/>
                </a:lnTo>
                <a:lnTo>
                  <a:pt x="446" y="3940"/>
                </a:lnTo>
                <a:lnTo>
                  <a:pt x="339" y="3972"/>
                </a:lnTo>
                <a:lnTo>
                  <a:pt x="231" y="3999"/>
                </a:lnTo>
                <a:lnTo>
                  <a:pt x="120" y="4020"/>
                </a:lnTo>
                <a:lnTo>
                  <a:pt x="7" y="4037"/>
                </a:lnTo>
                <a:lnTo>
                  <a:pt x="0" y="3910"/>
                </a:lnTo>
                <a:lnTo>
                  <a:pt x="1" y="3786"/>
                </a:lnTo>
                <a:lnTo>
                  <a:pt x="9" y="3665"/>
                </a:lnTo>
                <a:lnTo>
                  <a:pt x="24" y="3546"/>
                </a:lnTo>
                <a:lnTo>
                  <a:pt x="46" y="3431"/>
                </a:lnTo>
                <a:lnTo>
                  <a:pt x="75" y="3321"/>
                </a:lnTo>
                <a:lnTo>
                  <a:pt x="110" y="3214"/>
                </a:lnTo>
                <a:lnTo>
                  <a:pt x="151" y="3112"/>
                </a:lnTo>
                <a:lnTo>
                  <a:pt x="197" y="3015"/>
                </a:lnTo>
                <a:lnTo>
                  <a:pt x="249" y="2923"/>
                </a:lnTo>
                <a:lnTo>
                  <a:pt x="305" y="2837"/>
                </a:lnTo>
                <a:lnTo>
                  <a:pt x="367" y="2756"/>
                </a:lnTo>
                <a:lnTo>
                  <a:pt x="433" y="2681"/>
                </a:lnTo>
                <a:lnTo>
                  <a:pt x="502" y="2612"/>
                </a:lnTo>
                <a:lnTo>
                  <a:pt x="575" y="2550"/>
                </a:lnTo>
                <a:lnTo>
                  <a:pt x="650" y="2494"/>
                </a:lnTo>
                <a:lnTo>
                  <a:pt x="729" y="2444"/>
                </a:lnTo>
                <a:lnTo>
                  <a:pt x="809" y="2401"/>
                </a:lnTo>
                <a:lnTo>
                  <a:pt x="891" y="2365"/>
                </a:lnTo>
                <a:lnTo>
                  <a:pt x="965" y="2314"/>
                </a:lnTo>
                <a:lnTo>
                  <a:pt x="1041" y="2274"/>
                </a:lnTo>
                <a:lnTo>
                  <a:pt x="1119" y="2243"/>
                </a:lnTo>
                <a:lnTo>
                  <a:pt x="1198" y="2224"/>
                </a:lnTo>
                <a:lnTo>
                  <a:pt x="1277" y="2215"/>
                </a:lnTo>
                <a:lnTo>
                  <a:pt x="1354" y="2216"/>
                </a:lnTo>
                <a:lnTo>
                  <a:pt x="1428" y="2228"/>
                </a:lnTo>
                <a:lnTo>
                  <a:pt x="1498" y="2249"/>
                </a:lnTo>
                <a:lnTo>
                  <a:pt x="1565" y="2279"/>
                </a:lnTo>
                <a:lnTo>
                  <a:pt x="1625" y="2318"/>
                </a:lnTo>
                <a:lnTo>
                  <a:pt x="1679" y="2365"/>
                </a:lnTo>
              </a:path>
            </a:pathLst>
          </a:custGeom>
          <a:ln w="24840">
            <a:solidFill>
              <a:srgbClr val="F4B183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11741040" y="46083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1741040" y="46083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4B183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2342600" y="485784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2342600" y="485784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4B183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287576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287576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4B183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174104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1174104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4B183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1174104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1174104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4B183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1139120" y="606132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1139120" y="606132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F4B183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1145736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145736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4B183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1741040" y="5459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F4B1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1741040" y="5459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F4B183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 flipV="1">
            <a:off x="11772360" y="435636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11772360" y="4688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7" y="2153"/>
                </a:lnTo>
                <a:lnTo>
                  <a:pt x="154" y="2077"/>
                </a:lnTo>
                <a:lnTo>
                  <a:pt x="231" y="2000"/>
                </a:lnTo>
                <a:lnTo>
                  <a:pt x="385" y="1846"/>
                </a:lnTo>
                <a:lnTo>
                  <a:pt x="462" y="1769"/>
                </a:lnTo>
                <a:lnTo>
                  <a:pt x="538" y="1692"/>
                </a:lnTo>
                <a:lnTo>
                  <a:pt x="615" y="1615"/>
                </a:lnTo>
                <a:lnTo>
                  <a:pt x="692" y="1539"/>
                </a:lnTo>
                <a:lnTo>
                  <a:pt x="769" y="1462"/>
                </a:lnTo>
                <a:lnTo>
                  <a:pt x="923" y="1307"/>
                </a:lnTo>
                <a:lnTo>
                  <a:pt x="1000" y="1230"/>
                </a:lnTo>
                <a:lnTo>
                  <a:pt x="1076" y="1153"/>
                </a:lnTo>
                <a:lnTo>
                  <a:pt x="1230" y="1000"/>
                </a:lnTo>
                <a:lnTo>
                  <a:pt x="1307" y="923"/>
                </a:lnTo>
                <a:lnTo>
                  <a:pt x="1384" y="846"/>
                </a:lnTo>
                <a:lnTo>
                  <a:pt x="1538" y="692"/>
                </a:lnTo>
                <a:lnTo>
                  <a:pt x="1614" y="615"/>
                </a:lnTo>
                <a:lnTo>
                  <a:pt x="1691" y="538"/>
                </a:lnTo>
                <a:lnTo>
                  <a:pt x="1768" y="462"/>
                </a:lnTo>
                <a:lnTo>
                  <a:pt x="1846" y="385"/>
                </a:lnTo>
                <a:lnTo>
                  <a:pt x="1923" y="308"/>
                </a:lnTo>
                <a:lnTo>
                  <a:pt x="2077" y="154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1772360" y="5491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1772360" y="5491080"/>
            <a:ext cx="802800" cy="80280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11772360" y="549108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10969920" y="549108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153" y="77"/>
                </a:lnTo>
                <a:lnTo>
                  <a:pt x="2077" y="154"/>
                </a:lnTo>
                <a:lnTo>
                  <a:pt x="2000" y="231"/>
                </a:lnTo>
                <a:lnTo>
                  <a:pt x="1923" y="308"/>
                </a:lnTo>
                <a:lnTo>
                  <a:pt x="1846" y="385"/>
                </a:lnTo>
                <a:lnTo>
                  <a:pt x="1768" y="462"/>
                </a:lnTo>
                <a:lnTo>
                  <a:pt x="1691" y="538"/>
                </a:lnTo>
                <a:lnTo>
                  <a:pt x="1614" y="615"/>
                </a:lnTo>
                <a:lnTo>
                  <a:pt x="1538" y="692"/>
                </a:lnTo>
                <a:lnTo>
                  <a:pt x="1461" y="769"/>
                </a:lnTo>
                <a:lnTo>
                  <a:pt x="1307" y="923"/>
                </a:lnTo>
                <a:lnTo>
                  <a:pt x="1230" y="1000"/>
                </a:lnTo>
                <a:lnTo>
                  <a:pt x="1153" y="1076"/>
                </a:lnTo>
                <a:lnTo>
                  <a:pt x="1000" y="1230"/>
                </a:lnTo>
                <a:lnTo>
                  <a:pt x="923" y="1307"/>
                </a:lnTo>
                <a:lnTo>
                  <a:pt x="846" y="1384"/>
                </a:lnTo>
                <a:lnTo>
                  <a:pt x="769" y="1462"/>
                </a:lnTo>
                <a:lnTo>
                  <a:pt x="692" y="1538"/>
                </a:lnTo>
                <a:lnTo>
                  <a:pt x="615" y="1615"/>
                </a:lnTo>
                <a:lnTo>
                  <a:pt x="538" y="1692"/>
                </a:lnTo>
                <a:lnTo>
                  <a:pt x="462" y="1769"/>
                </a:lnTo>
                <a:lnTo>
                  <a:pt x="385" y="1846"/>
                </a:lnTo>
                <a:lnTo>
                  <a:pt x="308" y="1923"/>
                </a:lnTo>
                <a:lnTo>
                  <a:pt x="154" y="2076"/>
                </a:lnTo>
                <a:lnTo>
                  <a:pt x="77" y="2153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 flipH="1">
            <a:off x="10637640" y="549108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0969920" y="46886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1923" y="1923"/>
                </a:lnTo>
                <a:lnTo>
                  <a:pt x="1846" y="1846"/>
                </a:lnTo>
                <a:lnTo>
                  <a:pt x="1768" y="1769"/>
                </a:lnTo>
                <a:lnTo>
                  <a:pt x="769" y="769"/>
                </a:lnTo>
                <a:lnTo>
                  <a:pt x="692" y="692"/>
                </a:lnTo>
                <a:lnTo>
                  <a:pt x="615" y="615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11131200" y="3861720"/>
            <a:ext cx="125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14, species = 10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11639160" y="417024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12440520" y="4544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12941280" y="544680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2427560" y="6349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11626560" y="672336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10616040" y="6349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0375560" y="544680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10628640" y="4544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10113840" y="4885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69480" y="7517880"/>
            <a:ext cx="3302280" cy="3001320"/>
          </a:xfrm>
          <a:custGeom>
            <a:avLst/>
            <a:gdLst/>
            <a:ahLst/>
            <a:rect l="0" t="0" r="r" b="b"/>
            <a:pathLst>
              <a:path w="9173" h="8337">
                <a:moveTo>
                  <a:pt x="0" y="0"/>
                </a:moveTo>
                <a:lnTo>
                  <a:pt x="9173" y="0"/>
                </a:lnTo>
                <a:lnTo>
                  <a:pt x="9173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398520" y="7035480"/>
            <a:ext cx="2935440" cy="482760"/>
          </a:xfrm>
          <a:custGeom>
            <a:avLst/>
            <a:gdLst/>
            <a:ahLst/>
            <a:rect l="0" t="0" r="r" b="b"/>
            <a:pathLst>
              <a:path w="8154" h="1341">
                <a:moveTo>
                  <a:pt x="0" y="0"/>
                </a:moveTo>
                <a:lnTo>
                  <a:pt x="8154" y="0"/>
                </a:lnTo>
                <a:lnTo>
                  <a:pt x="8154" y="1341"/>
                </a:lnTo>
                <a:lnTo>
                  <a:pt x="0" y="134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10063080" y="4318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377360" y="7148880"/>
            <a:ext cx="936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Pelecaniformes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447480" y="7556040"/>
            <a:ext cx="2837520" cy="2837160"/>
          </a:xfrm>
          <a:custGeom>
            <a:avLst/>
            <a:gdLst/>
            <a:ahLst/>
            <a:rect l="0" t="0" r="r" b="b"/>
            <a:pathLst>
              <a:path w="7882" h="7881">
                <a:moveTo>
                  <a:pt x="0" y="0"/>
                </a:moveTo>
                <a:lnTo>
                  <a:pt x="7882" y="0"/>
                </a:lnTo>
                <a:lnTo>
                  <a:pt x="7882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 flipV="1">
            <a:off x="1866240" y="76978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 flipV="1">
            <a:off x="1866240" y="807156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866240" y="8974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866240" y="897444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1866240" y="897444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 flipH="1">
            <a:off x="963360" y="897444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 flipH="1">
            <a:off x="589320" y="8974440"/>
            <a:ext cx="127692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 flipH="1" flipV="1">
            <a:off x="963360" y="807156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298880" y="8407080"/>
            <a:ext cx="1134720" cy="1134720"/>
          </a:xfrm>
          <a:custGeom>
            <a:avLst/>
            <a:gdLst/>
            <a:ahLst/>
            <a:rect l="0" t="0" r="r" b="b"/>
            <a:pathLst>
              <a:path fill="none" w="3152" h="3152">
                <a:moveTo>
                  <a:pt x="1577" y="0"/>
                </a:moveTo>
                <a:lnTo>
                  <a:pt x="1677" y="3"/>
                </a:lnTo>
                <a:lnTo>
                  <a:pt x="1776" y="12"/>
                </a:lnTo>
                <a:lnTo>
                  <a:pt x="1875" y="28"/>
                </a:lnTo>
                <a:lnTo>
                  <a:pt x="1972" y="50"/>
                </a:lnTo>
                <a:lnTo>
                  <a:pt x="2068" y="78"/>
                </a:lnTo>
                <a:lnTo>
                  <a:pt x="2162" y="112"/>
                </a:lnTo>
                <a:lnTo>
                  <a:pt x="2254" y="153"/>
                </a:lnTo>
                <a:lnTo>
                  <a:pt x="2343" y="198"/>
                </a:lnTo>
                <a:lnTo>
                  <a:pt x="2429" y="250"/>
                </a:lnTo>
                <a:lnTo>
                  <a:pt x="2511" y="307"/>
                </a:lnTo>
                <a:lnTo>
                  <a:pt x="2590" y="369"/>
                </a:lnTo>
                <a:lnTo>
                  <a:pt x="2664" y="436"/>
                </a:lnTo>
                <a:lnTo>
                  <a:pt x="2734" y="507"/>
                </a:lnTo>
                <a:lnTo>
                  <a:pt x="2800" y="583"/>
                </a:lnTo>
                <a:lnTo>
                  <a:pt x="2860" y="662"/>
                </a:lnTo>
                <a:lnTo>
                  <a:pt x="2916" y="746"/>
                </a:lnTo>
                <a:lnTo>
                  <a:pt x="2966" y="832"/>
                </a:lnTo>
                <a:lnTo>
                  <a:pt x="3010" y="922"/>
                </a:lnTo>
                <a:lnTo>
                  <a:pt x="3049" y="1014"/>
                </a:lnTo>
                <a:lnTo>
                  <a:pt x="3081" y="1109"/>
                </a:lnTo>
                <a:lnTo>
                  <a:pt x="3108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2" y="1602"/>
                </a:lnTo>
                <a:lnTo>
                  <a:pt x="3148" y="1701"/>
                </a:lnTo>
                <a:lnTo>
                  <a:pt x="3137" y="1801"/>
                </a:lnTo>
                <a:lnTo>
                  <a:pt x="3119" y="1899"/>
                </a:lnTo>
                <a:lnTo>
                  <a:pt x="3096" y="1997"/>
                </a:lnTo>
                <a:lnTo>
                  <a:pt x="3066" y="2092"/>
                </a:lnTo>
                <a:lnTo>
                  <a:pt x="3030" y="2185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1"/>
                </a:lnTo>
                <a:lnTo>
                  <a:pt x="2768" y="2609"/>
                </a:lnTo>
                <a:lnTo>
                  <a:pt x="2700" y="2682"/>
                </a:lnTo>
                <a:lnTo>
                  <a:pt x="2627" y="2751"/>
                </a:lnTo>
                <a:lnTo>
                  <a:pt x="2551" y="2815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7"/>
                </a:lnTo>
                <a:lnTo>
                  <a:pt x="2209" y="3020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6" y="3146"/>
                </a:lnTo>
                <a:lnTo>
                  <a:pt x="1627" y="3152"/>
                </a:lnTo>
                <a:lnTo>
                  <a:pt x="1527" y="3152"/>
                </a:lnTo>
                <a:lnTo>
                  <a:pt x="1427" y="3146"/>
                </a:lnTo>
                <a:lnTo>
                  <a:pt x="1328" y="3133"/>
                </a:lnTo>
                <a:lnTo>
                  <a:pt x="1229" y="3114"/>
                </a:lnTo>
                <a:lnTo>
                  <a:pt x="1133" y="3089"/>
                </a:lnTo>
                <a:lnTo>
                  <a:pt x="1037" y="3058"/>
                </a:lnTo>
                <a:lnTo>
                  <a:pt x="944" y="3020"/>
                </a:lnTo>
                <a:lnTo>
                  <a:pt x="853" y="2977"/>
                </a:lnTo>
                <a:lnTo>
                  <a:pt x="766" y="2929"/>
                </a:lnTo>
                <a:lnTo>
                  <a:pt x="682" y="2875"/>
                </a:lnTo>
                <a:lnTo>
                  <a:pt x="601" y="2815"/>
                </a:lnTo>
                <a:lnTo>
                  <a:pt x="525" y="2751"/>
                </a:lnTo>
                <a:lnTo>
                  <a:pt x="452" y="2682"/>
                </a:lnTo>
                <a:lnTo>
                  <a:pt x="385" y="2609"/>
                </a:lnTo>
                <a:lnTo>
                  <a:pt x="321" y="2531"/>
                </a:lnTo>
                <a:lnTo>
                  <a:pt x="263" y="2450"/>
                </a:lnTo>
                <a:lnTo>
                  <a:pt x="211" y="2365"/>
                </a:lnTo>
                <a:lnTo>
                  <a:pt x="163" y="2277"/>
                </a:lnTo>
                <a:lnTo>
                  <a:pt x="122" y="2185"/>
                </a:lnTo>
                <a:lnTo>
                  <a:pt x="86" y="2092"/>
                </a:lnTo>
                <a:lnTo>
                  <a:pt x="57" y="1997"/>
                </a:lnTo>
                <a:lnTo>
                  <a:pt x="33" y="1899"/>
                </a:lnTo>
                <a:lnTo>
                  <a:pt x="16" y="1801"/>
                </a:lnTo>
                <a:lnTo>
                  <a:pt x="4" y="1701"/>
                </a:lnTo>
                <a:lnTo>
                  <a:pt x="0" y="1602"/>
                </a:lnTo>
                <a:lnTo>
                  <a:pt x="1" y="1502"/>
                </a:lnTo>
                <a:lnTo>
                  <a:pt x="9" y="1402"/>
                </a:lnTo>
                <a:lnTo>
                  <a:pt x="23" y="1303"/>
                </a:lnTo>
                <a:lnTo>
                  <a:pt x="44" y="1205"/>
                </a:lnTo>
                <a:lnTo>
                  <a:pt x="71" y="1109"/>
                </a:lnTo>
                <a:lnTo>
                  <a:pt x="103" y="1014"/>
                </a:lnTo>
                <a:lnTo>
                  <a:pt x="142" y="922"/>
                </a:lnTo>
                <a:lnTo>
                  <a:pt x="186" y="832"/>
                </a:lnTo>
                <a:lnTo>
                  <a:pt x="236" y="746"/>
                </a:lnTo>
                <a:lnTo>
                  <a:pt x="292" y="662"/>
                </a:lnTo>
                <a:lnTo>
                  <a:pt x="352" y="583"/>
                </a:lnTo>
                <a:lnTo>
                  <a:pt x="418" y="507"/>
                </a:lnTo>
                <a:lnTo>
                  <a:pt x="488" y="436"/>
                </a:lnTo>
                <a:lnTo>
                  <a:pt x="563" y="369"/>
                </a:lnTo>
                <a:lnTo>
                  <a:pt x="641" y="307"/>
                </a:lnTo>
                <a:lnTo>
                  <a:pt x="724" y="250"/>
                </a:lnTo>
                <a:lnTo>
                  <a:pt x="809" y="198"/>
                </a:lnTo>
                <a:lnTo>
                  <a:pt x="898" y="153"/>
                </a:lnTo>
                <a:lnTo>
                  <a:pt x="990" y="112"/>
                </a:lnTo>
                <a:lnTo>
                  <a:pt x="1084" y="78"/>
                </a:lnTo>
                <a:lnTo>
                  <a:pt x="1181" y="50"/>
                </a:lnTo>
                <a:lnTo>
                  <a:pt x="1278" y="28"/>
                </a:lnTo>
                <a:lnTo>
                  <a:pt x="1377" y="12"/>
                </a:lnTo>
                <a:lnTo>
                  <a:pt x="1477" y="3"/>
                </a:lnTo>
                <a:lnTo>
                  <a:pt x="157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731520" y="7839720"/>
            <a:ext cx="2269440" cy="2269080"/>
          </a:xfrm>
          <a:custGeom>
            <a:avLst/>
            <a:gdLst/>
            <a:ahLst/>
            <a:rect l="0" t="0" r="r" b="b"/>
            <a:pathLst>
              <a:path fill="none" w="6304" h="6303">
                <a:moveTo>
                  <a:pt x="3153" y="0"/>
                </a:moveTo>
                <a:lnTo>
                  <a:pt x="3352" y="6"/>
                </a:lnTo>
                <a:lnTo>
                  <a:pt x="3552" y="25"/>
                </a:lnTo>
                <a:lnTo>
                  <a:pt x="3749" y="56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5"/>
                </a:lnTo>
                <a:lnTo>
                  <a:pt x="4507" y="306"/>
                </a:lnTo>
                <a:lnTo>
                  <a:pt x="4685" y="398"/>
                </a:lnTo>
                <a:lnTo>
                  <a:pt x="4857" y="501"/>
                </a:lnTo>
                <a:lnTo>
                  <a:pt x="5021" y="614"/>
                </a:lnTo>
                <a:lnTo>
                  <a:pt x="5179" y="738"/>
                </a:lnTo>
                <a:lnTo>
                  <a:pt x="5328" y="871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4"/>
                </a:lnTo>
                <a:lnTo>
                  <a:pt x="5831" y="1491"/>
                </a:lnTo>
                <a:lnTo>
                  <a:pt x="5931" y="1664"/>
                </a:lnTo>
                <a:lnTo>
                  <a:pt x="6020" y="1843"/>
                </a:lnTo>
                <a:lnTo>
                  <a:pt x="6097" y="2028"/>
                </a:lnTo>
                <a:lnTo>
                  <a:pt x="6163" y="2217"/>
                </a:lnTo>
                <a:lnTo>
                  <a:pt x="6216" y="2409"/>
                </a:lnTo>
                <a:lnTo>
                  <a:pt x="6257" y="2605"/>
                </a:lnTo>
                <a:lnTo>
                  <a:pt x="6285" y="2803"/>
                </a:lnTo>
                <a:lnTo>
                  <a:pt x="6301" y="3003"/>
                </a:lnTo>
                <a:lnTo>
                  <a:pt x="6304" y="3203"/>
                </a:lnTo>
                <a:lnTo>
                  <a:pt x="6295" y="3402"/>
                </a:lnTo>
                <a:lnTo>
                  <a:pt x="6273" y="3601"/>
                </a:lnTo>
                <a:lnTo>
                  <a:pt x="6238" y="3798"/>
                </a:lnTo>
                <a:lnTo>
                  <a:pt x="6191" y="3993"/>
                </a:lnTo>
                <a:lnTo>
                  <a:pt x="6131" y="4184"/>
                </a:lnTo>
                <a:lnTo>
                  <a:pt x="6060" y="4370"/>
                </a:lnTo>
                <a:lnTo>
                  <a:pt x="5977" y="4552"/>
                </a:lnTo>
                <a:lnTo>
                  <a:pt x="5882" y="4729"/>
                </a:lnTo>
                <a:lnTo>
                  <a:pt x="5777" y="4899"/>
                </a:lnTo>
                <a:lnTo>
                  <a:pt x="5661" y="5061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1" y="5630"/>
                </a:lnTo>
                <a:lnTo>
                  <a:pt x="4940" y="5749"/>
                </a:lnTo>
                <a:lnTo>
                  <a:pt x="4772" y="5857"/>
                </a:lnTo>
                <a:lnTo>
                  <a:pt x="4597" y="5954"/>
                </a:lnTo>
                <a:lnTo>
                  <a:pt x="4416" y="6040"/>
                </a:lnTo>
                <a:lnTo>
                  <a:pt x="4231" y="6115"/>
                </a:lnTo>
                <a:lnTo>
                  <a:pt x="4041" y="6177"/>
                </a:lnTo>
                <a:lnTo>
                  <a:pt x="3847" y="6227"/>
                </a:lnTo>
                <a:lnTo>
                  <a:pt x="3651" y="6265"/>
                </a:lnTo>
                <a:lnTo>
                  <a:pt x="3452" y="6290"/>
                </a:lnTo>
                <a:lnTo>
                  <a:pt x="3253" y="6303"/>
                </a:lnTo>
                <a:lnTo>
                  <a:pt x="3053" y="6303"/>
                </a:lnTo>
                <a:lnTo>
                  <a:pt x="2853" y="6290"/>
                </a:lnTo>
                <a:lnTo>
                  <a:pt x="2655" y="6265"/>
                </a:lnTo>
                <a:lnTo>
                  <a:pt x="2458" y="6227"/>
                </a:lnTo>
                <a:lnTo>
                  <a:pt x="2265" y="6177"/>
                </a:lnTo>
                <a:lnTo>
                  <a:pt x="2075" y="6115"/>
                </a:lnTo>
                <a:lnTo>
                  <a:pt x="1889" y="6040"/>
                </a:lnTo>
                <a:lnTo>
                  <a:pt x="1708" y="5954"/>
                </a:lnTo>
                <a:lnTo>
                  <a:pt x="1533" y="5857"/>
                </a:lnTo>
                <a:lnTo>
                  <a:pt x="1365" y="5749"/>
                </a:lnTo>
                <a:lnTo>
                  <a:pt x="1204" y="5630"/>
                </a:lnTo>
                <a:lnTo>
                  <a:pt x="1050" y="5502"/>
                </a:lnTo>
                <a:lnTo>
                  <a:pt x="905" y="5364"/>
                </a:lnTo>
                <a:lnTo>
                  <a:pt x="769" y="5217"/>
                </a:lnTo>
                <a:lnTo>
                  <a:pt x="643" y="5061"/>
                </a:lnTo>
                <a:lnTo>
                  <a:pt x="527" y="4899"/>
                </a:lnTo>
                <a:lnTo>
                  <a:pt x="422" y="4729"/>
                </a:lnTo>
                <a:lnTo>
                  <a:pt x="327" y="4552"/>
                </a:lnTo>
                <a:lnTo>
                  <a:pt x="244" y="4370"/>
                </a:lnTo>
                <a:lnTo>
                  <a:pt x="173" y="4184"/>
                </a:lnTo>
                <a:lnTo>
                  <a:pt x="114" y="3993"/>
                </a:lnTo>
                <a:lnTo>
                  <a:pt x="66" y="3798"/>
                </a:lnTo>
                <a:lnTo>
                  <a:pt x="32" y="3601"/>
                </a:lnTo>
                <a:lnTo>
                  <a:pt x="9" y="3402"/>
                </a:lnTo>
                <a:lnTo>
                  <a:pt x="0" y="3203"/>
                </a:lnTo>
                <a:lnTo>
                  <a:pt x="3" y="3003"/>
                </a:lnTo>
                <a:lnTo>
                  <a:pt x="19" y="2803"/>
                </a:lnTo>
                <a:lnTo>
                  <a:pt x="47" y="2605"/>
                </a:lnTo>
                <a:lnTo>
                  <a:pt x="88" y="2409"/>
                </a:lnTo>
                <a:lnTo>
                  <a:pt x="142" y="2217"/>
                </a:lnTo>
                <a:lnTo>
                  <a:pt x="207" y="2028"/>
                </a:lnTo>
                <a:lnTo>
                  <a:pt x="284" y="1843"/>
                </a:lnTo>
                <a:lnTo>
                  <a:pt x="373" y="1664"/>
                </a:lnTo>
                <a:lnTo>
                  <a:pt x="473" y="1491"/>
                </a:lnTo>
                <a:lnTo>
                  <a:pt x="584" y="1324"/>
                </a:lnTo>
                <a:lnTo>
                  <a:pt x="705" y="1165"/>
                </a:lnTo>
                <a:lnTo>
                  <a:pt x="836" y="1014"/>
                </a:lnTo>
                <a:lnTo>
                  <a:pt x="976" y="871"/>
                </a:lnTo>
                <a:lnTo>
                  <a:pt x="1126" y="738"/>
                </a:lnTo>
                <a:lnTo>
                  <a:pt x="1284" y="614"/>
                </a:lnTo>
                <a:lnTo>
                  <a:pt x="1448" y="501"/>
                </a:lnTo>
                <a:lnTo>
                  <a:pt x="1620" y="398"/>
                </a:lnTo>
                <a:lnTo>
                  <a:pt x="1798" y="306"/>
                </a:lnTo>
                <a:lnTo>
                  <a:pt x="1981" y="225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6"/>
                </a:lnTo>
                <a:lnTo>
                  <a:pt x="2754" y="25"/>
                </a:lnTo>
                <a:lnTo>
                  <a:pt x="2953" y="6"/>
                </a:lnTo>
                <a:lnTo>
                  <a:pt x="3153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589680" y="769788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7" y="0"/>
                </a:moveTo>
                <a:lnTo>
                  <a:pt x="3771" y="7"/>
                </a:lnTo>
                <a:lnTo>
                  <a:pt x="3996" y="28"/>
                </a:lnTo>
                <a:lnTo>
                  <a:pt x="4218" y="64"/>
                </a:lnTo>
                <a:lnTo>
                  <a:pt x="4437" y="113"/>
                </a:lnTo>
                <a:lnTo>
                  <a:pt x="4653" y="177"/>
                </a:lnTo>
                <a:lnTo>
                  <a:pt x="4865" y="253"/>
                </a:lnTo>
                <a:lnTo>
                  <a:pt x="5071" y="344"/>
                </a:lnTo>
                <a:lnTo>
                  <a:pt x="5271" y="447"/>
                </a:lnTo>
                <a:lnTo>
                  <a:pt x="5464" y="562"/>
                </a:lnTo>
                <a:lnTo>
                  <a:pt x="5649" y="690"/>
                </a:lnTo>
                <a:lnTo>
                  <a:pt x="5826" y="829"/>
                </a:lnTo>
                <a:lnTo>
                  <a:pt x="5994" y="979"/>
                </a:lnTo>
                <a:lnTo>
                  <a:pt x="6152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6"/>
                </a:lnTo>
                <a:lnTo>
                  <a:pt x="6672" y="1871"/>
                </a:lnTo>
                <a:lnTo>
                  <a:pt x="6772" y="2073"/>
                </a:lnTo>
                <a:lnTo>
                  <a:pt x="6859" y="2280"/>
                </a:lnTo>
                <a:lnTo>
                  <a:pt x="6933" y="2493"/>
                </a:lnTo>
                <a:lnTo>
                  <a:pt x="6993" y="2710"/>
                </a:lnTo>
                <a:lnTo>
                  <a:pt x="7039" y="2930"/>
                </a:lnTo>
                <a:lnTo>
                  <a:pt x="7071" y="3153"/>
                </a:lnTo>
                <a:lnTo>
                  <a:pt x="7089" y="3377"/>
                </a:lnTo>
                <a:lnTo>
                  <a:pt x="7092" y="3603"/>
                </a:lnTo>
                <a:lnTo>
                  <a:pt x="7081" y="3828"/>
                </a:lnTo>
                <a:lnTo>
                  <a:pt x="7057" y="4051"/>
                </a:lnTo>
                <a:lnTo>
                  <a:pt x="7018" y="4273"/>
                </a:lnTo>
                <a:lnTo>
                  <a:pt x="6964" y="4492"/>
                </a:lnTo>
                <a:lnTo>
                  <a:pt x="6898" y="4706"/>
                </a:lnTo>
                <a:lnTo>
                  <a:pt x="6817" y="4917"/>
                </a:lnTo>
                <a:lnTo>
                  <a:pt x="6724" y="5121"/>
                </a:lnTo>
                <a:lnTo>
                  <a:pt x="6618" y="5320"/>
                </a:lnTo>
                <a:lnTo>
                  <a:pt x="6499" y="5511"/>
                </a:lnTo>
                <a:lnTo>
                  <a:pt x="6368" y="5694"/>
                </a:lnTo>
                <a:lnTo>
                  <a:pt x="6227" y="5869"/>
                </a:lnTo>
                <a:lnTo>
                  <a:pt x="6074" y="6034"/>
                </a:lnTo>
                <a:lnTo>
                  <a:pt x="5911" y="6189"/>
                </a:lnTo>
                <a:lnTo>
                  <a:pt x="5739" y="6334"/>
                </a:lnTo>
                <a:lnTo>
                  <a:pt x="5557" y="6467"/>
                </a:lnTo>
                <a:lnTo>
                  <a:pt x="5368" y="6589"/>
                </a:lnTo>
                <a:lnTo>
                  <a:pt x="5172" y="6698"/>
                </a:lnTo>
                <a:lnTo>
                  <a:pt x="4968" y="6795"/>
                </a:lnTo>
                <a:lnTo>
                  <a:pt x="4759" y="6879"/>
                </a:lnTo>
                <a:lnTo>
                  <a:pt x="4546" y="6949"/>
                </a:lnTo>
                <a:lnTo>
                  <a:pt x="4328" y="7006"/>
                </a:lnTo>
                <a:lnTo>
                  <a:pt x="4107" y="7048"/>
                </a:lnTo>
                <a:lnTo>
                  <a:pt x="3884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8"/>
                </a:lnTo>
                <a:lnTo>
                  <a:pt x="2765" y="7006"/>
                </a:lnTo>
                <a:lnTo>
                  <a:pt x="2547" y="6949"/>
                </a:lnTo>
                <a:lnTo>
                  <a:pt x="2334" y="6879"/>
                </a:lnTo>
                <a:lnTo>
                  <a:pt x="2125" y="6795"/>
                </a:lnTo>
                <a:lnTo>
                  <a:pt x="1922" y="6698"/>
                </a:lnTo>
                <a:lnTo>
                  <a:pt x="1724" y="6589"/>
                </a:lnTo>
                <a:lnTo>
                  <a:pt x="1535" y="6467"/>
                </a:lnTo>
                <a:lnTo>
                  <a:pt x="1353" y="6334"/>
                </a:lnTo>
                <a:lnTo>
                  <a:pt x="1181" y="6189"/>
                </a:lnTo>
                <a:lnTo>
                  <a:pt x="1018" y="6034"/>
                </a:lnTo>
                <a:lnTo>
                  <a:pt x="866" y="5869"/>
                </a:lnTo>
                <a:lnTo>
                  <a:pt x="724" y="5694"/>
                </a:lnTo>
                <a:lnTo>
                  <a:pt x="593" y="5511"/>
                </a:lnTo>
                <a:lnTo>
                  <a:pt x="475" y="5320"/>
                </a:lnTo>
                <a:lnTo>
                  <a:pt x="368" y="5121"/>
                </a:lnTo>
                <a:lnTo>
                  <a:pt x="275" y="4917"/>
                </a:lnTo>
                <a:lnTo>
                  <a:pt x="195" y="4706"/>
                </a:lnTo>
                <a:lnTo>
                  <a:pt x="128" y="4492"/>
                </a:lnTo>
                <a:lnTo>
                  <a:pt x="75" y="4273"/>
                </a:lnTo>
                <a:lnTo>
                  <a:pt x="36" y="4051"/>
                </a:lnTo>
                <a:lnTo>
                  <a:pt x="11" y="3828"/>
                </a:lnTo>
                <a:lnTo>
                  <a:pt x="0" y="3603"/>
                </a:lnTo>
                <a:lnTo>
                  <a:pt x="3" y="3377"/>
                </a:lnTo>
                <a:lnTo>
                  <a:pt x="21" y="3153"/>
                </a:lnTo>
                <a:lnTo>
                  <a:pt x="53" y="2930"/>
                </a:lnTo>
                <a:lnTo>
                  <a:pt x="99" y="2710"/>
                </a:lnTo>
                <a:lnTo>
                  <a:pt x="159" y="2493"/>
                </a:lnTo>
                <a:lnTo>
                  <a:pt x="233" y="2280"/>
                </a:lnTo>
                <a:lnTo>
                  <a:pt x="320" y="2073"/>
                </a:lnTo>
                <a:lnTo>
                  <a:pt x="420" y="1871"/>
                </a:lnTo>
                <a:lnTo>
                  <a:pt x="532" y="1676"/>
                </a:lnTo>
                <a:lnTo>
                  <a:pt x="657" y="1489"/>
                </a:lnTo>
                <a:lnTo>
                  <a:pt x="793" y="1310"/>
                </a:lnTo>
                <a:lnTo>
                  <a:pt x="941" y="1140"/>
                </a:lnTo>
                <a:lnTo>
                  <a:pt x="1098" y="979"/>
                </a:lnTo>
                <a:lnTo>
                  <a:pt x="1266" y="829"/>
                </a:lnTo>
                <a:lnTo>
                  <a:pt x="1443" y="690"/>
                </a:lnTo>
                <a:lnTo>
                  <a:pt x="1628" y="562"/>
                </a:lnTo>
                <a:lnTo>
                  <a:pt x="1821" y="447"/>
                </a:lnTo>
                <a:lnTo>
                  <a:pt x="2022" y="344"/>
                </a:lnTo>
                <a:lnTo>
                  <a:pt x="2229" y="253"/>
                </a:lnTo>
                <a:lnTo>
                  <a:pt x="2440" y="177"/>
                </a:lnTo>
                <a:lnTo>
                  <a:pt x="2656" y="113"/>
                </a:lnTo>
                <a:lnTo>
                  <a:pt x="2875" y="64"/>
                </a:lnTo>
                <a:lnTo>
                  <a:pt x="3098" y="28"/>
                </a:lnTo>
                <a:lnTo>
                  <a:pt x="3322" y="7"/>
                </a:lnTo>
                <a:lnTo>
                  <a:pt x="354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1535760" y="8172000"/>
            <a:ext cx="1141920" cy="1123560"/>
          </a:xfrm>
          <a:custGeom>
            <a:avLst/>
            <a:gdLst/>
            <a:ahLst/>
            <a:rect l="0" t="0" r="r" b="b"/>
            <a:pathLst>
              <a:path w="3172" h="3121">
                <a:moveTo>
                  <a:pt x="919" y="1599"/>
                </a:moveTo>
                <a:lnTo>
                  <a:pt x="942" y="1499"/>
                </a:lnTo>
                <a:lnTo>
                  <a:pt x="971" y="1399"/>
                </a:lnTo>
                <a:lnTo>
                  <a:pt x="1006" y="1301"/>
                </a:lnTo>
                <a:lnTo>
                  <a:pt x="1048" y="1204"/>
                </a:lnTo>
                <a:lnTo>
                  <a:pt x="1096" y="1109"/>
                </a:lnTo>
                <a:lnTo>
                  <a:pt x="1150" y="1016"/>
                </a:lnTo>
                <a:lnTo>
                  <a:pt x="1210" y="925"/>
                </a:lnTo>
                <a:lnTo>
                  <a:pt x="1276" y="837"/>
                </a:lnTo>
                <a:lnTo>
                  <a:pt x="1348" y="752"/>
                </a:lnTo>
                <a:lnTo>
                  <a:pt x="1425" y="670"/>
                </a:lnTo>
                <a:lnTo>
                  <a:pt x="1508" y="592"/>
                </a:lnTo>
                <a:lnTo>
                  <a:pt x="1596" y="517"/>
                </a:lnTo>
                <a:lnTo>
                  <a:pt x="1690" y="447"/>
                </a:lnTo>
                <a:lnTo>
                  <a:pt x="1788" y="380"/>
                </a:lnTo>
                <a:lnTo>
                  <a:pt x="1892" y="319"/>
                </a:lnTo>
                <a:lnTo>
                  <a:pt x="2000" y="262"/>
                </a:lnTo>
                <a:lnTo>
                  <a:pt x="2112" y="210"/>
                </a:lnTo>
                <a:lnTo>
                  <a:pt x="2229" y="163"/>
                </a:lnTo>
                <a:lnTo>
                  <a:pt x="2350" y="122"/>
                </a:lnTo>
                <a:lnTo>
                  <a:pt x="2475" y="86"/>
                </a:lnTo>
                <a:lnTo>
                  <a:pt x="2603" y="57"/>
                </a:lnTo>
                <a:lnTo>
                  <a:pt x="2735" y="33"/>
                </a:lnTo>
                <a:lnTo>
                  <a:pt x="2870" y="15"/>
                </a:lnTo>
                <a:lnTo>
                  <a:pt x="3007" y="4"/>
                </a:lnTo>
                <a:lnTo>
                  <a:pt x="3148" y="0"/>
                </a:lnTo>
                <a:lnTo>
                  <a:pt x="3163" y="139"/>
                </a:lnTo>
                <a:lnTo>
                  <a:pt x="3171" y="277"/>
                </a:lnTo>
                <a:lnTo>
                  <a:pt x="3172" y="413"/>
                </a:lnTo>
                <a:lnTo>
                  <a:pt x="3167" y="546"/>
                </a:lnTo>
                <a:lnTo>
                  <a:pt x="3155" y="676"/>
                </a:lnTo>
                <a:lnTo>
                  <a:pt x="3136" y="804"/>
                </a:lnTo>
                <a:lnTo>
                  <a:pt x="3112" y="928"/>
                </a:lnTo>
                <a:lnTo>
                  <a:pt x="3082" y="1049"/>
                </a:lnTo>
                <a:lnTo>
                  <a:pt x="3045" y="1165"/>
                </a:lnTo>
                <a:lnTo>
                  <a:pt x="3004" y="1277"/>
                </a:lnTo>
                <a:lnTo>
                  <a:pt x="2957" y="1385"/>
                </a:lnTo>
                <a:lnTo>
                  <a:pt x="2905" y="1489"/>
                </a:lnTo>
                <a:lnTo>
                  <a:pt x="2849" y="1587"/>
                </a:lnTo>
                <a:lnTo>
                  <a:pt x="2788" y="1681"/>
                </a:lnTo>
                <a:lnTo>
                  <a:pt x="2723" y="1769"/>
                </a:lnTo>
                <a:lnTo>
                  <a:pt x="2655" y="1852"/>
                </a:lnTo>
                <a:lnTo>
                  <a:pt x="2582" y="1929"/>
                </a:lnTo>
                <a:lnTo>
                  <a:pt x="2507" y="2001"/>
                </a:lnTo>
                <a:lnTo>
                  <a:pt x="2429" y="2067"/>
                </a:lnTo>
                <a:lnTo>
                  <a:pt x="2348" y="2127"/>
                </a:lnTo>
                <a:lnTo>
                  <a:pt x="2264" y="2182"/>
                </a:lnTo>
                <a:lnTo>
                  <a:pt x="2179" y="2230"/>
                </a:lnTo>
                <a:lnTo>
                  <a:pt x="2119" y="2315"/>
                </a:lnTo>
                <a:lnTo>
                  <a:pt x="2053" y="2393"/>
                </a:lnTo>
                <a:lnTo>
                  <a:pt x="1983" y="2461"/>
                </a:lnTo>
                <a:lnTo>
                  <a:pt x="1908" y="2520"/>
                </a:lnTo>
                <a:lnTo>
                  <a:pt x="1831" y="2570"/>
                </a:lnTo>
                <a:lnTo>
                  <a:pt x="1753" y="2611"/>
                </a:lnTo>
                <a:lnTo>
                  <a:pt x="1673" y="2642"/>
                </a:lnTo>
                <a:lnTo>
                  <a:pt x="1594" y="2663"/>
                </a:lnTo>
                <a:lnTo>
                  <a:pt x="1515" y="2676"/>
                </a:lnTo>
                <a:lnTo>
                  <a:pt x="1438" y="2680"/>
                </a:lnTo>
                <a:lnTo>
                  <a:pt x="1364" y="2675"/>
                </a:lnTo>
                <a:lnTo>
                  <a:pt x="1363" y="2675"/>
                </a:lnTo>
                <a:lnTo>
                  <a:pt x="1393" y="2645"/>
                </a:lnTo>
                <a:lnTo>
                  <a:pt x="1437" y="2588"/>
                </a:lnTo>
                <a:lnTo>
                  <a:pt x="1475" y="2527"/>
                </a:lnTo>
                <a:lnTo>
                  <a:pt x="1505" y="2461"/>
                </a:lnTo>
                <a:lnTo>
                  <a:pt x="1527" y="2393"/>
                </a:lnTo>
                <a:lnTo>
                  <a:pt x="1542" y="2322"/>
                </a:lnTo>
                <a:lnTo>
                  <a:pt x="1549" y="2250"/>
                </a:lnTo>
                <a:lnTo>
                  <a:pt x="1547" y="2178"/>
                </a:lnTo>
                <a:lnTo>
                  <a:pt x="1537" y="2107"/>
                </a:lnTo>
                <a:lnTo>
                  <a:pt x="1519" y="2037"/>
                </a:lnTo>
                <a:lnTo>
                  <a:pt x="1493" y="1969"/>
                </a:lnTo>
                <a:lnTo>
                  <a:pt x="1459" y="1906"/>
                </a:lnTo>
                <a:lnTo>
                  <a:pt x="1419" y="1846"/>
                </a:lnTo>
                <a:lnTo>
                  <a:pt x="1372" y="1791"/>
                </a:lnTo>
                <a:lnTo>
                  <a:pt x="1318" y="1742"/>
                </a:lnTo>
                <a:lnTo>
                  <a:pt x="1260" y="1700"/>
                </a:lnTo>
                <a:lnTo>
                  <a:pt x="1197" y="1664"/>
                </a:lnTo>
                <a:lnTo>
                  <a:pt x="1131" y="1636"/>
                </a:lnTo>
                <a:lnTo>
                  <a:pt x="1062" y="1616"/>
                </a:lnTo>
                <a:lnTo>
                  <a:pt x="991" y="1603"/>
                </a:lnTo>
                <a:lnTo>
                  <a:pt x="919" y="1599"/>
                </a:lnTo>
                <a:moveTo>
                  <a:pt x="1279" y="2659"/>
                </a:moveTo>
                <a:lnTo>
                  <a:pt x="1200" y="2631"/>
                </a:lnTo>
                <a:lnTo>
                  <a:pt x="1129" y="2594"/>
                </a:lnTo>
                <a:lnTo>
                  <a:pt x="1067" y="2547"/>
                </a:lnTo>
                <a:lnTo>
                  <a:pt x="1014" y="2493"/>
                </a:lnTo>
                <a:lnTo>
                  <a:pt x="973" y="2433"/>
                </a:lnTo>
                <a:lnTo>
                  <a:pt x="943" y="2368"/>
                </a:lnTo>
                <a:lnTo>
                  <a:pt x="925" y="2299"/>
                </a:lnTo>
                <a:lnTo>
                  <a:pt x="919" y="2230"/>
                </a:lnTo>
                <a:lnTo>
                  <a:pt x="915" y="2308"/>
                </a:lnTo>
                <a:lnTo>
                  <a:pt x="903" y="2386"/>
                </a:lnTo>
                <a:lnTo>
                  <a:pt x="884" y="2463"/>
                </a:lnTo>
                <a:lnTo>
                  <a:pt x="857" y="2539"/>
                </a:lnTo>
                <a:lnTo>
                  <a:pt x="823" y="2612"/>
                </a:lnTo>
                <a:lnTo>
                  <a:pt x="781" y="2682"/>
                </a:lnTo>
                <a:lnTo>
                  <a:pt x="733" y="2749"/>
                </a:lnTo>
                <a:lnTo>
                  <a:pt x="678" y="2812"/>
                </a:lnTo>
                <a:lnTo>
                  <a:pt x="736" y="2833"/>
                </a:lnTo>
                <a:lnTo>
                  <a:pt x="806" y="2850"/>
                </a:lnTo>
                <a:lnTo>
                  <a:pt x="877" y="2859"/>
                </a:lnTo>
                <a:lnTo>
                  <a:pt x="950" y="2859"/>
                </a:lnTo>
                <a:lnTo>
                  <a:pt x="1021" y="2852"/>
                </a:lnTo>
                <a:lnTo>
                  <a:pt x="1092" y="2836"/>
                </a:lnTo>
                <a:lnTo>
                  <a:pt x="1160" y="2812"/>
                </a:lnTo>
                <a:lnTo>
                  <a:pt x="1225" y="2781"/>
                </a:lnTo>
                <a:lnTo>
                  <a:pt x="1286" y="2742"/>
                </a:lnTo>
                <a:lnTo>
                  <a:pt x="1342" y="2697"/>
                </a:lnTo>
                <a:lnTo>
                  <a:pt x="1363" y="2675"/>
                </a:lnTo>
                <a:lnTo>
                  <a:pt x="1279" y="2659"/>
                </a:lnTo>
                <a:moveTo>
                  <a:pt x="677" y="2812"/>
                </a:moveTo>
                <a:lnTo>
                  <a:pt x="615" y="2871"/>
                </a:lnTo>
                <a:lnTo>
                  <a:pt x="547" y="2925"/>
                </a:lnTo>
                <a:lnTo>
                  <a:pt x="472" y="2973"/>
                </a:lnTo>
                <a:lnTo>
                  <a:pt x="392" y="3016"/>
                </a:lnTo>
                <a:lnTo>
                  <a:pt x="307" y="3052"/>
                </a:lnTo>
                <a:lnTo>
                  <a:pt x="218" y="3082"/>
                </a:lnTo>
                <a:lnTo>
                  <a:pt x="124" y="3105"/>
                </a:lnTo>
                <a:lnTo>
                  <a:pt x="26" y="3121"/>
                </a:lnTo>
                <a:lnTo>
                  <a:pt x="8" y="3018"/>
                </a:lnTo>
                <a:lnTo>
                  <a:pt x="0" y="2916"/>
                </a:lnTo>
                <a:lnTo>
                  <a:pt x="2" y="2818"/>
                </a:lnTo>
                <a:lnTo>
                  <a:pt x="12" y="2724"/>
                </a:lnTo>
                <a:lnTo>
                  <a:pt x="31" y="2634"/>
                </a:lnTo>
                <a:lnTo>
                  <a:pt x="58" y="2550"/>
                </a:lnTo>
                <a:lnTo>
                  <a:pt x="93" y="2472"/>
                </a:lnTo>
                <a:lnTo>
                  <a:pt x="134" y="2400"/>
                </a:lnTo>
                <a:lnTo>
                  <a:pt x="180" y="2336"/>
                </a:lnTo>
                <a:lnTo>
                  <a:pt x="232" y="2279"/>
                </a:lnTo>
                <a:lnTo>
                  <a:pt x="287" y="2230"/>
                </a:lnTo>
                <a:lnTo>
                  <a:pt x="288" y="2211"/>
                </a:lnTo>
                <a:lnTo>
                  <a:pt x="287" y="2240"/>
                </a:lnTo>
                <a:lnTo>
                  <a:pt x="293" y="2312"/>
                </a:lnTo>
                <a:lnTo>
                  <a:pt x="306" y="2383"/>
                </a:lnTo>
                <a:lnTo>
                  <a:pt x="328" y="2452"/>
                </a:lnTo>
                <a:lnTo>
                  <a:pt x="357" y="2518"/>
                </a:lnTo>
                <a:lnTo>
                  <a:pt x="393" y="2580"/>
                </a:lnTo>
                <a:lnTo>
                  <a:pt x="437" y="2637"/>
                </a:lnTo>
                <a:lnTo>
                  <a:pt x="487" y="2690"/>
                </a:lnTo>
                <a:lnTo>
                  <a:pt x="543" y="2736"/>
                </a:lnTo>
                <a:lnTo>
                  <a:pt x="603" y="2776"/>
                </a:lnTo>
                <a:lnTo>
                  <a:pt x="668" y="2808"/>
                </a:lnTo>
                <a:lnTo>
                  <a:pt x="678" y="2812"/>
                </a:lnTo>
                <a:lnTo>
                  <a:pt x="677" y="2812"/>
                </a:lnTo>
                <a:moveTo>
                  <a:pt x="292" y="2157"/>
                </a:moveTo>
                <a:lnTo>
                  <a:pt x="290" y="2168"/>
                </a:lnTo>
                <a:lnTo>
                  <a:pt x="288" y="2211"/>
                </a:lnTo>
                <a:lnTo>
                  <a:pt x="292" y="2157"/>
                </a:lnTo>
                <a:moveTo>
                  <a:pt x="293" y="2147"/>
                </a:moveTo>
                <a:lnTo>
                  <a:pt x="297" y="2127"/>
                </a:lnTo>
                <a:lnTo>
                  <a:pt x="292" y="2157"/>
                </a:lnTo>
                <a:lnTo>
                  <a:pt x="293" y="2147"/>
                </a:lnTo>
                <a:moveTo>
                  <a:pt x="306" y="2080"/>
                </a:moveTo>
                <a:lnTo>
                  <a:pt x="301" y="2097"/>
                </a:lnTo>
                <a:lnTo>
                  <a:pt x="297" y="2127"/>
                </a:lnTo>
                <a:lnTo>
                  <a:pt x="306" y="2080"/>
                </a:lnTo>
                <a:moveTo>
                  <a:pt x="309" y="2066"/>
                </a:moveTo>
                <a:lnTo>
                  <a:pt x="314" y="2050"/>
                </a:lnTo>
                <a:lnTo>
                  <a:pt x="306" y="2080"/>
                </a:lnTo>
                <a:lnTo>
                  <a:pt x="309" y="2066"/>
                </a:lnTo>
                <a:moveTo>
                  <a:pt x="330" y="2005"/>
                </a:moveTo>
                <a:lnTo>
                  <a:pt x="321" y="2027"/>
                </a:lnTo>
                <a:lnTo>
                  <a:pt x="314" y="2050"/>
                </a:lnTo>
                <a:lnTo>
                  <a:pt x="330" y="2005"/>
                </a:lnTo>
                <a:moveTo>
                  <a:pt x="335" y="1988"/>
                </a:moveTo>
                <a:lnTo>
                  <a:pt x="341" y="1976"/>
                </a:lnTo>
                <a:lnTo>
                  <a:pt x="330" y="2005"/>
                </a:lnTo>
                <a:lnTo>
                  <a:pt x="335" y="1988"/>
                </a:lnTo>
                <a:moveTo>
                  <a:pt x="362" y="1934"/>
                </a:moveTo>
                <a:lnTo>
                  <a:pt x="348" y="1960"/>
                </a:lnTo>
                <a:lnTo>
                  <a:pt x="341" y="1976"/>
                </a:lnTo>
                <a:lnTo>
                  <a:pt x="362" y="1934"/>
                </a:lnTo>
                <a:moveTo>
                  <a:pt x="372" y="1914"/>
                </a:moveTo>
                <a:lnTo>
                  <a:pt x="377" y="1906"/>
                </a:lnTo>
                <a:lnTo>
                  <a:pt x="362" y="1934"/>
                </a:lnTo>
                <a:lnTo>
                  <a:pt x="372" y="1914"/>
                </a:lnTo>
                <a:moveTo>
                  <a:pt x="406" y="1863"/>
                </a:moveTo>
                <a:lnTo>
                  <a:pt x="382" y="1897"/>
                </a:lnTo>
                <a:lnTo>
                  <a:pt x="377" y="1906"/>
                </a:lnTo>
                <a:lnTo>
                  <a:pt x="406" y="1863"/>
                </a:lnTo>
                <a:moveTo>
                  <a:pt x="417" y="1846"/>
                </a:moveTo>
                <a:lnTo>
                  <a:pt x="421" y="1842"/>
                </a:lnTo>
                <a:lnTo>
                  <a:pt x="406" y="1863"/>
                </a:lnTo>
                <a:lnTo>
                  <a:pt x="417" y="1846"/>
                </a:lnTo>
                <a:moveTo>
                  <a:pt x="472" y="1784"/>
                </a:moveTo>
                <a:lnTo>
                  <a:pt x="424" y="1838"/>
                </a:lnTo>
                <a:lnTo>
                  <a:pt x="421" y="1842"/>
                </a:lnTo>
                <a:lnTo>
                  <a:pt x="472" y="1784"/>
                </a:lnTo>
                <a:close/>
              </a:path>
            </a:pathLst>
          </a:custGeom>
          <a:solidFill>
            <a:srgbClr val="C4A46B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535760" y="8172000"/>
            <a:ext cx="1141920" cy="1123560"/>
          </a:xfrm>
          <a:custGeom>
            <a:avLst/>
            <a:gdLst/>
            <a:ahLst/>
            <a:rect l="0" t="0" r="r" b="b"/>
            <a:pathLst>
              <a:path w="3172" h="3121">
                <a:moveTo>
                  <a:pt x="919" y="1599"/>
                </a:moveTo>
                <a:lnTo>
                  <a:pt x="942" y="1499"/>
                </a:lnTo>
                <a:lnTo>
                  <a:pt x="971" y="1399"/>
                </a:lnTo>
                <a:lnTo>
                  <a:pt x="1006" y="1301"/>
                </a:lnTo>
                <a:lnTo>
                  <a:pt x="1048" y="1204"/>
                </a:lnTo>
                <a:lnTo>
                  <a:pt x="1096" y="1109"/>
                </a:lnTo>
                <a:lnTo>
                  <a:pt x="1150" y="1016"/>
                </a:lnTo>
                <a:lnTo>
                  <a:pt x="1210" y="925"/>
                </a:lnTo>
                <a:lnTo>
                  <a:pt x="1276" y="837"/>
                </a:lnTo>
                <a:lnTo>
                  <a:pt x="1348" y="752"/>
                </a:lnTo>
                <a:lnTo>
                  <a:pt x="1425" y="670"/>
                </a:lnTo>
                <a:lnTo>
                  <a:pt x="1508" y="592"/>
                </a:lnTo>
                <a:lnTo>
                  <a:pt x="1596" y="517"/>
                </a:lnTo>
                <a:lnTo>
                  <a:pt x="1690" y="447"/>
                </a:lnTo>
                <a:lnTo>
                  <a:pt x="1788" y="380"/>
                </a:lnTo>
                <a:lnTo>
                  <a:pt x="1892" y="319"/>
                </a:lnTo>
                <a:lnTo>
                  <a:pt x="2000" y="262"/>
                </a:lnTo>
                <a:lnTo>
                  <a:pt x="2112" y="210"/>
                </a:lnTo>
                <a:lnTo>
                  <a:pt x="2229" y="163"/>
                </a:lnTo>
                <a:lnTo>
                  <a:pt x="2350" y="122"/>
                </a:lnTo>
                <a:lnTo>
                  <a:pt x="2475" y="86"/>
                </a:lnTo>
                <a:lnTo>
                  <a:pt x="2603" y="57"/>
                </a:lnTo>
                <a:lnTo>
                  <a:pt x="2735" y="33"/>
                </a:lnTo>
                <a:lnTo>
                  <a:pt x="2870" y="15"/>
                </a:lnTo>
                <a:lnTo>
                  <a:pt x="3007" y="4"/>
                </a:lnTo>
                <a:lnTo>
                  <a:pt x="3148" y="0"/>
                </a:lnTo>
                <a:lnTo>
                  <a:pt x="3163" y="139"/>
                </a:lnTo>
                <a:lnTo>
                  <a:pt x="3171" y="277"/>
                </a:lnTo>
                <a:lnTo>
                  <a:pt x="3172" y="413"/>
                </a:lnTo>
                <a:lnTo>
                  <a:pt x="3167" y="546"/>
                </a:lnTo>
                <a:lnTo>
                  <a:pt x="3155" y="676"/>
                </a:lnTo>
                <a:lnTo>
                  <a:pt x="3136" y="804"/>
                </a:lnTo>
                <a:lnTo>
                  <a:pt x="3112" y="928"/>
                </a:lnTo>
                <a:lnTo>
                  <a:pt x="3082" y="1049"/>
                </a:lnTo>
                <a:lnTo>
                  <a:pt x="3045" y="1165"/>
                </a:lnTo>
                <a:lnTo>
                  <a:pt x="3004" y="1277"/>
                </a:lnTo>
                <a:lnTo>
                  <a:pt x="2957" y="1385"/>
                </a:lnTo>
                <a:lnTo>
                  <a:pt x="2905" y="1489"/>
                </a:lnTo>
                <a:lnTo>
                  <a:pt x="2849" y="1587"/>
                </a:lnTo>
                <a:lnTo>
                  <a:pt x="2788" y="1681"/>
                </a:lnTo>
                <a:lnTo>
                  <a:pt x="2723" y="1769"/>
                </a:lnTo>
                <a:lnTo>
                  <a:pt x="2655" y="1852"/>
                </a:lnTo>
                <a:lnTo>
                  <a:pt x="2582" y="1929"/>
                </a:lnTo>
                <a:lnTo>
                  <a:pt x="2507" y="2001"/>
                </a:lnTo>
                <a:lnTo>
                  <a:pt x="2429" y="2067"/>
                </a:lnTo>
                <a:lnTo>
                  <a:pt x="2348" y="2127"/>
                </a:lnTo>
                <a:lnTo>
                  <a:pt x="2264" y="2182"/>
                </a:lnTo>
                <a:lnTo>
                  <a:pt x="2179" y="2230"/>
                </a:lnTo>
                <a:lnTo>
                  <a:pt x="2119" y="2315"/>
                </a:lnTo>
                <a:lnTo>
                  <a:pt x="2053" y="2393"/>
                </a:lnTo>
                <a:lnTo>
                  <a:pt x="1983" y="2461"/>
                </a:lnTo>
                <a:lnTo>
                  <a:pt x="1908" y="2520"/>
                </a:lnTo>
                <a:lnTo>
                  <a:pt x="1831" y="2570"/>
                </a:lnTo>
                <a:lnTo>
                  <a:pt x="1753" y="2611"/>
                </a:lnTo>
                <a:lnTo>
                  <a:pt x="1673" y="2642"/>
                </a:lnTo>
                <a:lnTo>
                  <a:pt x="1594" y="2663"/>
                </a:lnTo>
                <a:lnTo>
                  <a:pt x="1515" y="2676"/>
                </a:lnTo>
                <a:lnTo>
                  <a:pt x="1438" y="2680"/>
                </a:lnTo>
                <a:lnTo>
                  <a:pt x="1364" y="2675"/>
                </a:lnTo>
                <a:lnTo>
                  <a:pt x="1279" y="2659"/>
                </a:lnTo>
                <a:lnTo>
                  <a:pt x="1200" y="2631"/>
                </a:lnTo>
                <a:lnTo>
                  <a:pt x="1129" y="2594"/>
                </a:lnTo>
                <a:lnTo>
                  <a:pt x="1067" y="2547"/>
                </a:lnTo>
                <a:lnTo>
                  <a:pt x="1014" y="2493"/>
                </a:lnTo>
                <a:lnTo>
                  <a:pt x="973" y="2433"/>
                </a:lnTo>
                <a:lnTo>
                  <a:pt x="943" y="2368"/>
                </a:lnTo>
                <a:lnTo>
                  <a:pt x="925" y="2299"/>
                </a:lnTo>
                <a:lnTo>
                  <a:pt x="919" y="2230"/>
                </a:lnTo>
                <a:lnTo>
                  <a:pt x="915" y="2308"/>
                </a:lnTo>
                <a:lnTo>
                  <a:pt x="903" y="2386"/>
                </a:lnTo>
                <a:lnTo>
                  <a:pt x="884" y="2463"/>
                </a:lnTo>
                <a:lnTo>
                  <a:pt x="857" y="2539"/>
                </a:lnTo>
                <a:lnTo>
                  <a:pt x="823" y="2612"/>
                </a:lnTo>
                <a:lnTo>
                  <a:pt x="781" y="2682"/>
                </a:lnTo>
                <a:lnTo>
                  <a:pt x="733" y="2749"/>
                </a:lnTo>
                <a:lnTo>
                  <a:pt x="677" y="2812"/>
                </a:lnTo>
                <a:lnTo>
                  <a:pt x="615" y="2871"/>
                </a:lnTo>
                <a:lnTo>
                  <a:pt x="547" y="2925"/>
                </a:lnTo>
                <a:lnTo>
                  <a:pt x="472" y="2973"/>
                </a:lnTo>
                <a:lnTo>
                  <a:pt x="392" y="3016"/>
                </a:lnTo>
                <a:lnTo>
                  <a:pt x="307" y="3052"/>
                </a:lnTo>
                <a:lnTo>
                  <a:pt x="218" y="3082"/>
                </a:lnTo>
                <a:lnTo>
                  <a:pt x="124" y="3105"/>
                </a:lnTo>
                <a:lnTo>
                  <a:pt x="26" y="3121"/>
                </a:lnTo>
                <a:lnTo>
                  <a:pt x="8" y="3018"/>
                </a:lnTo>
                <a:lnTo>
                  <a:pt x="0" y="2916"/>
                </a:lnTo>
                <a:lnTo>
                  <a:pt x="2" y="2818"/>
                </a:lnTo>
                <a:lnTo>
                  <a:pt x="12" y="2724"/>
                </a:lnTo>
                <a:lnTo>
                  <a:pt x="31" y="2634"/>
                </a:lnTo>
                <a:lnTo>
                  <a:pt x="58" y="2550"/>
                </a:lnTo>
                <a:lnTo>
                  <a:pt x="93" y="2472"/>
                </a:lnTo>
                <a:lnTo>
                  <a:pt x="134" y="2400"/>
                </a:lnTo>
                <a:lnTo>
                  <a:pt x="180" y="2336"/>
                </a:lnTo>
                <a:lnTo>
                  <a:pt x="232" y="2279"/>
                </a:lnTo>
                <a:lnTo>
                  <a:pt x="287" y="2230"/>
                </a:lnTo>
                <a:lnTo>
                  <a:pt x="293" y="2147"/>
                </a:lnTo>
                <a:lnTo>
                  <a:pt x="309" y="2066"/>
                </a:lnTo>
                <a:lnTo>
                  <a:pt x="335" y="1988"/>
                </a:lnTo>
                <a:lnTo>
                  <a:pt x="372" y="1914"/>
                </a:lnTo>
                <a:lnTo>
                  <a:pt x="417" y="1846"/>
                </a:lnTo>
                <a:lnTo>
                  <a:pt x="472" y="1784"/>
                </a:lnTo>
                <a:lnTo>
                  <a:pt x="424" y="1838"/>
                </a:lnTo>
                <a:lnTo>
                  <a:pt x="382" y="1897"/>
                </a:lnTo>
                <a:lnTo>
                  <a:pt x="348" y="1960"/>
                </a:lnTo>
                <a:lnTo>
                  <a:pt x="321" y="2027"/>
                </a:lnTo>
                <a:lnTo>
                  <a:pt x="301" y="2097"/>
                </a:lnTo>
                <a:lnTo>
                  <a:pt x="290" y="2168"/>
                </a:lnTo>
                <a:lnTo>
                  <a:pt x="287" y="2240"/>
                </a:lnTo>
                <a:lnTo>
                  <a:pt x="293" y="2312"/>
                </a:lnTo>
                <a:lnTo>
                  <a:pt x="306" y="2383"/>
                </a:lnTo>
                <a:lnTo>
                  <a:pt x="328" y="2452"/>
                </a:lnTo>
                <a:lnTo>
                  <a:pt x="357" y="2518"/>
                </a:lnTo>
                <a:lnTo>
                  <a:pt x="393" y="2580"/>
                </a:lnTo>
                <a:lnTo>
                  <a:pt x="437" y="2637"/>
                </a:lnTo>
                <a:lnTo>
                  <a:pt x="487" y="2690"/>
                </a:lnTo>
                <a:lnTo>
                  <a:pt x="543" y="2736"/>
                </a:lnTo>
                <a:lnTo>
                  <a:pt x="603" y="2776"/>
                </a:lnTo>
                <a:lnTo>
                  <a:pt x="668" y="2808"/>
                </a:lnTo>
                <a:lnTo>
                  <a:pt x="736" y="2833"/>
                </a:lnTo>
                <a:lnTo>
                  <a:pt x="806" y="2850"/>
                </a:lnTo>
                <a:lnTo>
                  <a:pt x="877" y="2859"/>
                </a:lnTo>
                <a:lnTo>
                  <a:pt x="950" y="2859"/>
                </a:lnTo>
                <a:lnTo>
                  <a:pt x="1021" y="2852"/>
                </a:lnTo>
                <a:lnTo>
                  <a:pt x="1092" y="2836"/>
                </a:lnTo>
                <a:lnTo>
                  <a:pt x="1160" y="2812"/>
                </a:lnTo>
                <a:lnTo>
                  <a:pt x="1225" y="2781"/>
                </a:lnTo>
                <a:lnTo>
                  <a:pt x="1286" y="2742"/>
                </a:lnTo>
                <a:lnTo>
                  <a:pt x="1342" y="2697"/>
                </a:lnTo>
                <a:lnTo>
                  <a:pt x="1393" y="2645"/>
                </a:lnTo>
                <a:lnTo>
                  <a:pt x="1437" y="2588"/>
                </a:lnTo>
                <a:lnTo>
                  <a:pt x="1475" y="2527"/>
                </a:lnTo>
                <a:lnTo>
                  <a:pt x="1505" y="2461"/>
                </a:lnTo>
                <a:lnTo>
                  <a:pt x="1527" y="2393"/>
                </a:lnTo>
                <a:lnTo>
                  <a:pt x="1542" y="2322"/>
                </a:lnTo>
                <a:lnTo>
                  <a:pt x="1549" y="2250"/>
                </a:lnTo>
                <a:lnTo>
                  <a:pt x="1547" y="2178"/>
                </a:lnTo>
                <a:lnTo>
                  <a:pt x="1537" y="2107"/>
                </a:lnTo>
                <a:lnTo>
                  <a:pt x="1519" y="2037"/>
                </a:lnTo>
                <a:lnTo>
                  <a:pt x="1493" y="1969"/>
                </a:lnTo>
                <a:lnTo>
                  <a:pt x="1459" y="1906"/>
                </a:lnTo>
                <a:lnTo>
                  <a:pt x="1419" y="1846"/>
                </a:lnTo>
                <a:lnTo>
                  <a:pt x="1372" y="1791"/>
                </a:lnTo>
                <a:lnTo>
                  <a:pt x="1318" y="1742"/>
                </a:lnTo>
                <a:lnTo>
                  <a:pt x="1260" y="1700"/>
                </a:lnTo>
                <a:lnTo>
                  <a:pt x="1197" y="1664"/>
                </a:lnTo>
                <a:lnTo>
                  <a:pt x="1131" y="1636"/>
                </a:lnTo>
                <a:lnTo>
                  <a:pt x="1062" y="1616"/>
                </a:lnTo>
                <a:lnTo>
                  <a:pt x="991" y="1603"/>
                </a:lnTo>
                <a:lnTo>
                  <a:pt x="919" y="1599"/>
                </a:lnTo>
                <a:close/>
              </a:path>
            </a:pathLst>
          </a:custGeom>
          <a:noFill/>
          <a:ln w="24840">
            <a:solidFill>
              <a:srgbClr val="C4A46B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1535760" y="8172000"/>
            <a:ext cx="1141920" cy="1123560"/>
          </a:xfrm>
          <a:custGeom>
            <a:avLst/>
            <a:gdLst/>
            <a:ahLst/>
            <a:rect l="0" t="0" r="r" b="b"/>
            <a:pathLst>
              <a:path fill="none" w="3172" h="3121">
                <a:moveTo>
                  <a:pt x="919" y="1599"/>
                </a:moveTo>
                <a:lnTo>
                  <a:pt x="942" y="1499"/>
                </a:lnTo>
                <a:lnTo>
                  <a:pt x="971" y="1399"/>
                </a:lnTo>
                <a:lnTo>
                  <a:pt x="1006" y="1301"/>
                </a:lnTo>
                <a:lnTo>
                  <a:pt x="1048" y="1204"/>
                </a:lnTo>
                <a:lnTo>
                  <a:pt x="1096" y="1109"/>
                </a:lnTo>
                <a:lnTo>
                  <a:pt x="1150" y="1016"/>
                </a:lnTo>
                <a:lnTo>
                  <a:pt x="1210" y="925"/>
                </a:lnTo>
                <a:lnTo>
                  <a:pt x="1276" y="837"/>
                </a:lnTo>
                <a:lnTo>
                  <a:pt x="1348" y="752"/>
                </a:lnTo>
                <a:lnTo>
                  <a:pt x="1425" y="670"/>
                </a:lnTo>
                <a:lnTo>
                  <a:pt x="1508" y="592"/>
                </a:lnTo>
                <a:lnTo>
                  <a:pt x="1596" y="517"/>
                </a:lnTo>
                <a:lnTo>
                  <a:pt x="1690" y="447"/>
                </a:lnTo>
                <a:lnTo>
                  <a:pt x="1788" y="380"/>
                </a:lnTo>
                <a:lnTo>
                  <a:pt x="1892" y="319"/>
                </a:lnTo>
                <a:lnTo>
                  <a:pt x="2000" y="262"/>
                </a:lnTo>
                <a:lnTo>
                  <a:pt x="2112" y="210"/>
                </a:lnTo>
                <a:lnTo>
                  <a:pt x="2229" y="163"/>
                </a:lnTo>
                <a:lnTo>
                  <a:pt x="2350" y="122"/>
                </a:lnTo>
                <a:lnTo>
                  <a:pt x="2475" y="86"/>
                </a:lnTo>
                <a:lnTo>
                  <a:pt x="2603" y="57"/>
                </a:lnTo>
                <a:lnTo>
                  <a:pt x="2735" y="33"/>
                </a:lnTo>
                <a:lnTo>
                  <a:pt x="2870" y="15"/>
                </a:lnTo>
                <a:lnTo>
                  <a:pt x="3007" y="4"/>
                </a:lnTo>
                <a:lnTo>
                  <a:pt x="3148" y="0"/>
                </a:lnTo>
                <a:lnTo>
                  <a:pt x="3163" y="139"/>
                </a:lnTo>
                <a:lnTo>
                  <a:pt x="3171" y="277"/>
                </a:lnTo>
                <a:lnTo>
                  <a:pt x="3172" y="413"/>
                </a:lnTo>
                <a:lnTo>
                  <a:pt x="3167" y="546"/>
                </a:lnTo>
                <a:lnTo>
                  <a:pt x="3155" y="676"/>
                </a:lnTo>
                <a:lnTo>
                  <a:pt x="3136" y="804"/>
                </a:lnTo>
                <a:lnTo>
                  <a:pt x="3112" y="928"/>
                </a:lnTo>
                <a:lnTo>
                  <a:pt x="3082" y="1049"/>
                </a:lnTo>
                <a:lnTo>
                  <a:pt x="3045" y="1165"/>
                </a:lnTo>
                <a:lnTo>
                  <a:pt x="3004" y="1277"/>
                </a:lnTo>
                <a:lnTo>
                  <a:pt x="2957" y="1385"/>
                </a:lnTo>
                <a:lnTo>
                  <a:pt x="2905" y="1489"/>
                </a:lnTo>
                <a:lnTo>
                  <a:pt x="2849" y="1587"/>
                </a:lnTo>
                <a:lnTo>
                  <a:pt x="2788" y="1681"/>
                </a:lnTo>
                <a:lnTo>
                  <a:pt x="2723" y="1769"/>
                </a:lnTo>
                <a:lnTo>
                  <a:pt x="2655" y="1852"/>
                </a:lnTo>
                <a:lnTo>
                  <a:pt x="2582" y="1929"/>
                </a:lnTo>
                <a:lnTo>
                  <a:pt x="2507" y="2001"/>
                </a:lnTo>
                <a:lnTo>
                  <a:pt x="2429" y="2067"/>
                </a:lnTo>
                <a:lnTo>
                  <a:pt x="2348" y="2127"/>
                </a:lnTo>
                <a:lnTo>
                  <a:pt x="2264" y="2182"/>
                </a:lnTo>
                <a:lnTo>
                  <a:pt x="2179" y="2230"/>
                </a:lnTo>
                <a:lnTo>
                  <a:pt x="2119" y="2315"/>
                </a:lnTo>
                <a:lnTo>
                  <a:pt x="2053" y="2393"/>
                </a:lnTo>
                <a:lnTo>
                  <a:pt x="1983" y="2461"/>
                </a:lnTo>
                <a:lnTo>
                  <a:pt x="1908" y="2520"/>
                </a:lnTo>
                <a:lnTo>
                  <a:pt x="1831" y="2570"/>
                </a:lnTo>
                <a:lnTo>
                  <a:pt x="1753" y="2611"/>
                </a:lnTo>
                <a:lnTo>
                  <a:pt x="1673" y="2642"/>
                </a:lnTo>
                <a:lnTo>
                  <a:pt x="1594" y="2663"/>
                </a:lnTo>
                <a:lnTo>
                  <a:pt x="1515" y="2676"/>
                </a:lnTo>
                <a:lnTo>
                  <a:pt x="1438" y="2680"/>
                </a:lnTo>
                <a:lnTo>
                  <a:pt x="1364" y="2675"/>
                </a:lnTo>
                <a:lnTo>
                  <a:pt x="1279" y="2659"/>
                </a:lnTo>
                <a:lnTo>
                  <a:pt x="1200" y="2631"/>
                </a:lnTo>
                <a:lnTo>
                  <a:pt x="1129" y="2594"/>
                </a:lnTo>
                <a:lnTo>
                  <a:pt x="1067" y="2547"/>
                </a:lnTo>
                <a:lnTo>
                  <a:pt x="1014" y="2493"/>
                </a:lnTo>
                <a:lnTo>
                  <a:pt x="973" y="2433"/>
                </a:lnTo>
                <a:lnTo>
                  <a:pt x="943" y="2368"/>
                </a:lnTo>
                <a:lnTo>
                  <a:pt x="925" y="2299"/>
                </a:lnTo>
                <a:lnTo>
                  <a:pt x="919" y="2230"/>
                </a:lnTo>
                <a:lnTo>
                  <a:pt x="915" y="2308"/>
                </a:lnTo>
                <a:lnTo>
                  <a:pt x="903" y="2386"/>
                </a:lnTo>
                <a:lnTo>
                  <a:pt x="884" y="2463"/>
                </a:lnTo>
                <a:lnTo>
                  <a:pt x="857" y="2539"/>
                </a:lnTo>
                <a:lnTo>
                  <a:pt x="823" y="2612"/>
                </a:lnTo>
                <a:lnTo>
                  <a:pt x="781" y="2682"/>
                </a:lnTo>
                <a:lnTo>
                  <a:pt x="733" y="2749"/>
                </a:lnTo>
                <a:lnTo>
                  <a:pt x="677" y="2812"/>
                </a:lnTo>
                <a:lnTo>
                  <a:pt x="615" y="2871"/>
                </a:lnTo>
                <a:lnTo>
                  <a:pt x="547" y="2925"/>
                </a:lnTo>
                <a:lnTo>
                  <a:pt x="472" y="2973"/>
                </a:lnTo>
                <a:lnTo>
                  <a:pt x="392" y="3016"/>
                </a:lnTo>
                <a:lnTo>
                  <a:pt x="307" y="3052"/>
                </a:lnTo>
                <a:lnTo>
                  <a:pt x="218" y="3082"/>
                </a:lnTo>
                <a:lnTo>
                  <a:pt x="124" y="3105"/>
                </a:lnTo>
                <a:lnTo>
                  <a:pt x="26" y="3121"/>
                </a:lnTo>
                <a:lnTo>
                  <a:pt x="8" y="3018"/>
                </a:lnTo>
                <a:lnTo>
                  <a:pt x="0" y="2916"/>
                </a:lnTo>
                <a:lnTo>
                  <a:pt x="2" y="2818"/>
                </a:lnTo>
                <a:lnTo>
                  <a:pt x="12" y="2724"/>
                </a:lnTo>
                <a:lnTo>
                  <a:pt x="31" y="2634"/>
                </a:lnTo>
                <a:lnTo>
                  <a:pt x="58" y="2550"/>
                </a:lnTo>
                <a:lnTo>
                  <a:pt x="93" y="2472"/>
                </a:lnTo>
                <a:lnTo>
                  <a:pt x="134" y="2400"/>
                </a:lnTo>
                <a:lnTo>
                  <a:pt x="180" y="2336"/>
                </a:lnTo>
                <a:lnTo>
                  <a:pt x="232" y="2279"/>
                </a:lnTo>
                <a:lnTo>
                  <a:pt x="287" y="2230"/>
                </a:lnTo>
                <a:lnTo>
                  <a:pt x="293" y="2147"/>
                </a:lnTo>
                <a:lnTo>
                  <a:pt x="309" y="2066"/>
                </a:lnTo>
                <a:lnTo>
                  <a:pt x="335" y="1988"/>
                </a:lnTo>
                <a:lnTo>
                  <a:pt x="372" y="1914"/>
                </a:lnTo>
                <a:lnTo>
                  <a:pt x="417" y="1846"/>
                </a:lnTo>
                <a:lnTo>
                  <a:pt x="472" y="1784"/>
                </a:lnTo>
              </a:path>
            </a:pathLst>
          </a:custGeom>
          <a:ln w="24840">
            <a:solidFill>
              <a:srgbClr val="C4A46B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834560" y="871560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C4A4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834560" y="871560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C4A4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2637000" y="814032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C4A4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2637000" y="814032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C4A4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2288520" y="8942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C4A4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2288520" y="8942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C4A4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1995120" y="910332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C4A4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995120" y="910332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C4A4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1834560" y="8942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C4A4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1834560" y="8942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C4A4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513440" y="926352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C4A4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1513440" y="926352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4A4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60740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C4A4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160740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4A4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674000" y="878220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C4A4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1674000" y="878220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4A4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 flipV="1">
            <a:off x="1866240" y="783972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866240" y="8172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1000" y="1230"/>
                </a:lnTo>
                <a:lnTo>
                  <a:pt x="1077" y="1154"/>
                </a:lnTo>
                <a:lnTo>
                  <a:pt x="1153" y="1077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866240" y="8974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866240" y="8974440"/>
            <a:ext cx="802800" cy="802440"/>
          </a:xfrm>
          <a:custGeom>
            <a:avLst/>
            <a:gdLst/>
            <a:ahLst/>
            <a:rect l="0" t="0" r="r" b="b"/>
            <a:pathLst>
              <a:path fill="none" w="2230" h="2229">
                <a:moveTo>
                  <a:pt x="0" y="0"/>
                </a:moveTo>
                <a:lnTo>
                  <a:pt x="76" y="76"/>
                </a:lnTo>
                <a:lnTo>
                  <a:pt x="153" y="153"/>
                </a:lnTo>
                <a:lnTo>
                  <a:pt x="230" y="230"/>
                </a:lnTo>
                <a:lnTo>
                  <a:pt x="307" y="307"/>
                </a:lnTo>
                <a:lnTo>
                  <a:pt x="384" y="384"/>
                </a:lnTo>
                <a:lnTo>
                  <a:pt x="462" y="461"/>
                </a:lnTo>
                <a:lnTo>
                  <a:pt x="539" y="538"/>
                </a:lnTo>
                <a:lnTo>
                  <a:pt x="615" y="615"/>
                </a:lnTo>
                <a:lnTo>
                  <a:pt x="692" y="691"/>
                </a:lnTo>
                <a:lnTo>
                  <a:pt x="769" y="769"/>
                </a:lnTo>
                <a:lnTo>
                  <a:pt x="846" y="846"/>
                </a:lnTo>
                <a:lnTo>
                  <a:pt x="923" y="923"/>
                </a:lnTo>
                <a:lnTo>
                  <a:pt x="1000" y="1000"/>
                </a:lnTo>
                <a:lnTo>
                  <a:pt x="1077" y="1077"/>
                </a:lnTo>
                <a:lnTo>
                  <a:pt x="1153" y="1153"/>
                </a:lnTo>
                <a:lnTo>
                  <a:pt x="1230" y="1230"/>
                </a:lnTo>
                <a:lnTo>
                  <a:pt x="1307" y="1307"/>
                </a:lnTo>
                <a:lnTo>
                  <a:pt x="1384" y="1384"/>
                </a:lnTo>
                <a:lnTo>
                  <a:pt x="1461" y="1461"/>
                </a:lnTo>
                <a:lnTo>
                  <a:pt x="1538" y="1538"/>
                </a:lnTo>
                <a:lnTo>
                  <a:pt x="1615" y="1615"/>
                </a:lnTo>
                <a:lnTo>
                  <a:pt x="1691" y="1691"/>
                </a:lnTo>
                <a:lnTo>
                  <a:pt x="1768" y="1768"/>
                </a:lnTo>
                <a:lnTo>
                  <a:pt x="1845" y="1845"/>
                </a:lnTo>
                <a:lnTo>
                  <a:pt x="1922" y="1922"/>
                </a:lnTo>
                <a:lnTo>
                  <a:pt x="1999" y="1999"/>
                </a:lnTo>
                <a:lnTo>
                  <a:pt x="2076" y="2076"/>
                </a:lnTo>
                <a:lnTo>
                  <a:pt x="2153" y="2153"/>
                </a:lnTo>
                <a:lnTo>
                  <a:pt x="2230" y="2229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1866240" y="897444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063800" y="8974440"/>
            <a:ext cx="802800" cy="802440"/>
          </a:xfrm>
          <a:custGeom>
            <a:avLst/>
            <a:gdLst/>
            <a:ahLst/>
            <a:rect l="0" t="0" r="r" b="b"/>
            <a:pathLst>
              <a:path fill="none" w="2230" h="2229">
                <a:moveTo>
                  <a:pt x="2230" y="0"/>
                </a:moveTo>
                <a:lnTo>
                  <a:pt x="1384" y="846"/>
                </a:lnTo>
                <a:lnTo>
                  <a:pt x="1307" y="923"/>
                </a:lnTo>
                <a:lnTo>
                  <a:pt x="1230" y="1000"/>
                </a:lnTo>
                <a:lnTo>
                  <a:pt x="230" y="1999"/>
                </a:lnTo>
                <a:lnTo>
                  <a:pt x="153" y="2076"/>
                </a:lnTo>
                <a:lnTo>
                  <a:pt x="77" y="2153"/>
                </a:lnTo>
                <a:lnTo>
                  <a:pt x="0" y="2229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 flipH="1">
            <a:off x="731160" y="8974440"/>
            <a:ext cx="113508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063800" y="8172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3"/>
                </a:lnTo>
                <a:lnTo>
                  <a:pt x="2076" y="2076"/>
                </a:lnTo>
                <a:lnTo>
                  <a:pt x="1999" y="1999"/>
                </a:lnTo>
                <a:lnTo>
                  <a:pt x="1922" y="1922"/>
                </a:lnTo>
                <a:lnTo>
                  <a:pt x="1845" y="1845"/>
                </a:lnTo>
                <a:lnTo>
                  <a:pt x="1768" y="1768"/>
                </a:lnTo>
                <a:lnTo>
                  <a:pt x="1692" y="1692"/>
                </a:lnTo>
                <a:lnTo>
                  <a:pt x="1615" y="1615"/>
                </a:lnTo>
                <a:lnTo>
                  <a:pt x="1538" y="1538"/>
                </a:lnTo>
                <a:lnTo>
                  <a:pt x="1461" y="1461"/>
                </a:lnTo>
                <a:lnTo>
                  <a:pt x="1384" y="1384"/>
                </a:lnTo>
                <a:lnTo>
                  <a:pt x="1307" y="1307"/>
                </a:lnTo>
                <a:lnTo>
                  <a:pt x="1230" y="1230"/>
                </a:lnTo>
                <a:lnTo>
                  <a:pt x="1154" y="1154"/>
                </a:lnTo>
                <a:lnTo>
                  <a:pt x="1077" y="1077"/>
                </a:lnTo>
                <a:lnTo>
                  <a:pt x="1000" y="1000"/>
                </a:lnTo>
                <a:lnTo>
                  <a:pt x="923" y="923"/>
                </a:lnTo>
                <a:lnTo>
                  <a:pt x="846" y="846"/>
                </a:lnTo>
                <a:lnTo>
                  <a:pt x="769" y="769"/>
                </a:lnTo>
                <a:lnTo>
                  <a:pt x="692" y="691"/>
                </a:lnTo>
                <a:lnTo>
                  <a:pt x="616" y="615"/>
                </a:lnTo>
                <a:lnTo>
                  <a:pt x="539" y="538"/>
                </a:lnTo>
                <a:lnTo>
                  <a:pt x="462" y="461"/>
                </a:lnTo>
                <a:lnTo>
                  <a:pt x="384" y="384"/>
                </a:lnTo>
                <a:lnTo>
                  <a:pt x="307" y="307"/>
                </a:lnTo>
                <a:lnTo>
                  <a:pt x="230" y="230"/>
                </a:lnTo>
                <a:lnTo>
                  <a:pt x="153" y="153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225080" y="7345080"/>
            <a:ext cx="125028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13, species = 11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733040" y="765360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2534040" y="8027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 txBox="1"/>
          <p:nvPr/>
        </p:nvSpPr>
        <p:spPr>
          <a:xfrm>
            <a:off x="3034800" y="893016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2521440" y="9832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 txBox="1"/>
          <p:nvPr/>
        </p:nvSpPr>
        <p:spPr>
          <a:xfrm>
            <a:off x="1720080" y="1020672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709560" y="9832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469080" y="893016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722160" y="8027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207360" y="8368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3371400" y="7517880"/>
            <a:ext cx="3302640" cy="3001320"/>
          </a:xfrm>
          <a:custGeom>
            <a:avLst/>
            <a:gdLst/>
            <a:ahLst/>
            <a:rect l="0" t="0" r="r" b="b"/>
            <a:pathLst>
              <a:path w="9174" h="8337">
                <a:moveTo>
                  <a:pt x="0" y="0"/>
                </a:moveTo>
                <a:lnTo>
                  <a:pt x="9174" y="0"/>
                </a:lnTo>
                <a:lnTo>
                  <a:pt x="9174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3700800" y="7035480"/>
            <a:ext cx="2935440" cy="482760"/>
          </a:xfrm>
          <a:custGeom>
            <a:avLst/>
            <a:gdLst/>
            <a:ahLst/>
            <a:rect l="0" t="0" r="r" b="b"/>
            <a:pathLst>
              <a:path w="8154" h="1341">
                <a:moveTo>
                  <a:pt x="0" y="0"/>
                </a:moveTo>
                <a:lnTo>
                  <a:pt x="8154" y="0"/>
                </a:lnTo>
                <a:lnTo>
                  <a:pt x="8154" y="1341"/>
                </a:lnTo>
                <a:lnTo>
                  <a:pt x="0" y="134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156600" y="7801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4755600" y="7148880"/>
            <a:ext cx="8089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Cuculiformes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3749760" y="7556040"/>
            <a:ext cx="2837160" cy="2837160"/>
          </a:xfrm>
          <a:custGeom>
            <a:avLst/>
            <a:gdLst/>
            <a:ahLst/>
            <a:rect l="0" t="0" r="r" b="b"/>
            <a:pathLst>
              <a:path w="7881" h="7881">
                <a:moveTo>
                  <a:pt x="0" y="0"/>
                </a:moveTo>
                <a:lnTo>
                  <a:pt x="7881" y="0"/>
                </a:lnTo>
                <a:lnTo>
                  <a:pt x="7881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 flipV="1">
            <a:off x="5168160" y="76978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 flipV="1">
            <a:off x="5168160" y="807156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168160" y="8974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5168160" y="897444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5168160" y="897444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 flipH="1">
            <a:off x="4265640" y="897444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 flipH="1">
            <a:off x="3891600" y="8974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 flipH="1" flipV="1">
            <a:off x="4265640" y="807156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4600800" y="8407080"/>
            <a:ext cx="1135080" cy="1134720"/>
          </a:xfrm>
          <a:custGeom>
            <a:avLst/>
            <a:gdLst/>
            <a:ahLst/>
            <a:rect l="0" t="0" r="r" b="b"/>
            <a:pathLst>
              <a:path fill="none" w="3153" h="3152">
                <a:moveTo>
                  <a:pt x="1577" y="0"/>
                </a:moveTo>
                <a:lnTo>
                  <a:pt x="1677" y="3"/>
                </a:lnTo>
                <a:lnTo>
                  <a:pt x="1777" y="12"/>
                </a:lnTo>
                <a:lnTo>
                  <a:pt x="1875" y="28"/>
                </a:lnTo>
                <a:lnTo>
                  <a:pt x="1973" y="50"/>
                </a:lnTo>
                <a:lnTo>
                  <a:pt x="2069" y="78"/>
                </a:lnTo>
                <a:lnTo>
                  <a:pt x="2163" y="112"/>
                </a:lnTo>
                <a:lnTo>
                  <a:pt x="2254" y="153"/>
                </a:lnTo>
                <a:lnTo>
                  <a:pt x="2344" y="198"/>
                </a:lnTo>
                <a:lnTo>
                  <a:pt x="2429" y="250"/>
                </a:lnTo>
                <a:lnTo>
                  <a:pt x="2512" y="307"/>
                </a:lnTo>
                <a:lnTo>
                  <a:pt x="2590" y="369"/>
                </a:lnTo>
                <a:lnTo>
                  <a:pt x="2665" y="436"/>
                </a:lnTo>
                <a:lnTo>
                  <a:pt x="2735" y="507"/>
                </a:lnTo>
                <a:lnTo>
                  <a:pt x="2800" y="583"/>
                </a:lnTo>
                <a:lnTo>
                  <a:pt x="2861" y="662"/>
                </a:lnTo>
                <a:lnTo>
                  <a:pt x="2916" y="746"/>
                </a:lnTo>
                <a:lnTo>
                  <a:pt x="2966" y="832"/>
                </a:lnTo>
                <a:lnTo>
                  <a:pt x="3011" y="922"/>
                </a:lnTo>
                <a:lnTo>
                  <a:pt x="3049" y="1014"/>
                </a:lnTo>
                <a:lnTo>
                  <a:pt x="3082" y="1109"/>
                </a:lnTo>
                <a:lnTo>
                  <a:pt x="3109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3" y="1602"/>
                </a:lnTo>
                <a:lnTo>
                  <a:pt x="3148" y="1701"/>
                </a:lnTo>
                <a:lnTo>
                  <a:pt x="3137" y="1801"/>
                </a:lnTo>
                <a:lnTo>
                  <a:pt x="3120" y="1899"/>
                </a:lnTo>
                <a:lnTo>
                  <a:pt x="3096" y="1997"/>
                </a:lnTo>
                <a:lnTo>
                  <a:pt x="3067" y="2092"/>
                </a:lnTo>
                <a:lnTo>
                  <a:pt x="3031" y="2185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1"/>
                </a:lnTo>
                <a:lnTo>
                  <a:pt x="2768" y="2609"/>
                </a:lnTo>
                <a:lnTo>
                  <a:pt x="2700" y="2682"/>
                </a:lnTo>
                <a:lnTo>
                  <a:pt x="2628" y="2751"/>
                </a:lnTo>
                <a:lnTo>
                  <a:pt x="2551" y="2815"/>
                </a:lnTo>
                <a:lnTo>
                  <a:pt x="2471" y="2875"/>
                </a:lnTo>
                <a:lnTo>
                  <a:pt x="2387" y="2929"/>
                </a:lnTo>
                <a:lnTo>
                  <a:pt x="2299" y="2977"/>
                </a:lnTo>
                <a:lnTo>
                  <a:pt x="2209" y="3020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7" y="3146"/>
                </a:lnTo>
                <a:lnTo>
                  <a:pt x="1627" y="3152"/>
                </a:lnTo>
                <a:lnTo>
                  <a:pt x="1527" y="3152"/>
                </a:lnTo>
                <a:lnTo>
                  <a:pt x="1427" y="3146"/>
                </a:lnTo>
                <a:lnTo>
                  <a:pt x="1327" y="3133"/>
                </a:lnTo>
                <a:lnTo>
                  <a:pt x="1229" y="3114"/>
                </a:lnTo>
                <a:lnTo>
                  <a:pt x="1132" y="3089"/>
                </a:lnTo>
                <a:lnTo>
                  <a:pt x="1037" y="3058"/>
                </a:lnTo>
                <a:lnTo>
                  <a:pt x="944" y="3020"/>
                </a:lnTo>
                <a:lnTo>
                  <a:pt x="854" y="2977"/>
                </a:lnTo>
                <a:lnTo>
                  <a:pt x="767" y="2929"/>
                </a:lnTo>
                <a:lnTo>
                  <a:pt x="683" y="2875"/>
                </a:lnTo>
                <a:lnTo>
                  <a:pt x="602" y="2815"/>
                </a:lnTo>
                <a:lnTo>
                  <a:pt x="525" y="2751"/>
                </a:lnTo>
                <a:lnTo>
                  <a:pt x="453" y="2682"/>
                </a:lnTo>
                <a:lnTo>
                  <a:pt x="385" y="2609"/>
                </a:lnTo>
                <a:lnTo>
                  <a:pt x="322" y="2531"/>
                </a:lnTo>
                <a:lnTo>
                  <a:pt x="264" y="2450"/>
                </a:lnTo>
                <a:lnTo>
                  <a:pt x="211" y="2365"/>
                </a:lnTo>
                <a:lnTo>
                  <a:pt x="164" y="2277"/>
                </a:lnTo>
                <a:lnTo>
                  <a:pt x="122" y="2185"/>
                </a:lnTo>
                <a:lnTo>
                  <a:pt x="87" y="2092"/>
                </a:lnTo>
                <a:lnTo>
                  <a:pt x="57" y="1997"/>
                </a:lnTo>
                <a:lnTo>
                  <a:pt x="33" y="1899"/>
                </a:lnTo>
                <a:lnTo>
                  <a:pt x="16" y="1801"/>
                </a:lnTo>
                <a:lnTo>
                  <a:pt x="5" y="1701"/>
                </a:lnTo>
                <a:lnTo>
                  <a:pt x="0" y="1602"/>
                </a:lnTo>
                <a:lnTo>
                  <a:pt x="2" y="1502"/>
                </a:lnTo>
                <a:lnTo>
                  <a:pt x="10" y="1402"/>
                </a:lnTo>
                <a:lnTo>
                  <a:pt x="24" y="1303"/>
                </a:lnTo>
                <a:lnTo>
                  <a:pt x="44" y="1205"/>
                </a:lnTo>
                <a:lnTo>
                  <a:pt x="71" y="1109"/>
                </a:lnTo>
                <a:lnTo>
                  <a:pt x="104" y="1014"/>
                </a:lnTo>
                <a:lnTo>
                  <a:pt x="143" y="922"/>
                </a:lnTo>
                <a:lnTo>
                  <a:pt x="187" y="832"/>
                </a:lnTo>
                <a:lnTo>
                  <a:pt x="237" y="746"/>
                </a:lnTo>
                <a:lnTo>
                  <a:pt x="292" y="662"/>
                </a:lnTo>
                <a:lnTo>
                  <a:pt x="353" y="583"/>
                </a:lnTo>
                <a:lnTo>
                  <a:pt x="418" y="507"/>
                </a:lnTo>
                <a:lnTo>
                  <a:pt x="489" y="436"/>
                </a:lnTo>
                <a:lnTo>
                  <a:pt x="563" y="369"/>
                </a:lnTo>
                <a:lnTo>
                  <a:pt x="642" y="307"/>
                </a:lnTo>
                <a:lnTo>
                  <a:pt x="724" y="250"/>
                </a:lnTo>
                <a:lnTo>
                  <a:pt x="810" y="198"/>
                </a:lnTo>
                <a:lnTo>
                  <a:pt x="899" y="153"/>
                </a:lnTo>
                <a:lnTo>
                  <a:pt x="990" y="112"/>
                </a:lnTo>
                <a:lnTo>
                  <a:pt x="1084" y="78"/>
                </a:lnTo>
                <a:lnTo>
                  <a:pt x="1180" y="50"/>
                </a:lnTo>
                <a:lnTo>
                  <a:pt x="1278" y="28"/>
                </a:lnTo>
                <a:lnTo>
                  <a:pt x="1377" y="12"/>
                </a:lnTo>
                <a:lnTo>
                  <a:pt x="1477" y="3"/>
                </a:lnTo>
                <a:lnTo>
                  <a:pt x="157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4033440" y="7839720"/>
            <a:ext cx="2269800" cy="2269080"/>
          </a:xfrm>
          <a:custGeom>
            <a:avLst/>
            <a:gdLst/>
            <a:ahLst/>
            <a:rect l="0" t="0" r="r" b="b"/>
            <a:pathLst>
              <a:path fill="none" w="6305" h="6303">
                <a:moveTo>
                  <a:pt x="3152" y="0"/>
                </a:moveTo>
                <a:lnTo>
                  <a:pt x="3352" y="6"/>
                </a:lnTo>
                <a:lnTo>
                  <a:pt x="3551" y="25"/>
                </a:lnTo>
                <a:lnTo>
                  <a:pt x="3749" y="56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5"/>
                </a:lnTo>
                <a:lnTo>
                  <a:pt x="4507" y="306"/>
                </a:lnTo>
                <a:lnTo>
                  <a:pt x="4686" y="398"/>
                </a:lnTo>
                <a:lnTo>
                  <a:pt x="4857" y="501"/>
                </a:lnTo>
                <a:lnTo>
                  <a:pt x="5022" y="614"/>
                </a:lnTo>
                <a:lnTo>
                  <a:pt x="5179" y="738"/>
                </a:lnTo>
                <a:lnTo>
                  <a:pt x="5328" y="871"/>
                </a:lnTo>
                <a:lnTo>
                  <a:pt x="5469" y="1014"/>
                </a:lnTo>
                <a:lnTo>
                  <a:pt x="5600" y="1165"/>
                </a:lnTo>
                <a:lnTo>
                  <a:pt x="5721" y="1324"/>
                </a:lnTo>
                <a:lnTo>
                  <a:pt x="5832" y="1491"/>
                </a:lnTo>
                <a:lnTo>
                  <a:pt x="5932" y="1664"/>
                </a:lnTo>
                <a:lnTo>
                  <a:pt x="6020" y="1843"/>
                </a:lnTo>
                <a:lnTo>
                  <a:pt x="6098" y="2028"/>
                </a:lnTo>
                <a:lnTo>
                  <a:pt x="6163" y="2217"/>
                </a:lnTo>
                <a:lnTo>
                  <a:pt x="6216" y="2409"/>
                </a:lnTo>
                <a:lnTo>
                  <a:pt x="6257" y="2605"/>
                </a:lnTo>
                <a:lnTo>
                  <a:pt x="6286" y="2803"/>
                </a:lnTo>
                <a:lnTo>
                  <a:pt x="6302" y="3003"/>
                </a:lnTo>
                <a:lnTo>
                  <a:pt x="6305" y="3203"/>
                </a:lnTo>
                <a:lnTo>
                  <a:pt x="6295" y="3402"/>
                </a:lnTo>
                <a:lnTo>
                  <a:pt x="6273" y="3601"/>
                </a:lnTo>
                <a:lnTo>
                  <a:pt x="6238" y="3798"/>
                </a:lnTo>
                <a:lnTo>
                  <a:pt x="6191" y="3993"/>
                </a:lnTo>
                <a:lnTo>
                  <a:pt x="6132" y="4184"/>
                </a:lnTo>
                <a:lnTo>
                  <a:pt x="6061" y="4370"/>
                </a:lnTo>
                <a:lnTo>
                  <a:pt x="5977" y="4552"/>
                </a:lnTo>
                <a:lnTo>
                  <a:pt x="5883" y="4729"/>
                </a:lnTo>
                <a:lnTo>
                  <a:pt x="5778" y="4899"/>
                </a:lnTo>
                <a:lnTo>
                  <a:pt x="5661" y="5061"/>
                </a:lnTo>
                <a:lnTo>
                  <a:pt x="5535" y="5217"/>
                </a:lnTo>
                <a:lnTo>
                  <a:pt x="5400" y="5364"/>
                </a:lnTo>
                <a:lnTo>
                  <a:pt x="5255" y="5502"/>
                </a:lnTo>
                <a:lnTo>
                  <a:pt x="5102" y="5630"/>
                </a:lnTo>
                <a:lnTo>
                  <a:pt x="4941" y="5749"/>
                </a:lnTo>
                <a:lnTo>
                  <a:pt x="4772" y="5857"/>
                </a:lnTo>
                <a:lnTo>
                  <a:pt x="4597" y="5954"/>
                </a:lnTo>
                <a:lnTo>
                  <a:pt x="4416" y="6040"/>
                </a:lnTo>
                <a:lnTo>
                  <a:pt x="4230" y="6115"/>
                </a:lnTo>
                <a:lnTo>
                  <a:pt x="4040" y="6177"/>
                </a:lnTo>
                <a:lnTo>
                  <a:pt x="3847" y="6227"/>
                </a:lnTo>
                <a:lnTo>
                  <a:pt x="3650" y="6265"/>
                </a:lnTo>
                <a:lnTo>
                  <a:pt x="3452" y="6290"/>
                </a:lnTo>
                <a:lnTo>
                  <a:pt x="3252" y="6303"/>
                </a:lnTo>
                <a:lnTo>
                  <a:pt x="3052" y="6303"/>
                </a:lnTo>
                <a:lnTo>
                  <a:pt x="2853" y="6290"/>
                </a:lnTo>
                <a:lnTo>
                  <a:pt x="2654" y="6265"/>
                </a:lnTo>
                <a:lnTo>
                  <a:pt x="2458" y="6227"/>
                </a:lnTo>
                <a:lnTo>
                  <a:pt x="2264" y="6177"/>
                </a:lnTo>
                <a:lnTo>
                  <a:pt x="2074" y="6115"/>
                </a:lnTo>
                <a:lnTo>
                  <a:pt x="1888" y="6040"/>
                </a:lnTo>
                <a:lnTo>
                  <a:pt x="1708" y="5954"/>
                </a:lnTo>
                <a:lnTo>
                  <a:pt x="1533" y="5857"/>
                </a:lnTo>
                <a:lnTo>
                  <a:pt x="1365" y="5749"/>
                </a:lnTo>
                <a:lnTo>
                  <a:pt x="1204" y="5630"/>
                </a:lnTo>
                <a:lnTo>
                  <a:pt x="1050" y="5502"/>
                </a:lnTo>
                <a:lnTo>
                  <a:pt x="906" y="5364"/>
                </a:lnTo>
                <a:lnTo>
                  <a:pt x="770" y="5217"/>
                </a:lnTo>
                <a:lnTo>
                  <a:pt x="644" y="5061"/>
                </a:lnTo>
                <a:lnTo>
                  <a:pt x="528" y="4899"/>
                </a:lnTo>
                <a:lnTo>
                  <a:pt x="422" y="4729"/>
                </a:lnTo>
                <a:lnTo>
                  <a:pt x="328" y="4552"/>
                </a:lnTo>
                <a:lnTo>
                  <a:pt x="245" y="4370"/>
                </a:lnTo>
                <a:lnTo>
                  <a:pt x="173" y="4184"/>
                </a:lnTo>
                <a:lnTo>
                  <a:pt x="114" y="3993"/>
                </a:lnTo>
                <a:lnTo>
                  <a:pt x="67" y="3798"/>
                </a:lnTo>
                <a:lnTo>
                  <a:pt x="32" y="3601"/>
                </a:lnTo>
                <a:lnTo>
                  <a:pt x="10" y="3402"/>
                </a:lnTo>
                <a:lnTo>
                  <a:pt x="0" y="3203"/>
                </a:lnTo>
                <a:lnTo>
                  <a:pt x="4" y="3003"/>
                </a:lnTo>
                <a:lnTo>
                  <a:pt x="19" y="2803"/>
                </a:lnTo>
                <a:lnTo>
                  <a:pt x="48" y="2605"/>
                </a:lnTo>
                <a:lnTo>
                  <a:pt x="89" y="2409"/>
                </a:lnTo>
                <a:lnTo>
                  <a:pt x="142" y="2217"/>
                </a:lnTo>
                <a:lnTo>
                  <a:pt x="208" y="2028"/>
                </a:lnTo>
                <a:lnTo>
                  <a:pt x="285" y="1843"/>
                </a:lnTo>
                <a:lnTo>
                  <a:pt x="374" y="1664"/>
                </a:lnTo>
                <a:lnTo>
                  <a:pt x="474" y="1491"/>
                </a:lnTo>
                <a:lnTo>
                  <a:pt x="584" y="1324"/>
                </a:lnTo>
                <a:lnTo>
                  <a:pt x="706" y="1165"/>
                </a:lnTo>
                <a:lnTo>
                  <a:pt x="837" y="1014"/>
                </a:lnTo>
                <a:lnTo>
                  <a:pt x="977" y="871"/>
                </a:lnTo>
                <a:lnTo>
                  <a:pt x="1126" y="738"/>
                </a:lnTo>
                <a:lnTo>
                  <a:pt x="1283" y="614"/>
                </a:lnTo>
                <a:lnTo>
                  <a:pt x="1448" y="501"/>
                </a:lnTo>
                <a:lnTo>
                  <a:pt x="1620" y="398"/>
                </a:lnTo>
                <a:lnTo>
                  <a:pt x="1797" y="306"/>
                </a:lnTo>
                <a:lnTo>
                  <a:pt x="1981" y="225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6"/>
                </a:lnTo>
                <a:lnTo>
                  <a:pt x="2753" y="25"/>
                </a:lnTo>
                <a:lnTo>
                  <a:pt x="2952" y="6"/>
                </a:lnTo>
                <a:lnTo>
                  <a:pt x="3152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3891600" y="7697880"/>
            <a:ext cx="2553480" cy="2552760"/>
          </a:xfrm>
          <a:custGeom>
            <a:avLst/>
            <a:gdLst/>
            <a:ahLst/>
            <a:rect l="0" t="0" r="r" b="b"/>
            <a:pathLst>
              <a:path fill="none" w="7093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7" y="113"/>
                </a:lnTo>
                <a:lnTo>
                  <a:pt x="4653" y="177"/>
                </a:lnTo>
                <a:lnTo>
                  <a:pt x="4864" y="253"/>
                </a:lnTo>
                <a:lnTo>
                  <a:pt x="5070" y="344"/>
                </a:lnTo>
                <a:lnTo>
                  <a:pt x="5270" y="447"/>
                </a:lnTo>
                <a:lnTo>
                  <a:pt x="5463" y="562"/>
                </a:lnTo>
                <a:lnTo>
                  <a:pt x="5649" y="690"/>
                </a:lnTo>
                <a:lnTo>
                  <a:pt x="5826" y="829"/>
                </a:lnTo>
                <a:lnTo>
                  <a:pt x="5993" y="979"/>
                </a:lnTo>
                <a:lnTo>
                  <a:pt x="6151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59" y="1676"/>
                </a:lnTo>
                <a:lnTo>
                  <a:pt x="6672" y="1871"/>
                </a:lnTo>
                <a:lnTo>
                  <a:pt x="6772" y="2073"/>
                </a:lnTo>
                <a:lnTo>
                  <a:pt x="6859" y="2280"/>
                </a:lnTo>
                <a:lnTo>
                  <a:pt x="6933" y="2493"/>
                </a:lnTo>
                <a:lnTo>
                  <a:pt x="6993" y="2710"/>
                </a:lnTo>
                <a:lnTo>
                  <a:pt x="7039" y="2930"/>
                </a:lnTo>
                <a:lnTo>
                  <a:pt x="7071" y="3153"/>
                </a:lnTo>
                <a:lnTo>
                  <a:pt x="7089" y="3377"/>
                </a:lnTo>
                <a:lnTo>
                  <a:pt x="7093" y="3603"/>
                </a:lnTo>
                <a:lnTo>
                  <a:pt x="7082" y="3828"/>
                </a:lnTo>
                <a:lnTo>
                  <a:pt x="7057" y="4051"/>
                </a:lnTo>
                <a:lnTo>
                  <a:pt x="7018" y="4273"/>
                </a:lnTo>
                <a:lnTo>
                  <a:pt x="6965" y="4492"/>
                </a:lnTo>
                <a:lnTo>
                  <a:pt x="6897" y="4706"/>
                </a:lnTo>
                <a:lnTo>
                  <a:pt x="6817" y="4917"/>
                </a:lnTo>
                <a:lnTo>
                  <a:pt x="6724" y="5121"/>
                </a:lnTo>
                <a:lnTo>
                  <a:pt x="6617" y="5320"/>
                </a:lnTo>
                <a:lnTo>
                  <a:pt x="6498" y="5511"/>
                </a:lnTo>
                <a:lnTo>
                  <a:pt x="6368" y="5694"/>
                </a:lnTo>
                <a:lnTo>
                  <a:pt x="6226" y="5869"/>
                </a:lnTo>
                <a:lnTo>
                  <a:pt x="6074" y="6034"/>
                </a:lnTo>
                <a:lnTo>
                  <a:pt x="5911" y="6189"/>
                </a:lnTo>
                <a:lnTo>
                  <a:pt x="5738" y="6334"/>
                </a:lnTo>
                <a:lnTo>
                  <a:pt x="5557" y="6467"/>
                </a:lnTo>
                <a:lnTo>
                  <a:pt x="5368" y="6589"/>
                </a:lnTo>
                <a:lnTo>
                  <a:pt x="5171" y="6698"/>
                </a:lnTo>
                <a:lnTo>
                  <a:pt x="4968" y="6795"/>
                </a:lnTo>
                <a:lnTo>
                  <a:pt x="4759" y="6879"/>
                </a:lnTo>
                <a:lnTo>
                  <a:pt x="4545" y="6949"/>
                </a:lnTo>
                <a:lnTo>
                  <a:pt x="4327" y="7006"/>
                </a:lnTo>
                <a:lnTo>
                  <a:pt x="4106" y="7048"/>
                </a:lnTo>
                <a:lnTo>
                  <a:pt x="3883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8"/>
                </a:lnTo>
                <a:lnTo>
                  <a:pt x="2765" y="7006"/>
                </a:lnTo>
                <a:lnTo>
                  <a:pt x="2547" y="6949"/>
                </a:lnTo>
                <a:lnTo>
                  <a:pt x="2333" y="6879"/>
                </a:lnTo>
                <a:lnTo>
                  <a:pt x="2124" y="6795"/>
                </a:lnTo>
                <a:lnTo>
                  <a:pt x="1921" y="6698"/>
                </a:lnTo>
                <a:lnTo>
                  <a:pt x="1725" y="6589"/>
                </a:lnTo>
                <a:lnTo>
                  <a:pt x="1535" y="6467"/>
                </a:lnTo>
                <a:lnTo>
                  <a:pt x="1354" y="6334"/>
                </a:lnTo>
                <a:lnTo>
                  <a:pt x="1182" y="6189"/>
                </a:lnTo>
                <a:lnTo>
                  <a:pt x="1019" y="6034"/>
                </a:lnTo>
                <a:lnTo>
                  <a:pt x="866" y="5869"/>
                </a:lnTo>
                <a:lnTo>
                  <a:pt x="724" y="5694"/>
                </a:lnTo>
                <a:lnTo>
                  <a:pt x="594" y="5511"/>
                </a:lnTo>
                <a:lnTo>
                  <a:pt x="475" y="5320"/>
                </a:lnTo>
                <a:lnTo>
                  <a:pt x="369" y="5121"/>
                </a:lnTo>
                <a:lnTo>
                  <a:pt x="275" y="4917"/>
                </a:lnTo>
                <a:lnTo>
                  <a:pt x="195" y="4706"/>
                </a:lnTo>
                <a:lnTo>
                  <a:pt x="128" y="4492"/>
                </a:lnTo>
                <a:lnTo>
                  <a:pt x="75" y="4273"/>
                </a:lnTo>
                <a:lnTo>
                  <a:pt x="36" y="4051"/>
                </a:lnTo>
                <a:lnTo>
                  <a:pt x="11" y="3828"/>
                </a:lnTo>
                <a:lnTo>
                  <a:pt x="0" y="3603"/>
                </a:lnTo>
                <a:lnTo>
                  <a:pt x="4" y="3377"/>
                </a:lnTo>
                <a:lnTo>
                  <a:pt x="22" y="3153"/>
                </a:lnTo>
                <a:lnTo>
                  <a:pt x="54" y="2930"/>
                </a:lnTo>
                <a:lnTo>
                  <a:pt x="100" y="2710"/>
                </a:lnTo>
                <a:lnTo>
                  <a:pt x="160" y="2493"/>
                </a:lnTo>
                <a:lnTo>
                  <a:pt x="234" y="2280"/>
                </a:lnTo>
                <a:lnTo>
                  <a:pt x="320" y="2073"/>
                </a:lnTo>
                <a:lnTo>
                  <a:pt x="420" y="1871"/>
                </a:lnTo>
                <a:lnTo>
                  <a:pt x="533" y="1676"/>
                </a:lnTo>
                <a:lnTo>
                  <a:pt x="658" y="1489"/>
                </a:lnTo>
                <a:lnTo>
                  <a:pt x="794" y="1310"/>
                </a:lnTo>
                <a:lnTo>
                  <a:pt x="941" y="1140"/>
                </a:lnTo>
                <a:lnTo>
                  <a:pt x="1099" y="979"/>
                </a:lnTo>
                <a:lnTo>
                  <a:pt x="1267" y="829"/>
                </a:lnTo>
                <a:lnTo>
                  <a:pt x="1444" y="690"/>
                </a:lnTo>
                <a:lnTo>
                  <a:pt x="1629" y="562"/>
                </a:lnTo>
                <a:lnTo>
                  <a:pt x="1822" y="447"/>
                </a:lnTo>
                <a:lnTo>
                  <a:pt x="2022" y="344"/>
                </a:lnTo>
                <a:lnTo>
                  <a:pt x="2228" y="253"/>
                </a:lnTo>
                <a:lnTo>
                  <a:pt x="2440" y="177"/>
                </a:lnTo>
                <a:lnTo>
                  <a:pt x="2656" y="113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4761720" y="8148240"/>
            <a:ext cx="1209240" cy="1287000"/>
          </a:xfrm>
          <a:custGeom>
            <a:avLst/>
            <a:gdLst/>
            <a:ahLst/>
            <a:rect l="0" t="0" r="r" b="b"/>
            <a:pathLst>
              <a:path w="3359" h="3575">
                <a:moveTo>
                  <a:pt x="1129" y="720"/>
                </a:moveTo>
                <a:lnTo>
                  <a:pt x="1188" y="649"/>
                </a:lnTo>
                <a:lnTo>
                  <a:pt x="1252" y="580"/>
                </a:lnTo>
                <a:lnTo>
                  <a:pt x="1321" y="514"/>
                </a:lnTo>
                <a:lnTo>
                  <a:pt x="1394" y="451"/>
                </a:lnTo>
                <a:lnTo>
                  <a:pt x="1473" y="391"/>
                </a:lnTo>
                <a:lnTo>
                  <a:pt x="1556" y="335"/>
                </a:lnTo>
                <a:lnTo>
                  <a:pt x="1643" y="282"/>
                </a:lnTo>
                <a:lnTo>
                  <a:pt x="1735" y="233"/>
                </a:lnTo>
                <a:lnTo>
                  <a:pt x="1830" y="187"/>
                </a:lnTo>
                <a:lnTo>
                  <a:pt x="1931" y="147"/>
                </a:lnTo>
                <a:lnTo>
                  <a:pt x="2035" y="110"/>
                </a:lnTo>
                <a:lnTo>
                  <a:pt x="2142" y="79"/>
                </a:lnTo>
                <a:lnTo>
                  <a:pt x="2252" y="52"/>
                </a:lnTo>
                <a:lnTo>
                  <a:pt x="2366" y="31"/>
                </a:lnTo>
                <a:lnTo>
                  <a:pt x="2483" y="15"/>
                </a:lnTo>
                <a:lnTo>
                  <a:pt x="2602" y="4"/>
                </a:lnTo>
                <a:lnTo>
                  <a:pt x="2724" y="0"/>
                </a:lnTo>
                <a:lnTo>
                  <a:pt x="2848" y="1"/>
                </a:lnTo>
                <a:lnTo>
                  <a:pt x="2973" y="8"/>
                </a:lnTo>
                <a:lnTo>
                  <a:pt x="3100" y="21"/>
                </a:lnTo>
                <a:lnTo>
                  <a:pt x="3229" y="40"/>
                </a:lnTo>
                <a:lnTo>
                  <a:pt x="3359" y="66"/>
                </a:lnTo>
                <a:lnTo>
                  <a:pt x="3342" y="189"/>
                </a:lnTo>
                <a:lnTo>
                  <a:pt x="3320" y="310"/>
                </a:lnTo>
                <a:lnTo>
                  <a:pt x="3293" y="429"/>
                </a:lnTo>
                <a:lnTo>
                  <a:pt x="3262" y="545"/>
                </a:lnTo>
                <a:lnTo>
                  <a:pt x="3227" y="659"/>
                </a:lnTo>
                <a:lnTo>
                  <a:pt x="3187" y="770"/>
                </a:lnTo>
                <a:lnTo>
                  <a:pt x="3143" y="878"/>
                </a:lnTo>
                <a:lnTo>
                  <a:pt x="3096" y="982"/>
                </a:lnTo>
                <a:lnTo>
                  <a:pt x="3044" y="1084"/>
                </a:lnTo>
                <a:lnTo>
                  <a:pt x="2989" y="1181"/>
                </a:lnTo>
                <a:lnTo>
                  <a:pt x="2930" y="1276"/>
                </a:lnTo>
                <a:lnTo>
                  <a:pt x="2868" y="1367"/>
                </a:lnTo>
                <a:lnTo>
                  <a:pt x="2802" y="1454"/>
                </a:lnTo>
                <a:lnTo>
                  <a:pt x="2733" y="1538"/>
                </a:lnTo>
                <a:lnTo>
                  <a:pt x="2661" y="1617"/>
                </a:lnTo>
                <a:lnTo>
                  <a:pt x="2586" y="1692"/>
                </a:lnTo>
                <a:lnTo>
                  <a:pt x="2509" y="1764"/>
                </a:lnTo>
                <a:lnTo>
                  <a:pt x="2494" y="1776"/>
                </a:lnTo>
                <a:lnTo>
                  <a:pt x="2482" y="1736"/>
                </a:lnTo>
                <a:lnTo>
                  <a:pt x="2448" y="1646"/>
                </a:lnTo>
                <a:lnTo>
                  <a:pt x="2408" y="1558"/>
                </a:lnTo>
                <a:lnTo>
                  <a:pt x="2363" y="1472"/>
                </a:lnTo>
                <a:lnTo>
                  <a:pt x="2311" y="1389"/>
                </a:lnTo>
                <a:lnTo>
                  <a:pt x="2254" y="1310"/>
                </a:lnTo>
                <a:lnTo>
                  <a:pt x="2192" y="1234"/>
                </a:lnTo>
                <a:lnTo>
                  <a:pt x="2124" y="1162"/>
                </a:lnTo>
                <a:lnTo>
                  <a:pt x="2052" y="1095"/>
                </a:lnTo>
                <a:lnTo>
                  <a:pt x="1975" y="1032"/>
                </a:lnTo>
                <a:lnTo>
                  <a:pt x="1893" y="974"/>
                </a:lnTo>
                <a:lnTo>
                  <a:pt x="1807" y="921"/>
                </a:lnTo>
                <a:lnTo>
                  <a:pt x="1718" y="874"/>
                </a:lnTo>
                <a:lnTo>
                  <a:pt x="1626" y="833"/>
                </a:lnTo>
                <a:lnTo>
                  <a:pt x="1531" y="797"/>
                </a:lnTo>
                <a:lnTo>
                  <a:pt x="1433" y="768"/>
                </a:lnTo>
                <a:lnTo>
                  <a:pt x="1333" y="745"/>
                </a:lnTo>
                <a:lnTo>
                  <a:pt x="1232" y="729"/>
                </a:lnTo>
                <a:lnTo>
                  <a:pt x="1129" y="720"/>
                </a:lnTo>
                <a:moveTo>
                  <a:pt x="2429" y="1831"/>
                </a:moveTo>
                <a:lnTo>
                  <a:pt x="2346" y="1894"/>
                </a:lnTo>
                <a:lnTo>
                  <a:pt x="2261" y="1953"/>
                </a:lnTo>
                <a:lnTo>
                  <a:pt x="2174" y="2007"/>
                </a:lnTo>
                <a:lnTo>
                  <a:pt x="2086" y="2056"/>
                </a:lnTo>
                <a:lnTo>
                  <a:pt x="1995" y="2101"/>
                </a:lnTo>
                <a:lnTo>
                  <a:pt x="1903" y="2142"/>
                </a:lnTo>
                <a:lnTo>
                  <a:pt x="1809" y="2178"/>
                </a:lnTo>
                <a:lnTo>
                  <a:pt x="1714" y="2209"/>
                </a:lnTo>
                <a:lnTo>
                  <a:pt x="1618" y="2235"/>
                </a:lnTo>
                <a:lnTo>
                  <a:pt x="1521" y="2257"/>
                </a:lnTo>
                <a:lnTo>
                  <a:pt x="1424" y="2274"/>
                </a:lnTo>
                <a:lnTo>
                  <a:pt x="1326" y="2286"/>
                </a:lnTo>
                <a:lnTo>
                  <a:pt x="1228" y="2293"/>
                </a:lnTo>
                <a:lnTo>
                  <a:pt x="1129" y="2296"/>
                </a:lnTo>
                <a:lnTo>
                  <a:pt x="1054" y="2291"/>
                </a:lnTo>
                <a:lnTo>
                  <a:pt x="980" y="2279"/>
                </a:lnTo>
                <a:lnTo>
                  <a:pt x="907" y="2258"/>
                </a:lnTo>
                <a:lnTo>
                  <a:pt x="836" y="2229"/>
                </a:lnTo>
                <a:lnTo>
                  <a:pt x="769" y="2192"/>
                </a:lnTo>
                <a:lnTo>
                  <a:pt x="704" y="2147"/>
                </a:lnTo>
                <a:lnTo>
                  <a:pt x="644" y="2095"/>
                </a:lnTo>
                <a:lnTo>
                  <a:pt x="588" y="2035"/>
                </a:lnTo>
                <a:lnTo>
                  <a:pt x="538" y="1969"/>
                </a:lnTo>
                <a:lnTo>
                  <a:pt x="494" y="1896"/>
                </a:lnTo>
                <a:lnTo>
                  <a:pt x="456" y="1818"/>
                </a:lnTo>
                <a:lnTo>
                  <a:pt x="425" y="1734"/>
                </a:lnTo>
                <a:lnTo>
                  <a:pt x="402" y="1645"/>
                </a:lnTo>
                <a:lnTo>
                  <a:pt x="386" y="1553"/>
                </a:lnTo>
                <a:lnTo>
                  <a:pt x="334" y="1599"/>
                </a:lnTo>
                <a:lnTo>
                  <a:pt x="286" y="1648"/>
                </a:lnTo>
                <a:lnTo>
                  <a:pt x="240" y="1701"/>
                </a:lnTo>
                <a:lnTo>
                  <a:pt x="198" y="1758"/>
                </a:lnTo>
                <a:lnTo>
                  <a:pt x="159" y="1817"/>
                </a:lnTo>
                <a:lnTo>
                  <a:pt x="124" y="1879"/>
                </a:lnTo>
                <a:lnTo>
                  <a:pt x="93" y="1944"/>
                </a:lnTo>
                <a:lnTo>
                  <a:pt x="66" y="2011"/>
                </a:lnTo>
                <a:lnTo>
                  <a:pt x="43" y="2080"/>
                </a:lnTo>
                <a:lnTo>
                  <a:pt x="26" y="2150"/>
                </a:lnTo>
                <a:lnTo>
                  <a:pt x="12" y="2222"/>
                </a:lnTo>
                <a:lnTo>
                  <a:pt x="3" y="2296"/>
                </a:lnTo>
                <a:lnTo>
                  <a:pt x="0" y="2370"/>
                </a:lnTo>
                <a:lnTo>
                  <a:pt x="1" y="2444"/>
                </a:lnTo>
                <a:lnTo>
                  <a:pt x="7" y="2519"/>
                </a:lnTo>
                <a:lnTo>
                  <a:pt x="18" y="2593"/>
                </a:lnTo>
                <a:lnTo>
                  <a:pt x="33" y="2668"/>
                </a:lnTo>
                <a:lnTo>
                  <a:pt x="54" y="2741"/>
                </a:lnTo>
                <a:lnTo>
                  <a:pt x="80" y="2813"/>
                </a:lnTo>
                <a:lnTo>
                  <a:pt x="111" y="2883"/>
                </a:lnTo>
                <a:lnTo>
                  <a:pt x="146" y="2952"/>
                </a:lnTo>
                <a:lnTo>
                  <a:pt x="186" y="3019"/>
                </a:lnTo>
                <a:lnTo>
                  <a:pt x="231" y="3083"/>
                </a:lnTo>
                <a:lnTo>
                  <a:pt x="280" y="3145"/>
                </a:lnTo>
                <a:lnTo>
                  <a:pt x="333" y="3203"/>
                </a:lnTo>
                <a:lnTo>
                  <a:pt x="391" y="3258"/>
                </a:lnTo>
                <a:lnTo>
                  <a:pt x="452" y="3310"/>
                </a:lnTo>
                <a:lnTo>
                  <a:pt x="516" y="3357"/>
                </a:lnTo>
                <a:lnTo>
                  <a:pt x="584" y="3401"/>
                </a:lnTo>
                <a:lnTo>
                  <a:pt x="655" y="3440"/>
                </a:lnTo>
                <a:lnTo>
                  <a:pt x="729" y="3474"/>
                </a:lnTo>
                <a:lnTo>
                  <a:pt x="805" y="3504"/>
                </a:lnTo>
                <a:lnTo>
                  <a:pt x="884" y="3529"/>
                </a:lnTo>
                <a:lnTo>
                  <a:pt x="964" y="3548"/>
                </a:lnTo>
                <a:lnTo>
                  <a:pt x="1046" y="3562"/>
                </a:lnTo>
                <a:lnTo>
                  <a:pt x="1129" y="3571"/>
                </a:lnTo>
                <a:lnTo>
                  <a:pt x="1213" y="3575"/>
                </a:lnTo>
                <a:lnTo>
                  <a:pt x="1297" y="3573"/>
                </a:lnTo>
                <a:lnTo>
                  <a:pt x="1382" y="3565"/>
                </a:lnTo>
                <a:lnTo>
                  <a:pt x="1466" y="3552"/>
                </a:lnTo>
                <a:lnTo>
                  <a:pt x="1549" y="3533"/>
                </a:lnTo>
                <a:lnTo>
                  <a:pt x="1632" y="3509"/>
                </a:lnTo>
                <a:lnTo>
                  <a:pt x="1713" y="3479"/>
                </a:lnTo>
                <a:lnTo>
                  <a:pt x="1792" y="3444"/>
                </a:lnTo>
                <a:lnTo>
                  <a:pt x="1869" y="3403"/>
                </a:lnTo>
                <a:lnTo>
                  <a:pt x="1945" y="3357"/>
                </a:lnTo>
                <a:lnTo>
                  <a:pt x="2017" y="3307"/>
                </a:lnTo>
                <a:lnTo>
                  <a:pt x="2085" y="3251"/>
                </a:lnTo>
                <a:lnTo>
                  <a:pt x="2150" y="3190"/>
                </a:lnTo>
                <a:lnTo>
                  <a:pt x="2212" y="3126"/>
                </a:lnTo>
                <a:lnTo>
                  <a:pt x="2269" y="3057"/>
                </a:lnTo>
                <a:lnTo>
                  <a:pt x="2322" y="2984"/>
                </a:lnTo>
                <a:lnTo>
                  <a:pt x="2370" y="2907"/>
                </a:lnTo>
                <a:lnTo>
                  <a:pt x="2413" y="2827"/>
                </a:lnTo>
                <a:lnTo>
                  <a:pt x="2451" y="2744"/>
                </a:lnTo>
                <a:lnTo>
                  <a:pt x="2483" y="2658"/>
                </a:lnTo>
                <a:lnTo>
                  <a:pt x="2510" y="2570"/>
                </a:lnTo>
                <a:lnTo>
                  <a:pt x="2532" y="2480"/>
                </a:lnTo>
                <a:lnTo>
                  <a:pt x="2547" y="2388"/>
                </a:lnTo>
                <a:lnTo>
                  <a:pt x="2556" y="2296"/>
                </a:lnTo>
                <a:lnTo>
                  <a:pt x="2559" y="2202"/>
                </a:lnTo>
                <a:lnTo>
                  <a:pt x="2556" y="2108"/>
                </a:lnTo>
                <a:lnTo>
                  <a:pt x="2547" y="2014"/>
                </a:lnTo>
                <a:lnTo>
                  <a:pt x="2532" y="1920"/>
                </a:lnTo>
                <a:lnTo>
                  <a:pt x="2510" y="1827"/>
                </a:lnTo>
                <a:lnTo>
                  <a:pt x="2494" y="1776"/>
                </a:lnTo>
                <a:lnTo>
                  <a:pt x="2429" y="1831"/>
                </a:lnTo>
                <a:close/>
              </a:path>
            </a:pathLst>
          </a:custGeom>
          <a:solidFill>
            <a:srgbClr val="B7C36B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4761720" y="8148240"/>
            <a:ext cx="1209240" cy="1287000"/>
          </a:xfrm>
          <a:custGeom>
            <a:avLst/>
            <a:gdLst/>
            <a:ahLst/>
            <a:rect l="0" t="0" r="r" b="b"/>
            <a:pathLst>
              <a:path w="3359" h="3575">
                <a:moveTo>
                  <a:pt x="1129" y="720"/>
                </a:moveTo>
                <a:lnTo>
                  <a:pt x="1188" y="649"/>
                </a:lnTo>
                <a:lnTo>
                  <a:pt x="1252" y="580"/>
                </a:lnTo>
                <a:lnTo>
                  <a:pt x="1321" y="514"/>
                </a:lnTo>
                <a:lnTo>
                  <a:pt x="1394" y="451"/>
                </a:lnTo>
                <a:lnTo>
                  <a:pt x="1473" y="391"/>
                </a:lnTo>
                <a:lnTo>
                  <a:pt x="1556" y="335"/>
                </a:lnTo>
                <a:lnTo>
                  <a:pt x="1643" y="282"/>
                </a:lnTo>
                <a:lnTo>
                  <a:pt x="1735" y="233"/>
                </a:lnTo>
                <a:lnTo>
                  <a:pt x="1830" y="187"/>
                </a:lnTo>
                <a:lnTo>
                  <a:pt x="1931" y="147"/>
                </a:lnTo>
                <a:lnTo>
                  <a:pt x="2035" y="110"/>
                </a:lnTo>
                <a:lnTo>
                  <a:pt x="2142" y="79"/>
                </a:lnTo>
                <a:lnTo>
                  <a:pt x="2252" y="52"/>
                </a:lnTo>
                <a:lnTo>
                  <a:pt x="2366" y="31"/>
                </a:lnTo>
                <a:lnTo>
                  <a:pt x="2483" y="15"/>
                </a:lnTo>
                <a:lnTo>
                  <a:pt x="2602" y="4"/>
                </a:lnTo>
                <a:lnTo>
                  <a:pt x="2724" y="0"/>
                </a:lnTo>
                <a:lnTo>
                  <a:pt x="2848" y="1"/>
                </a:lnTo>
                <a:lnTo>
                  <a:pt x="2973" y="8"/>
                </a:lnTo>
                <a:lnTo>
                  <a:pt x="3100" y="21"/>
                </a:lnTo>
                <a:lnTo>
                  <a:pt x="3229" y="40"/>
                </a:lnTo>
                <a:lnTo>
                  <a:pt x="3359" y="66"/>
                </a:lnTo>
                <a:lnTo>
                  <a:pt x="3342" y="189"/>
                </a:lnTo>
                <a:lnTo>
                  <a:pt x="3320" y="310"/>
                </a:lnTo>
                <a:lnTo>
                  <a:pt x="3293" y="429"/>
                </a:lnTo>
                <a:lnTo>
                  <a:pt x="3262" y="545"/>
                </a:lnTo>
                <a:lnTo>
                  <a:pt x="3227" y="659"/>
                </a:lnTo>
                <a:lnTo>
                  <a:pt x="3187" y="770"/>
                </a:lnTo>
                <a:lnTo>
                  <a:pt x="3143" y="878"/>
                </a:lnTo>
                <a:lnTo>
                  <a:pt x="3096" y="982"/>
                </a:lnTo>
                <a:lnTo>
                  <a:pt x="3044" y="1084"/>
                </a:lnTo>
                <a:lnTo>
                  <a:pt x="2989" y="1181"/>
                </a:lnTo>
                <a:lnTo>
                  <a:pt x="2930" y="1276"/>
                </a:lnTo>
                <a:lnTo>
                  <a:pt x="2868" y="1367"/>
                </a:lnTo>
                <a:lnTo>
                  <a:pt x="2802" y="1454"/>
                </a:lnTo>
                <a:lnTo>
                  <a:pt x="2733" y="1538"/>
                </a:lnTo>
                <a:lnTo>
                  <a:pt x="2661" y="1617"/>
                </a:lnTo>
                <a:lnTo>
                  <a:pt x="2586" y="1692"/>
                </a:lnTo>
                <a:lnTo>
                  <a:pt x="2509" y="1764"/>
                </a:lnTo>
                <a:lnTo>
                  <a:pt x="2429" y="1831"/>
                </a:lnTo>
                <a:lnTo>
                  <a:pt x="2346" y="1894"/>
                </a:lnTo>
                <a:lnTo>
                  <a:pt x="2261" y="1953"/>
                </a:lnTo>
                <a:lnTo>
                  <a:pt x="2174" y="2007"/>
                </a:lnTo>
                <a:lnTo>
                  <a:pt x="2086" y="2056"/>
                </a:lnTo>
                <a:lnTo>
                  <a:pt x="1995" y="2101"/>
                </a:lnTo>
                <a:lnTo>
                  <a:pt x="1903" y="2142"/>
                </a:lnTo>
                <a:lnTo>
                  <a:pt x="1809" y="2178"/>
                </a:lnTo>
                <a:lnTo>
                  <a:pt x="1714" y="2209"/>
                </a:lnTo>
                <a:lnTo>
                  <a:pt x="1618" y="2235"/>
                </a:lnTo>
                <a:lnTo>
                  <a:pt x="1521" y="2257"/>
                </a:lnTo>
                <a:lnTo>
                  <a:pt x="1424" y="2274"/>
                </a:lnTo>
                <a:lnTo>
                  <a:pt x="1326" y="2286"/>
                </a:lnTo>
                <a:lnTo>
                  <a:pt x="1228" y="2293"/>
                </a:lnTo>
                <a:lnTo>
                  <a:pt x="1129" y="2296"/>
                </a:lnTo>
                <a:lnTo>
                  <a:pt x="1054" y="2291"/>
                </a:lnTo>
                <a:lnTo>
                  <a:pt x="980" y="2279"/>
                </a:lnTo>
                <a:lnTo>
                  <a:pt x="907" y="2258"/>
                </a:lnTo>
                <a:lnTo>
                  <a:pt x="836" y="2229"/>
                </a:lnTo>
                <a:lnTo>
                  <a:pt x="769" y="2192"/>
                </a:lnTo>
                <a:lnTo>
                  <a:pt x="704" y="2147"/>
                </a:lnTo>
                <a:lnTo>
                  <a:pt x="644" y="2095"/>
                </a:lnTo>
                <a:lnTo>
                  <a:pt x="588" y="2035"/>
                </a:lnTo>
                <a:lnTo>
                  <a:pt x="538" y="1969"/>
                </a:lnTo>
                <a:lnTo>
                  <a:pt x="494" y="1896"/>
                </a:lnTo>
                <a:lnTo>
                  <a:pt x="456" y="1818"/>
                </a:lnTo>
                <a:lnTo>
                  <a:pt x="425" y="1734"/>
                </a:lnTo>
                <a:lnTo>
                  <a:pt x="402" y="1645"/>
                </a:lnTo>
                <a:lnTo>
                  <a:pt x="386" y="1553"/>
                </a:lnTo>
                <a:lnTo>
                  <a:pt x="334" y="1599"/>
                </a:lnTo>
                <a:lnTo>
                  <a:pt x="286" y="1648"/>
                </a:lnTo>
                <a:lnTo>
                  <a:pt x="240" y="1701"/>
                </a:lnTo>
                <a:lnTo>
                  <a:pt x="198" y="1758"/>
                </a:lnTo>
                <a:lnTo>
                  <a:pt x="159" y="1817"/>
                </a:lnTo>
                <a:lnTo>
                  <a:pt x="124" y="1879"/>
                </a:lnTo>
                <a:lnTo>
                  <a:pt x="93" y="1944"/>
                </a:lnTo>
                <a:lnTo>
                  <a:pt x="66" y="2011"/>
                </a:lnTo>
                <a:lnTo>
                  <a:pt x="43" y="2080"/>
                </a:lnTo>
                <a:lnTo>
                  <a:pt x="26" y="2150"/>
                </a:lnTo>
                <a:lnTo>
                  <a:pt x="12" y="2222"/>
                </a:lnTo>
                <a:lnTo>
                  <a:pt x="3" y="2296"/>
                </a:lnTo>
                <a:lnTo>
                  <a:pt x="0" y="2370"/>
                </a:lnTo>
                <a:lnTo>
                  <a:pt x="1" y="2444"/>
                </a:lnTo>
                <a:lnTo>
                  <a:pt x="7" y="2519"/>
                </a:lnTo>
                <a:lnTo>
                  <a:pt x="18" y="2593"/>
                </a:lnTo>
                <a:lnTo>
                  <a:pt x="33" y="2668"/>
                </a:lnTo>
                <a:lnTo>
                  <a:pt x="54" y="2741"/>
                </a:lnTo>
                <a:lnTo>
                  <a:pt x="80" y="2813"/>
                </a:lnTo>
                <a:lnTo>
                  <a:pt x="111" y="2883"/>
                </a:lnTo>
                <a:lnTo>
                  <a:pt x="146" y="2952"/>
                </a:lnTo>
                <a:lnTo>
                  <a:pt x="186" y="3019"/>
                </a:lnTo>
                <a:lnTo>
                  <a:pt x="231" y="3083"/>
                </a:lnTo>
                <a:lnTo>
                  <a:pt x="280" y="3145"/>
                </a:lnTo>
                <a:lnTo>
                  <a:pt x="333" y="3203"/>
                </a:lnTo>
                <a:lnTo>
                  <a:pt x="391" y="3258"/>
                </a:lnTo>
                <a:lnTo>
                  <a:pt x="452" y="3310"/>
                </a:lnTo>
                <a:lnTo>
                  <a:pt x="516" y="3357"/>
                </a:lnTo>
                <a:lnTo>
                  <a:pt x="584" y="3401"/>
                </a:lnTo>
                <a:lnTo>
                  <a:pt x="655" y="3440"/>
                </a:lnTo>
                <a:lnTo>
                  <a:pt x="729" y="3474"/>
                </a:lnTo>
                <a:lnTo>
                  <a:pt x="805" y="3504"/>
                </a:lnTo>
                <a:lnTo>
                  <a:pt x="884" y="3529"/>
                </a:lnTo>
                <a:lnTo>
                  <a:pt x="964" y="3548"/>
                </a:lnTo>
                <a:lnTo>
                  <a:pt x="1046" y="3562"/>
                </a:lnTo>
                <a:lnTo>
                  <a:pt x="1129" y="3571"/>
                </a:lnTo>
                <a:lnTo>
                  <a:pt x="1213" y="3575"/>
                </a:lnTo>
                <a:lnTo>
                  <a:pt x="1297" y="3573"/>
                </a:lnTo>
                <a:lnTo>
                  <a:pt x="1382" y="3565"/>
                </a:lnTo>
                <a:lnTo>
                  <a:pt x="1466" y="3552"/>
                </a:lnTo>
                <a:lnTo>
                  <a:pt x="1549" y="3533"/>
                </a:lnTo>
                <a:lnTo>
                  <a:pt x="1632" y="3509"/>
                </a:lnTo>
                <a:lnTo>
                  <a:pt x="1713" y="3479"/>
                </a:lnTo>
                <a:lnTo>
                  <a:pt x="1792" y="3444"/>
                </a:lnTo>
                <a:lnTo>
                  <a:pt x="1869" y="3403"/>
                </a:lnTo>
                <a:lnTo>
                  <a:pt x="1945" y="3357"/>
                </a:lnTo>
                <a:lnTo>
                  <a:pt x="2017" y="3307"/>
                </a:lnTo>
                <a:lnTo>
                  <a:pt x="2085" y="3251"/>
                </a:lnTo>
                <a:lnTo>
                  <a:pt x="2150" y="3190"/>
                </a:lnTo>
                <a:lnTo>
                  <a:pt x="2212" y="3126"/>
                </a:lnTo>
                <a:lnTo>
                  <a:pt x="2269" y="3057"/>
                </a:lnTo>
                <a:lnTo>
                  <a:pt x="2322" y="2984"/>
                </a:lnTo>
                <a:lnTo>
                  <a:pt x="2370" y="2907"/>
                </a:lnTo>
                <a:lnTo>
                  <a:pt x="2413" y="2827"/>
                </a:lnTo>
                <a:lnTo>
                  <a:pt x="2451" y="2744"/>
                </a:lnTo>
                <a:lnTo>
                  <a:pt x="2483" y="2658"/>
                </a:lnTo>
                <a:lnTo>
                  <a:pt x="2510" y="2570"/>
                </a:lnTo>
                <a:lnTo>
                  <a:pt x="2532" y="2480"/>
                </a:lnTo>
                <a:lnTo>
                  <a:pt x="2547" y="2388"/>
                </a:lnTo>
                <a:lnTo>
                  <a:pt x="2556" y="2296"/>
                </a:lnTo>
                <a:lnTo>
                  <a:pt x="2559" y="2202"/>
                </a:lnTo>
                <a:lnTo>
                  <a:pt x="2556" y="2108"/>
                </a:lnTo>
                <a:lnTo>
                  <a:pt x="2547" y="2014"/>
                </a:lnTo>
                <a:lnTo>
                  <a:pt x="2532" y="1920"/>
                </a:lnTo>
                <a:lnTo>
                  <a:pt x="2510" y="1827"/>
                </a:lnTo>
                <a:lnTo>
                  <a:pt x="2482" y="1736"/>
                </a:lnTo>
                <a:lnTo>
                  <a:pt x="2448" y="1646"/>
                </a:lnTo>
                <a:lnTo>
                  <a:pt x="2408" y="1558"/>
                </a:lnTo>
                <a:lnTo>
                  <a:pt x="2363" y="1472"/>
                </a:lnTo>
                <a:lnTo>
                  <a:pt x="2311" y="1389"/>
                </a:lnTo>
                <a:lnTo>
                  <a:pt x="2254" y="1310"/>
                </a:lnTo>
                <a:lnTo>
                  <a:pt x="2192" y="1234"/>
                </a:lnTo>
                <a:lnTo>
                  <a:pt x="2124" y="1162"/>
                </a:lnTo>
                <a:lnTo>
                  <a:pt x="2052" y="1095"/>
                </a:lnTo>
                <a:lnTo>
                  <a:pt x="1975" y="1032"/>
                </a:lnTo>
                <a:lnTo>
                  <a:pt x="1893" y="974"/>
                </a:lnTo>
                <a:lnTo>
                  <a:pt x="1807" y="921"/>
                </a:lnTo>
                <a:lnTo>
                  <a:pt x="1718" y="874"/>
                </a:lnTo>
                <a:lnTo>
                  <a:pt x="1626" y="833"/>
                </a:lnTo>
                <a:lnTo>
                  <a:pt x="1531" y="797"/>
                </a:lnTo>
                <a:lnTo>
                  <a:pt x="1433" y="768"/>
                </a:lnTo>
                <a:lnTo>
                  <a:pt x="1333" y="745"/>
                </a:lnTo>
                <a:lnTo>
                  <a:pt x="1232" y="729"/>
                </a:lnTo>
                <a:lnTo>
                  <a:pt x="1129" y="720"/>
                </a:lnTo>
                <a:close/>
              </a:path>
            </a:pathLst>
          </a:custGeom>
          <a:noFill/>
          <a:ln w="24840">
            <a:solidFill>
              <a:srgbClr val="B7C36B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4900680" y="8148240"/>
            <a:ext cx="1070280" cy="826560"/>
          </a:xfrm>
          <a:custGeom>
            <a:avLst/>
            <a:gdLst/>
            <a:ahLst/>
            <a:rect l="0" t="0" r="r" b="b"/>
            <a:pathLst>
              <a:path fill="none" w="2973" h="2296">
                <a:moveTo>
                  <a:pt x="743" y="719"/>
                </a:moveTo>
                <a:lnTo>
                  <a:pt x="802" y="648"/>
                </a:lnTo>
                <a:lnTo>
                  <a:pt x="866" y="580"/>
                </a:lnTo>
                <a:lnTo>
                  <a:pt x="935" y="514"/>
                </a:lnTo>
                <a:lnTo>
                  <a:pt x="1008" y="451"/>
                </a:lnTo>
                <a:lnTo>
                  <a:pt x="1087" y="391"/>
                </a:lnTo>
                <a:lnTo>
                  <a:pt x="1170" y="335"/>
                </a:lnTo>
                <a:lnTo>
                  <a:pt x="1257" y="282"/>
                </a:lnTo>
                <a:lnTo>
                  <a:pt x="1349" y="233"/>
                </a:lnTo>
                <a:lnTo>
                  <a:pt x="1444" y="187"/>
                </a:lnTo>
                <a:lnTo>
                  <a:pt x="1544" y="147"/>
                </a:lnTo>
                <a:lnTo>
                  <a:pt x="1648" y="110"/>
                </a:lnTo>
                <a:lnTo>
                  <a:pt x="1755" y="79"/>
                </a:lnTo>
                <a:lnTo>
                  <a:pt x="1865" y="52"/>
                </a:lnTo>
                <a:lnTo>
                  <a:pt x="1979" y="31"/>
                </a:lnTo>
                <a:lnTo>
                  <a:pt x="2096" y="15"/>
                </a:lnTo>
                <a:lnTo>
                  <a:pt x="2215" y="4"/>
                </a:lnTo>
                <a:lnTo>
                  <a:pt x="2337" y="0"/>
                </a:lnTo>
                <a:lnTo>
                  <a:pt x="2461" y="1"/>
                </a:lnTo>
                <a:lnTo>
                  <a:pt x="2586" y="8"/>
                </a:lnTo>
                <a:lnTo>
                  <a:pt x="2713" y="21"/>
                </a:lnTo>
                <a:lnTo>
                  <a:pt x="2843" y="40"/>
                </a:lnTo>
                <a:lnTo>
                  <a:pt x="2973" y="66"/>
                </a:lnTo>
                <a:lnTo>
                  <a:pt x="2956" y="189"/>
                </a:lnTo>
                <a:lnTo>
                  <a:pt x="2934" y="310"/>
                </a:lnTo>
                <a:lnTo>
                  <a:pt x="2907" y="429"/>
                </a:lnTo>
                <a:lnTo>
                  <a:pt x="2876" y="545"/>
                </a:lnTo>
                <a:lnTo>
                  <a:pt x="2841" y="658"/>
                </a:lnTo>
                <a:lnTo>
                  <a:pt x="2801" y="769"/>
                </a:lnTo>
                <a:lnTo>
                  <a:pt x="2757" y="877"/>
                </a:lnTo>
                <a:lnTo>
                  <a:pt x="2709" y="981"/>
                </a:lnTo>
                <a:lnTo>
                  <a:pt x="2657" y="1083"/>
                </a:lnTo>
                <a:lnTo>
                  <a:pt x="2602" y="1180"/>
                </a:lnTo>
                <a:lnTo>
                  <a:pt x="2543" y="1275"/>
                </a:lnTo>
                <a:lnTo>
                  <a:pt x="2481" y="1366"/>
                </a:lnTo>
                <a:lnTo>
                  <a:pt x="2415" y="1453"/>
                </a:lnTo>
                <a:lnTo>
                  <a:pt x="2346" y="1538"/>
                </a:lnTo>
                <a:lnTo>
                  <a:pt x="2274" y="1617"/>
                </a:lnTo>
                <a:lnTo>
                  <a:pt x="2199" y="1692"/>
                </a:lnTo>
                <a:lnTo>
                  <a:pt x="2122" y="1764"/>
                </a:lnTo>
                <a:lnTo>
                  <a:pt x="2042" y="1831"/>
                </a:lnTo>
                <a:lnTo>
                  <a:pt x="1959" y="1894"/>
                </a:lnTo>
                <a:lnTo>
                  <a:pt x="1874" y="1953"/>
                </a:lnTo>
                <a:lnTo>
                  <a:pt x="1787" y="2007"/>
                </a:lnTo>
                <a:lnTo>
                  <a:pt x="1699" y="2056"/>
                </a:lnTo>
                <a:lnTo>
                  <a:pt x="1608" y="2101"/>
                </a:lnTo>
                <a:lnTo>
                  <a:pt x="1516" y="2142"/>
                </a:lnTo>
                <a:lnTo>
                  <a:pt x="1423" y="2178"/>
                </a:lnTo>
                <a:lnTo>
                  <a:pt x="1328" y="2209"/>
                </a:lnTo>
                <a:lnTo>
                  <a:pt x="1232" y="2235"/>
                </a:lnTo>
                <a:lnTo>
                  <a:pt x="1135" y="2257"/>
                </a:lnTo>
                <a:lnTo>
                  <a:pt x="1038" y="2274"/>
                </a:lnTo>
                <a:lnTo>
                  <a:pt x="940" y="2286"/>
                </a:lnTo>
                <a:lnTo>
                  <a:pt x="842" y="2293"/>
                </a:lnTo>
                <a:lnTo>
                  <a:pt x="743" y="2296"/>
                </a:lnTo>
                <a:lnTo>
                  <a:pt x="668" y="2291"/>
                </a:lnTo>
                <a:lnTo>
                  <a:pt x="594" y="2279"/>
                </a:lnTo>
                <a:lnTo>
                  <a:pt x="521" y="2258"/>
                </a:lnTo>
                <a:lnTo>
                  <a:pt x="450" y="2229"/>
                </a:lnTo>
                <a:lnTo>
                  <a:pt x="383" y="2192"/>
                </a:lnTo>
                <a:lnTo>
                  <a:pt x="318" y="2147"/>
                </a:lnTo>
                <a:lnTo>
                  <a:pt x="258" y="2095"/>
                </a:lnTo>
                <a:lnTo>
                  <a:pt x="202" y="2035"/>
                </a:lnTo>
                <a:lnTo>
                  <a:pt x="152" y="1969"/>
                </a:lnTo>
                <a:lnTo>
                  <a:pt x="108" y="1896"/>
                </a:lnTo>
                <a:lnTo>
                  <a:pt x="70" y="1818"/>
                </a:lnTo>
                <a:lnTo>
                  <a:pt x="39" y="1734"/>
                </a:lnTo>
                <a:lnTo>
                  <a:pt x="16" y="1645"/>
                </a:lnTo>
                <a:lnTo>
                  <a:pt x="0" y="1553"/>
                </a:lnTo>
              </a:path>
            </a:pathLst>
          </a:custGeom>
          <a:ln w="24840">
            <a:solidFill>
              <a:srgbClr val="B7C36B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5136480" y="837540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8"/>
                </a:moveTo>
                <a:cubicBezTo>
                  <a:pt x="0" y="-29"/>
                  <a:pt x="177" y="-29"/>
                  <a:pt x="177" y="88"/>
                </a:cubicBezTo>
                <a:cubicBezTo>
                  <a:pt x="177" y="206"/>
                  <a:pt x="0" y="206"/>
                  <a:pt x="0" y="88"/>
                </a:cubicBezTo>
                <a:close/>
              </a:path>
            </a:pathLst>
          </a:custGeom>
          <a:solidFill>
            <a:srgbClr val="B7C3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5136480" y="837540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8"/>
                </a:moveTo>
                <a:cubicBezTo>
                  <a:pt x="177" y="206"/>
                  <a:pt x="0" y="206"/>
                  <a:pt x="0" y="88"/>
                </a:cubicBezTo>
                <a:cubicBezTo>
                  <a:pt x="0" y="-29"/>
                  <a:pt x="177" y="-29"/>
                  <a:pt x="177" y="88"/>
                </a:cubicBezTo>
              </a:path>
            </a:pathLst>
          </a:custGeom>
          <a:ln cap="rnd" w="8640">
            <a:solidFill>
              <a:srgbClr val="B7C3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5938920" y="814032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B7C3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5938920" y="814032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7C3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7C3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7C3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7C3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7C3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7C3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7C3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7C3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7C3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B7C3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513648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B7C3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4869000" y="867528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8"/>
                </a:moveTo>
                <a:cubicBezTo>
                  <a:pt x="0" y="-29"/>
                  <a:pt x="177" y="-29"/>
                  <a:pt x="177" y="88"/>
                </a:cubicBezTo>
                <a:cubicBezTo>
                  <a:pt x="177" y="206"/>
                  <a:pt x="0" y="206"/>
                  <a:pt x="0" y="88"/>
                </a:cubicBezTo>
                <a:close/>
              </a:path>
            </a:pathLst>
          </a:custGeom>
          <a:solidFill>
            <a:srgbClr val="B7C36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4869000" y="867528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8"/>
                </a:moveTo>
                <a:cubicBezTo>
                  <a:pt x="177" y="206"/>
                  <a:pt x="0" y="206"/>
                  <a:pt x="0" y="88"/>
                </a:cubicBezTo>
                <a:cubicBezTo>
                  <a:pt x="0" y="-29"/>
                  <a:pt x="177" y="-29"/>
                  <a:pt x="177" y="88"/>
                </a:cubicBezTo>
              </a:path>
            </a:pathLst>
          </a:custGeom>
          <a:ln cap="rnd" w="8640">
            <a:solidFill>
              <a:srgbClr val="B7C36B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 flipV="1">
            <a:off x="5168160" y="783972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5168160" y="8172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7" y="2153"/>
                </a:lnTo>
                <a:lnTo>
                  <a:pt x="155" y="2076"/>
                </a:lnTo>
                <a:lnTo>
                  <a:pt x="232" y="1999"/>
                </a:lnTo>
                <a:lnTo>
                  <a:pt x="385" y="1845"/>
                </a:lnTo>
                <a:lnTo>
                  <a:pt x="462" y="1768"/>
                </a:lnTo>
                <a:lnTo>
                  <a:pt x="539" y="1692"/>
                </a:lnTo>
                <a:lnTo>
                  <a:pt x="693" y="1538"/>
                </a:lnTo>
                <a:lnTo>
                  <a:pt x="770" y="1461"/>
                </a:lnTo>
                <a:lnTo>
                  <a:pt x="847" y="1384"/>
                </a:lnTo>
                <a:lnTo>
                  <a:pt x="923" y="1307"/>
                </a:lnTo>
                <a:lnTo>
                  <a:pt x="1000" y="1230"/>
                </a:lnTo>
                <a:lnTo>
                  <a:pt x="1077" y="1154"/>
                </a:lnTo>
                <a:lnTo>
                  <a:pt x="1231" y="1000"/>
                </a:lnTo>
                <a:lnTo>
                  <a:pt x="1308" y="923"/>
                </a:lnTo>
                <a:lnTo>
                  <a:pt x="1385" y="846"/>
                </a:lnTo>
                <a:lnTo>
                  <a:pt x="1538" y="691"/>
                </a:lnTo>
                <a:lnTo>
                  <a:pt x="1615" y="615"/>
                </a:lnTo>
                <a:lnTo>
                  <a:pt x="1692" y="538"/>
                </a:lnTo>
                <a:lnTo>
                  <a:pt x="1769" y="461"/>
                </a:lnTo>
                <a:lnTo>
                  <a:pt x="1846" y="384"/>
                </a:lnTo>
                <a:lnTo>
                  <a:pt x="1923" y="307"/>
                </a:lnTo>
                <a:lnTo>
                  <a:pt x="1999" y="230"/>
                </a:lnTo>
                <a:lnTo>
                  <a:pt x="2076" y="153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5168160" y="8974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5168160" y="8974440"/>
            <a:ext cx="802800" cy="802440"/>
          </a:xfrm>
          <a:custGeom>
            <a:avLst/>
            <a:gdLst/>
            <a:ahLst/>
            <a:rect l="0" t="0" r="r" b="b"/>
            <a:pathLst>
              <a:path fill="none" w="2230" h="2229">
                <a:moveTo>
                  <a:pt x="0" y="0"/>
                </a:moveTo>
                <a:lnTo>
                  <a:pt x="77" y="76"/>
                </a:lnTo>
                <a:lnTo>
                  <a:pt x="155" y="153"/>
                </a:lnTo>
                <a:lnTo>
                  <a:pt x="309" y="307"/>
                </a:lnTo>
                <a:lnTo>
                  <a:pt x="385" y="384"/>
                </a:lnTo>
                <a:lnTo>
                  <a:pt x="462" y="461"/>
                </a:lnTo>
                <a:lnTo>
                  <a:pt x="616" y="615"/>
                </a:lnTo>
                <a:lnTo>
                  <a:pt x="693" y="691"/>
                </a:lnTo>
                <a:lnTo>
                  <a:pt x="770" y="769"/>
                </a:lnTo>
                <a:lnTo>
                  <a:pt x="1154" y="1153"/>
                </a:lnTo>
                <a:lnTo>
                  <a:pt x="1231" y="1230"/>
                </a:lnTo>
                <a:lnTo>
                  <a:pt x="1308" y="1307"/>
                </a:lnTo>
                <a:lnTo>
                  <a:pt x="1461" y="1461"/>
                </a:lnTo>
                <a:lnTo>
                  <a:pt x="1538" y="1538"/>
                </a:lnTo>
                <a:lnTo>
                  <a:pt x="1615" y="1615"/>
                </a:lnTo>
                <a:lnTo>
                  <a:pt x="2230" y="2229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5168160" y="897444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4365720" y="8974440"/>
            <a:ext cx="802800" cy="802440"/>
          </a:xfrm>
          <a:custGeom>
            <a:avLst/>
            <a:gdLst/>
            <a:ahLst/>
            <a:rect l="0" t="0" r="r" b="b"/>
            <a:pathLst>
              <a:path fill="none" w="2230" h="2229">
                <a:moveTo>
                  <a:pt x="2230" y="0"/>
                </a:moveTo>
                <a:lnTo>
                  <a:pt x="2153" y="76"/>
                </a:lnTo>
                <a:lnTo>
                  <a:pt x="2076" y="153"/>
                </a:lnTo>
                <a:lnTo>
                  <a:pt x="2000" y="230"/>
                </a:lnTo>
                <a:lnTo>
                  <a:pt x="1923" y="307"/>
                </a:lnTo>
                <a:lnTo>
                  <a:pt x="1846" y="384"/>
                </a:lnTo>
                <a:lnTo>
                  <a:pt x="1769" y="461"/>
                </a:lnTo>
                <a:lnTo>
                  <a:pt x="1615" y="615"/>
                </a:lnTo>
                <a:lnTo>
                  <a:pt x="1538" y="691"/>
                </a:lnTo>
                <a:lnTo>
                  <a:pt x="1462" y="769"/>
                </a:lnTo>
                <a:lnTo>
                  <a:pt x="1308" y="923"/>
                </a:lnTo>
                <a:lnTo>
                  <a:pt x="1231" y="1000"/>
                </a:lnTo>
                <a:lnTo>
                  <a:pt x="1154" y="1077"/>
                </a:lnTo>
                <a:lnTo>
                  <a:pt x="1077" y="1153"/>
                </a:lnTo>
                <a:lnTo>
                  <a:pt x="1000" y="1230"/>
                </a:lnTo>
                <a:lnTo>
                  <a:pt x="924" y="1307"/>
                </a:lnTo>
                <a:lnTo>
                  <a:pt x="847" y="1384"/>
                </a:lnTo>
                <a:lnTo>
                  <a:pt x="770" y="1461"/>
                </a:lnTo>
                <a:lnTo>
                  <a:pt x="693" y="1538"/>
                </a:lnTo>
                <a:lnTo>
                  <a:pt x="616" y="1615"/>
                </a:lnTo>
                <a:lnTo>
                  <a:pt x="462" y="1768"/>
                </a:lnTo>
                <a:lnTo>
                  <a:pt x="386" y="1845"/>
                </a:lnTo>
                <a:lnTo>
                  <a:pt x="309" y="1922"/>
                </a:lnTo>
                <a:lnTo>
                  <a:pt x="155" y="2076"/>
                </a:lnTo>
                <a:lnTo>
                  <a:pt x="77" y="2153"/>
                </a:lnTo>
                <a:lnTo>
                  <a:pt x="0" y="2229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 flipH="1">
            <a:off x="4033440" y="8974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4365720" y="8172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1846" y="1845"/>
                </a:lnTo>
                <a:lnTo>
                  <a:pt x="1769" y="1768"/>
                </a:lnTo>
                <a:lnTo>
                  <a:pt x="1692" y="1692"/>
                </a:lnTo>
                <a:lnTo>
                  <a:pt x="1538" y="1538"/>
                </a:lnTo>
                <a:lnTo>
                  <a:pt x="1462" y="1461"/>
                </a:lnTo>
                <a:lnTo>
                  <a:pt x="1385" y="1384"/>
                </a:lnTo>
                <a:lnTo>
                  <a:pt x="693" y="691"/>
                </a:lnTo>
                <a:lnTo>
                  <a:pt x="616" y="615"/>
                </a:lnTo>
                <a:lnTo>
                  <a:pt x="539" y="538"/>
                </a:lnTo>
                <a:lnTo>
                  <a:pt x="386" y="384"/>
                </a:lnTo>
                <a:lnTo>
                  <a:pt x="309" y="307"/>
                </a:lnTo>
                <a:lnTo>
                  <a:pt x="232" y="230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4552560" y="7345080"/>
            <a:ext cx="12002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11, species = 5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5034960" y="765360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5836320" y="8027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6337080" y="893016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5823360" y="9832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5022360" y="1020672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4011840" y="9832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3771000" y="893016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4024440" y="8027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3509640" y="8368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6673680" y="7517880"/>
            <a:ext cx="3302640" cy="3001320"/>
          </a:xfrm>
          <a:custGeom>
            <a:avLst/>
            <a:gdLst/>
            <a:ahLst/>
            <a:rect l="0" t="0" r="r" b="b"/>
            <a:pathLst>
              <a:path w="9174" h="8337">
                <a:moveTo>
                  <a:pt x="0" y="0"/>
                </a:moveTo>
                <a:lnTo>
                  <a:pt x="9174" y="0"/>
                </a:lnTo>
                <a:lnTo>
                  <a:pt x="9174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7002720" y="7035480"/>
            <a:ext cx="2935440" cy="482760"/>
          </a:xfrm>
          <a:custGeom>
            <a:avLst/>
            <a:gdLst/>
            <a:ahLst/>
            <a:rect l="0" t="0" r="r" b="b"/>
            <a:pathLst>
              <a:path w="8154" h="1341">
                <a:moveTo>
                  <a:pt x="0" y="0"/>
                </a:moveTo>
                <a:lnTo>
                  <a:pt x="8154" y="0"/>
                </a:lnTo>
                <a:lnTo>
                  <a:pt x="8154" y="1341"/>
                </a:lnTo>
                <a:lnTo>
                  <a:pt x="0" y="134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3458880" y="7801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8133840" y="7148880"/>
            <a:ext cx="6476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Piciformes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7052040" y="7556040"/>
            <a:ext cx="2837160" cy="2837160"/>
          </a:xfrm>
          <a:custGeom>
            <a:avLst/>
            <a:gdLst/>
            <a:ahLst/>
            <a:rect l="0" t="0" r="r" b="b"/>
            <a:pathLst>
              <a:path w="7881" h="7881">
                <a:moveTo>
                  <a:pt x="0" y="0"/>
                </a:moveTo>
                <a:lnTo>
                  <a:pt x="7881" y="0"/>
                </a:lnTo>
                <a:lnTo>
                  <a:pt x="7881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 flipV="1">
            <a:off x="8470440" y="76978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 flipV="1">
            <a:off x="8470440" y="807156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8470440" y="8974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8470440" y="897444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8470440" y="897444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 flipH="1">
            <a:off x="7567560" y="897444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 flipH="1">
            <a:off x="7193880" y="8974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 flipH="1" flipV="1">
            <a:off x="7567560" y="807156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7903080" y="8407080"/>
            <a:ext cx="1135080" cy="1134720"/>
          </a:xfrm>
          <a:custGeom>
            <a:avLst/>
            <a:gdLst/>
            <a:ahLst/>
            <a:rect l="0" t="0" r="r" b="b"/>
            <a:pathLst>
              <a:path fill="none" w="3153" h="3152">
                <a:moveTo>
                  <a:pt x="1576" y="0"/>
                </a:moveTo>
                <a:lnTo>
                  <a:pt x="1676" y="3"/>
                </a:lnTo>
                <a:lnTo>
                  <a:pt x="1776" y="12"/>
                </a:lnTo>
                <a:lnTo>
                  <a:pt x="1875" y="28"/>
                </a:lnTo>
                <a:lnTo>
                  <a:pt x="1973" y="50"/>
                </a:lnTo>
                <a:lnTo>
                  <a:pt x="2068" y="78"/>
                </a:lnTo>
                <a:lnTo>
                  <a:pt x="2162" y="112"/>
                </a:lnTo>
                <a:lnTo>
                  <a:pt x="2254" y="153"/>
                </a:lnTo>
                <a:lnTo>
                  <a:pt x="2343" y="198"/>
                </a:lnTo>
                <a:lnTo>
                  <a:pt x="2429" y="250"/>
                </a:lnTo>
                <a:lnTo>
                  <a:pt x="2511" y="307"/>
                </a:lnTo>
                <a:lnTo>
                  <a:pt x="2590" y="369"/>
                </a:lnTo>
                <a:lnTo>
                  <a:pt x="2664" y="436"/>
                </a:lnTo>
                <a:lnTo>
                  <a:pt x="2735" y="507"/>
                </a:lnTo>
                <a:lnTo>
                  <a:pt x="2800" y="583"/>
                </a:lnTo>
                <a:lnTo>
                  <a:pt x="2861" y="662"/>
                </a:lnTo>
                <a:lnTo>
                  <a:pt x="2916" y="746"/>
                </a:lnTo>
                <a:lnTo>
                  <a:pt x="2966" y="832"/>
                </a:lnTo>
                <a:lnTo>
                  <a:pt x="3010" y="922"/>
                </a:lnTo>
                <a:lnTo>
                  <a:pt x="3049" y="1014"/>
                </a:lnTo>
                <a:lnTo>
                  <a:pt x="3082" y="1109"/>
                </a:lnTo>
                <a:lnTo>
                  <a:pt x="3108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3" y="1602"/>
                </a:lnTo>
                <a:lnTo>
                  <a:pt x="3148" y="1701"/>
                </a:lnTo>
                <a:lnTo>
                  <a:pt x="3137" y="1801"/>
                </a:lnTo>
                <a:lnTo>
                  <a:pt x="3119" y="1899"/>
                </a:lnTo>
                <a:lnTo>
                  <a:pt x="3096" y="1997"/>
                </a:lnTo>
                <a:lnTo>
                  <a:pt x="3066" y="2092"/>
                </a:lnTo>
                <a:lnTo>
                  <a:pt x="3030" y="2185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1"/>
                </a:lnTo>
                <a:lnTo>
                  <a:pt x="2768" y="2609"/>
                </a:lnTo>
                <a:lnTo>
                  <a:pt x="2700" y="2682"/>
                </a:lnTo>
                <a:lnTo>
                  <a:pt x="2628" y="2751"/>
                </a:lnTo>
                <a:lnTo>
                  <a:pt x="2551" y="2815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7"/>
                </a:lnTo>
                <a:lnTo>
                  <a:pt x="2209" y="3020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7" y="3146"/>
                </a:lnTo>
                <a:lnTo>
                  <a:pt x="1626" y="3152"/>
                </a:lnTo>
                <a:lnTo>
                  <a:pt x="1526" y="3152"/>
                </a:lnTo>
                <a:lnTo>
                  <a:pt x="1426" y="3146"/>
                </a:lnTo>
                <a:lnTo>
                  <a:pt x="1327" y="3133"/>
                </a:lnTo>
                <a:lnTo>
                  <a:pt x="1229" y="3114"/>
                </a:lnTo>
                <a:lnTo>
                  <a:pt x="1132" y="3089"/>
                </a:lnTo>
                <a:lnTo>
                  <a:pt x="1037" y="3058"/>
                </a:lnTo>
                <a:lnTo>
                  <a:pt x="944" y="3020"/>
                </a:lnTo>
                <a:lnTo>
                  <a:pt x="854" y="2977"/>
                </a:lnTo>
                <a:lnTo>
                  <a:pt x="766" y="2929"/>
                </a:lnTo>
                <a:lnTo>
                  <a:pt x="682" y="2875"/>
                </a:lnTo>
                <a:lnTo>
                  <a:pt x="602" y="2815"/>
                </a:lnTo>
                <a:lnTo>
                  <a:pt x="525" y="2751"/>
                </a:lnTo>
                <a:lnTo>
                  <a:pt x="453" y="2682"/>
                </a:lnTo>
                <a:lnTo>
                  <a:pt x="385" y="2609"/>
                </a:lnTo>
                <a:lnTo>
                  <a:pt x="322" y="2531"/>
                </a:lnTo>
                <a:lnTo>
                  <a:pt x="264" y="2450"/>
                </a:lnTo>
                <a:lnTo>
                  <a:pt x="211" y="2365"/>
                </a:lnTo>
                <a:lnTo>
                  <a:pt x="164" y="2277"/>
                </a:lnTo>
                <a:lnTo>
                  <a:pt x="122" y="2185"/>
                </a:lnTo>
                <a:lnTo>
                  <a:pt x="86" y="2092"/>
                </a:lnTo>
                <a:lnTo>
                  <a:pt x="57" y="1997"/>
                </a:lnTo>
                <a:lnTo>
                  <a:pt x="33" y="1899"/>
                </a:lnTo>
                <a:lnTo>
                  <a:pt x="16" y="1801"/>
                </a:lnTo>
                <a:lnTo>
                  <a:pt x="5" y="1701"/>
                </a:lnTo>
                <a:lnTo>
                  <a:pt x="0" y="1602"/>
                </a:lnTo>
                <a:lnTo>
                  <a:pt x="2" y="1502"/>
                </a:lnTo>
                <a:lnTo>
                  <a:pt x="9" y="1402"/>
                </a:lnTo>
                <a:lnTo>
                  <a:pt x="24" y="1303"/>
                </a:lnTo>
                <a:lnTo>
                  <a:pt x="44" y="1205"/>
                </a:lnTo>
                <a:lnTo>
                  <a:pt x="71" y="1109"/>
                </a:lnTo>
                <a:lnTo>
                  <a:pt x="104" y="1014"/>
                </a:lnTo>
                <a:lnTo>
                  <a:pt x="142" y="922"/>
                </a:lnTo>
                <a:lnTo>
                  <a:pt x="186" y="832"/>
                </a:lnTo>
                <a:lnTo>
                  <a:pt x="237" y="746"/>
                </a:lnTo>
                <a:lnTo>
                  <a:pt x="292" y="662"/>
                </a:lnTo>
                <a:lnTo>
                  <a:pt x="353" y="583"/>
                </a:lnTo>
                <a:lnTo>
                  <a:pt x="418" y="507"/>
                </a:lnTo>
                <a:lnTo>
                  <a:pt x="488" y="436"/>
                </a:lnTo>
                <a:lnTo>
                  <a:pt x="563" y="369"/>
                </a:lnTo>
                <a:lnTo>
                  <a:pt x="641" y="307"/>
                </a:lnTo>
                <a:lnTo>
                  <a:pt x="724" y="250"/>
                </a:lnTo>
                <a:lnTo>
                  <a:pt x="809" y="198"/>
                </a:lnTo>
                <a:lnTo>
                  <a:pt x="898" y="153"/>
                </a:lnTo>
                <a:lnTo>
                  <a:pt x="990" y="112"/>
                </a:lnTo>
                <a:lnTo>
                  <a:pt x="1084" y="78"/>
                </a:lnTo>
                <a:lnTo>
                  <a:pt x="1180" y="50"/>
                </a:lnTo>
                <a:lnTo>
                  <a:pt x="1277" y="28"/>
                </a:lnTo>
                <a:lnTo>
                  <a:pt x="1376" y="12"/>
                </a:lnTo>
                <a:lnTo>
                  <a:pt x="1476" y="3"/>
                </a:lnTo>
                <a:lnTo>
                  <a:pt x="157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7335720" y="7839720"/>
            <a:ext cx="2269440" cy="2269080"/>
          </a:xfrm>
          <a:custGeom>
            <a:avLst/>
            <a:gdLst/>
            <a:ahLst/>
            <a:rect l="0" t="0" r="r" b="b"/>
            <a:pathLst>
              <a:path fill="none" w="6304" h="6303">
                <a:moveTo>
                  <a:pt x="3153" y="0"/>
                </a:moveTo>
                <a:lnTo>
                  <a:pt x="3353" y="6"/>
                </a:lnTo>
                <a:lnTo>
                  <a:pt x="3552" y="25"/>
                </a:lnTo>
                <a:lnTo>
                  <a:pt x="3749" y="56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5"/>
                </a:lnTo>
                <a:lnTo>
                  <a:pt x="4508" y="306"/>
                </a:lnTo>
                <a:lnTo>
                  <a:pt x="4685" y="398"/>
                </a:lnTo>
                <a:lnTo>
                  <a:pt x="4857" y="501"/>
                </a:lnTo>
                <a:lnTo>
                  <a:pt x="5022" y="614"/>
                </a:lnTo>
                <a:lnTo>
                  <a:pt x="5179" y="738"/>
                </a:lnTo>
                <a:lnTo>
                  <a:pt x="5328" y="871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4"/>
                </a:lnTo>
                <a:lnTo>
                  <a:pt x="5831" y="1491"/>
                </a:lnTo>
                <a:lnTo>
                  <a:pt x="5931" y="1664"/>
                </a:lnTo>
                <a:lnTo>
                  <a:pt x="6020" y="1843"/>
                </a:lnTo>
                <a:lnTo>
                  <a:pt x="6097" y="2028"/>
                </a:lnTo>
                <a:lnTo>
                  <a:pt x="6163" y="2217"/>
                </a:lnTo>
                <a:lnTo>
                  <a:pt x="6216" y="2409"/>
                </a:lnTo>
                <a:lnTo>
                  <a:pt x="6257" y="2605"/>
                </a:lnTo>
                <a:lnTo>
                  <a:pt x="6285" y="2803"/>
                </a:lnTo>
                <a:lnTo>
                  <a:pt x="6301" y="3003"/>
                </a:lnTo>
                <a:lnTo>
                  <a:pt x="6304" y="3203"/>
                </a:lnTo>
                <a:lnTo>
                  <a:pt x="6295" y="3402"/>
                </a:lnTo>
                <a:lnTo>
                  <a:pt x="6273" y="3601"/>
                </a:lnTo>
                <a:lnTo>
                  <a:pt x="6238" y="3798"/>
                </a:lnTo>
                <a:lnTo>
                  <a:pt x="6191" y="3993"/>
                </a:lnTo>
                <a:lnTo>
                  <a:pt x="6131" y="4184"/>
                </a:lnTo>
                <a:lnTo>
                  <a:pt x="6060" y="4370"/>
                </a:lnTo>
                <a:lnTo>
                  <a:pt x="5977" y="4552"/>
                </a:lnTo>
                <a:lnTo>
                  <a:pt x="5883" y="4729"/>
                </a:lnTo>
                <a:lnTo>
                  <a:pt x="5777" y="4899"/>
                </a:lnTo>
                <a:lnTo>
                  <a:pt x="5661" y="5061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1" y="5630"/>
                </a:lnTo>
                <a:lnTo>
                  <a:pt x="4940" y="5749"/>
                </a:lnTo>
                <a:lnTo>
                  <a:pt x="4772" y="5857"/>
                </a:lnTo>
                <a:lnTo>
                  <a:pt x="4597" y="5954"/>
                </a:lnTo>
                <a:lnTo>
                  <a:pt x="4416" y="6040"/>
                </a:lnTo>
                <a:lnTo>
                  <a:pt x="4231" y="6115"/>
                </a:lnTo>
                <a:lnTo>
                  <a:pt x="4041" y="6177"/>
                </a:lnTo>
                <a:lnTo>
                  <a:pt x="3847" y="6227"/>
                </a:lnTo>
                <a:lnTo>
                  <a:pt x="3651" y="6265"/>
                </a:lnTo>
                <a:lnTo>
                  <a:pt x="3452" y="6290"/>
                </a:lnTo>
                <a:lnTo>
                  <a:pt x="3253" y="6303"/>
                </a:lnTo>
                <a:lnTo>
                  <a:pt x="3053" y="6303"/>
                </a:lnTo>
                <a:lnTo>
                  <a:pt x="2853" y="6290"/>
                </a:lnTo>
                <a:lnTo>
                  <a:pt x="2655" y="6265"/>
                </a:lnTo>
                <a:lnTo>
                  <a:pt x="2458" y="6227"/>
                </a:lnTo>
                <a:lnTo>
                  <a:pt x="2265" y="6177"/>
                </a:lnTo>
                <a:lnTo>
                  <a:pt x="2075" y="6115"/>
                </a:lnTo>
                <a:lnTo>
                  <a:pt x="1889" y="6040"/>
                </a:lnTo>
                <a:lnTo>
                  <a:pt x="1708" y="5954"/>
                </a:lnTo>
                <a:lnTo>
                  <a:pt x="1533" y="5857"/>
                </a:lnTo>
                <a:lnTo>
                  <a:pt x="1364" y="5749"/>
                </a:lnTo>
                <a:lnTo>
                  <a:pt x="1203" y="5630"/>
                </a:lnTo>
                <a:lnTo>
                  <a:pt x="1050" y="5502"/>
                </a:lnTo>
                <a:lnTo>
                  <a:pt x="905" y="5364"/>
                </a:lnTo>
                <a:lnTo>
                  <a:pt x="770" y="5217"/>
                </a:lnTo>
                <a:lnTo>
                  <a:pt x="643" y="5061"/>
                </a:lnTo>
                <a:lnTo>
                  <a:pt x="527" y="4899"/>
                </a:lnTo>
                <a:lnTo>
                  <a:pt x="422" y="4729"/>
                </a:lnTo>
                <a:lnTo>
                  <a:pt x="328" y="4552"/>
                </a:lnTo>
                <a:lnTo>
                  <a:pt x="244" y="4370"/>
                </a:lnTo>
                <a:lnTo>
                  <a:pt x="173" y="4184"/>
                </a:lnTo>
                <a:lnTo>
                  <a:pt x="114" y="3993"/>
                </a:lnTo>
                <a:lnTo>
                  <a:pt x="67" y="3798"/>
                </a:lnTo>
                <a:lnTo>
                  <a:pt x="32" y="3601"/>
                </a:lnTo>
                <a:lnTo>
                  <a:pt x="10" y="3402"/>
                </a:lnTo>
                <a:lnTo>
                  <a:pt x="0" y="3203"/>
                </a:lnTo>
                <a:lnTo>
                  <a:pt x="3" y="3003"/>
                </a:lnTo>
                <a:lnTo>
                  <a:pt x="19" y="2803"/>
                </a:lnTo>
                <a:lnTo>
                  <a:pt x="48" y="2605"/>
                </a:lnTo>
                <a:lnTo>
                  <a:pt x="89" y="2409"/>
                </a:lnTo>
                <a:lnTo>
                  <a:pt x="142" y="2217"/>
                </a:lnTo>
                <a:lnTo>
                  <a:pt x="207" y="2028"/>
                </a:lnTo>
                <a:lnTo>
                  <a:pt x="285" y="1843"/>
                </a:lnTo>
                <a:lnTo>
                  <a:pt x="373" y="1664"/>
                </a:lnTo>
                <a:lnTo>
                  <a:pt x="473" y="1491"/>
                </a:lnTo>
                <a:lnTo>
                  <a:pt x="584" y="1324"/>
                </a:lnTo>
                <a:lnTo>
                  <a:pt x="705" y="1165"/>
                </a:lnTo>
                <a:lnTo>
                  <a:pt x="836" y="1014"/>
                </a:lnTo>
                <a:lnTo>
                  <a:pt x="977" y="871"/>
                </a:lnTo>
                <a:lnTo>
                  <a:pt x="1126" y="738"/>
                </a:lnTo>
                <a:lnTo>
                  <a:pt x="1283" y="614"/>
                </a:lnTo>
                <a:lnTo>
                  <a:pt x="1448" y="501"/>
                </a:lnTo>
                <a:lnTo>
                  <a:pt x="1619" y="398"/>
                </a:lnTo>
                <a:lnTo>
                  <a:pt x="1798" y="306"/>
                </a:lnTo>
                <a:lnTo>
                  <a:pt x="1981" y="225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6"/>
                </a:lnTo>
                <a:lnTo>
                  <a:pt x="2754" y="25"/>
                </a:lnTo>
                <a:lnTo>
                  <a:pt x="2953" y="6"/>
                </a:lnTo>
                <a:lnTo>
                  <a:pt x="3153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7193880" y="769788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6" y="113"/>
                </a:lnTo>
                <a:lnTo>
                  <a:pt x="4652" y="177"/>
                </a:lnTo>
                <a:lnTo>
                  <a:pt x="4865" y="253"/>
                </a:lnTo>
                <a:lnTo>
                  <a:pt x="5071" y="344"/>
                </a:lnTo>
                <a:lnTo>
                  <a:pt x="5271" y="447"/>
                </a:lnTo>
                <a:lnTo>
                  <a:pt x="5464" y="562"/>
                </a:lnTo>
                <a:lnTo>
                  <a:pt x="5649" y="690"/>
                </a:lnTo>
                <a:lnTo>
                  <a:pt x="5826" y="829"/>
                </a:lnTo>
                <a:lnTo>
                  <a:pt x="5994" y="979"/>
                </a:lnTo>
                <a:lnTo>
                  <a:pt x="6152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6"/>
                </a:lnTo>
                <a:lnTo>
                  <a:pt x="6672" y="1871"/>
                </a:lnTo>
                <a:lnTo>
                  <a:pt x="6772" y="2073"/>
                </a:lnTo>
                <a:lnTo>
                  <a:pt x="6859" y="2280"/>
                </a:lnTo>
                <a:lnTo>
                  <a:pt x="6933" y="2493"/>
                </a:lnTo>
                <a:lnTo>
                  <a:pt x="6993" y="2710"/>
                </a:lnTo>
                <a:lnTo>
                  <a:pt x="7039" y="2930"/>
                </a:lnTo>
                <a:lnTo>
                  <a:pt x="7071" y="3153"/>
                </a:lnTo>
                <a:lnTo>
                  <a:pt x="7089" y="3377"/>
                </a:lnTo>
                <a:lnTo>
                  <a:pt x="7092" y="3603"/>
                </a:lnTo>
                <a:lnTo>
                  <a:pt x="7082" y="3828"/>
                </a:lnTo>
                <a:lnTo>
                  <a:pt x="7057" y="4051"/>
                </a:lnTo>
                <a:lnTo>
                  <a:pt x="7018" y="4273"/>
                </a:lnTo>
                <a:lnTo>
                  <a:pt x="6965" y="4492"/>
                </a:lnTo>
                <a:lnTo>
                  <a:pt x="6898" y="4706"/>
                </a:lnTo>
                <a:lnTo>
                  <a:pt x="6818" y="4917"/>
                </a:lnTo>
                <a:lnTo>
                  <a:pt x="6724" y="5121"/>
                </a:lnTo>
                <a:lnTo>
                  <a:pt x="6618" y="5320"/>
                </a:lnTo>
                <a:lnTo>
                  <a:pt x="6499" y="5511"/>
                </a:lnTo>
                <a:lnTo>
                  <a:pt x="6369" y="5694"/>
                </a:lnTo>
                <a:lnTo>
                  <a:pt x="6227" y="5869"/>
                </a:lnTo>
                <a:lnTo>
                  <a:pt x="6074" y="6034"/>
                </a:lnTo>
                <a:lnTo>
                  <a:pt x="5911" y="6189"/>
                </a:lnTo>
                <a:lnTo>
                  <a:pt x="5739" y="6334"/>
                </a:lnTo>
                <a:lnTo>
                  <a:pt x="5558" y="6467"/>
                </a:lnTo>
                <a:lnTo>
                  <a:pt x="5368" y="6589"/>
                </a:lnTo>
                <a:lnTo>
                  <a:pt x="5172" y="6698"/>
                </a:lnTo>
                <a:lnTo>
                  <a:pt x="4969" y="6795"/>
                </a:lnTo>
                <a:lnTo>
                  <a:pt x="4759" y="6879"/>
                </a:lnTo>
                <a:lnTo>
                  <a:pt x="4545" y="6949"/>
                </a:lnTo>
                <a:lnTo>
                  <a:pt x="4327" y="7006"/>
                </a:lnTo>
                <a:lnTo>
                  <a:pt x="4106" y="7048"/>
                </a:lnTo>
                <a:lnTo>
                  <a:pt x="3883" y="7077"/>
                </a:lnTo>
                <a:lnTo>
                  <a:pt x="3658" y="7091"/>
                </a:lnTo>
                <a:lnTo>
                  <a:pt x="3433" y="7091"/>
                </a:lnTo>
                <a:lnTo>
                  <a:pt x="3209" y="7077"/>
                </a:lnTo>
                <a:lnTo>
                  <a:pt x="2986" y="7048"/>
                </a:lnTo>
                <a:lnTo>
                  <a:pt x="2764" y="7006"/>
                </a:lnTo>
                <a:lnTo>
                  <a:pt x="2547" y="6949"/>
                </a:lnTo>
                <a:lnTo>
                  <a:pt x="2333" y="6879"/>
                </a:lnTo>
                <a:lnTo>
                  <a:pt x="2124" y="6795"/>
                </a:lnTo>
                <a:lnTo>
                  <a:pt x="1921" y="6698"/>
                </a:lnTo>
                <a:lnTo>
                  <a:pt x="1724" y="6589"/>
                </a:lnTo>
                <a:lnTo>
                  <a:pt x="1535" y="6467"/>
                </a:lnTo>
                <a:lnTo>
                  <a:pt x="1354" y="6334"/>
                </a:lnTo>
                <a:lnTo>
                  <a:pt x="1181" y="6189"/>
                </a:lnTo>
                <a:lnTo>
                  <a:pt x="1018" y="6034"/>
                </a:lnTo>
                <a:lnTo>
                  <a:pt x="866" y="5869"/>
                </a:lnTo>
                <a:lnTo>
                  <a:pt x="724" y="5694"/>
                </a:lnTo>
                <a:lnTo>
                  <a:pt x="593" y="5511"/>
                </a:lnTo>
                <a:lnTo>
                  <a:pt x="475" y="5320"/>
                </a:lnTo>
                <a:lnTo>
                  <a:pt x="368" y="5121"/>
                </a:lnTo>
                <a:lnTo>
                  <a:pt x="275" y="4917"/>
                </a:lnTo>
                <a:lnTo>
                  <a:pt x="195" y="4706"/>
                </a:lnTo>
                <a:lnTo>
                  <a:pt x="128" y="4492"/>
                </a:lnTo>
                <a:lnTo>
                  <a:pt x="75" y="4273"/>
                </a:lnTo>
                <a:lnTo>
                  <a:pt x="36" y="4051"/>
                </a:lnTo>
                <a:lnTo>
                  <a:pt x="11" y="3828"/>
                </a:lnTo>
                <a:lnTo>
                  <a:pt x="0" y="3603"/>
                </a:lnTo>
                <a:lnTo>
                  <a:pt x="4" y="3377"/>
                </a:lnTo>
                <a:lnTo>
                  <a:pt x="21" y="3153"/>
                </a:lnTo>
                <a:lnTo>
                  <a:pt x="53" y="2930"/>
                </a:lnTo>
                <a:lnTo>
                  <a:pt x="100" y="2710"/>
                </a:lnTo>
                <a:lnTo>
                  <a:pt x="160" y="2493"/>
                </a:lnTo>
                <a:lnTo>
                  <a:pt x="233" y="2280"/>
                </a:lnTo>
                <a:lnTo>
                  <a:pt x="320" y="2073"/>
                </a:lnTo>
                <a:lnTo>
                  <a:pt x="420" y="1871"/>
                </a:lnTo>
                <a:lnTo>
                  <a:pt x="533" y="1676"/>
                </a:lnTo>
                <a:lnTo>
                  <a:pt x="657" y="1489"/>
                </a:lnTo>
                <a:lnTo>
                  <a:pt x="793" y="1310"/>
                </a:lnTo>
                <a:lnTo>
                  <a:pt x="941" y="1140"/>
                </a:lnTo>
                <a:lnTo>
                  <a:pt x="1099" y="979"/>
                </a:lnTo>
                <a:lnTo>
                  <a:pt x="1266" y="829"/>
                </a:lnTo>
                <a:lnTo>
                  <a:pt x="1443" y="690"/>
                </a:lnTo>
                <a:lnTo>
                  <a:pt x="1629" y="562"/>
                </a:lnTo>
                <a:lnTo>
                  <a:pt x="1822" y="447"/>
                </a:lnTo>
                <a:lnTo>
                  <a:pt x="2022" y="344"/>
                </a:lnTo>
                <a:lnTo>
                  <a:pt x="2228" y="253"/>
                </a:lnTo>
                <a:lnTo>
                  <a:pt x="2439" y="177"/>
                </a:lnTo>
                <a:lnTo>
                  <a:pt x="2655" y="113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8186760" y="8172000"/>
            <a:ext cx="1418760" cy="1086120"/>
          </a:xfrm>
          <a:custGeom>
            <a:avLst/>
            <a:gdLst/>
            <a:ahLst/>
            <a:rect l="0" t="0" r="r" b="b"/>
            <a:pathLst>
              <a:path w="3941" h="3017">
                <a:moveTo>
                  <a:pt x="788" y="1441"/>
                </a:moveTo>
                <a:lnTo>
                  <a:pt x="817" y="1343"/>
                </a:lnTo>
                <a:lnTo>
                  <a:pt x="852" y="1246"/>
                </a:lnTo>
                <a:lnTo>
                  <a:pt x="894" y="1150"/>
                </a:lnTo>
                <a:lnTo>
                  <a:pt x="942" y="1057"/>
                </a:lnTo>
                <a:lnTo>
                  <a:pt x="996" y="965"/>
                </a:lnTo>
                <a:lnTo>
                  <a:pt x="1057" y="876"/>
                </a:lnTo>
                <a:lnTo>
                  <a:pt x="1123" y="790"/>
                </a:lnTo>
                <a:lnTo>
                  <a:pt x="1196" y="706"/>
                </a:lnTo>
                <a:lnTo>
                  <a:pt x="1274" y="626"/>
                </a:lnTo>
                <a:lnTo>
                  <a:pt x="1358" y="550"/>
                </a:lnTo>
                <a:lnTo>
                  <a:pt x="1447" y="477"/>
                </a:lnTo>
                <a:lnTo>
                  <a:pt x="1542" y="409"/>
                </a:lnTo>
                <a:lnTo>
                  <a:pt x="1642" y="344"/>
                </a:lnTo>
                <a:lnTo>
                  <a:pt x="1746" y="285"/>
                </a:lnTo>
                <a:lnTo>
                  <a:pt x="1856" y="230"/>
                </a:lnTo>
                <a:lnTo>
                  <a:pt x="1970" y="181"/>
                </a:lnTo>
                <a:lnTo>
                  <a:pt x="2088" y="137"/>
                </a:lnTo>
                <a:lnTo>
                  <a:pt x="2211" y="99"/>
                </a:lnTo>
                <a:lnTo>
                  <a:pt x="2337" y="67"/>
                </a:lnTo>
                <a:lnTo>
                  <a:pt x="2467" y="40"/>
                </a:lnTo>
                <a:lnTo>
                  <a:pt x="2600" y="20"/>
                </a:lnTo>
                <a:lnTo>
                  <a:pt x="2736" y="7"/>
                </a:lnTo>
                <a:lnTo>
                  <a:pt x="2876" y="0"/>
                </a:lnTo>
                <a:lnTo>
                  <a:pt x="3018" y="0"/>
                </a:lnTo>
                <a:lnTo>
                  <a:pt x="3092" y="77"/>
                </a:lnTo>
                <a:lnTo>
                  <a:pt x="3165" y="157"/>
                </a:lnTo>
                <a:lnTo>
                  <a:pt x="3234" y="239"/>
                </a:lnTo>
                <a:lnTo>
                  <a:pt x="3300" y="324"/>
                </a:lnTo>
                <a:lnTo>
                  <a:pt x="3364" y="411"/>
                </a:lnTo>
                <a:lnTo>
                  <a:pt x="3424" y="500"/>
                </a:lnTo>
                <a:lnTo>
                  <a:pt x="3482" y="591"/>
                </a:lnTo>
                <a:lnTo>
                  <a:pt x="3536" y="684"/>
                </a:lnTo>
                <a:lnTo>
                  <a:pt x="3587" y="778"/>
                </a:lnTo>
                <a:lnTo>
                  <a:pt x="3635" y="875"/>
                </a:lnTo>
                <a:lnTo>
                  <a:pt x="3680" y="973"/>
                </a:lnTo>
                <a:lnTo>
                  <a:pt x="3721" y="1072"/>
                </a:lnTo>
                <a:lnTo>
                  <a:pt x="3759" y="1173"/>
                </a:lnTo>
                <a:lnTo>
                  <a:pt x="3793" y="1275"/>
                </a:lnTo>
                <a:lnTo>
                  <a:pt x="3824" y="1378"/>
                </a:lnTo>
                <a:lnTo>
                  <a:pt x="3851" y="1482"/>
                </a:lnTo>
                <a:lnTo>
                  <a:pt x="3875" y="1587"/>
                </a:lnTo>
                <a:lnTo>
                  <a:pt x="3895" y="1693"/>
                </a:lnTo>
                <a:lnTo>
                  <a:pt x="3911" y="1799"/>
                </a:lnTo>
                <a:lnTo>
                  <a:pt x="3924" y="1906"/>
                </a:lnTo>
                <a:lnTo>
                  <a:pt x="3933" y="2014"/>
                </a:lnTo>
                <a:lnTo>
                  <a:pt x="3939" y="2121"/>
                </a:lnTo>
                <a:lnTo>
                  <a:pt x="3941" y="2229"/>
                </a:lnTo>
                <a:lnTo>
                  <a:pt x="3841" y="2304"/>
                </a:lnTo>
                <a:lnTo>
                  <a:pt x="3740" y="2374"/>
                </a:lnTo>
                <a:lnTo>
                  <a:pt x="3638" y="2439"/>
                </a:lnTo>
                <a:lnTo>
                  <a:pt x="3534" y="2499"/>
                </a:lnTo>
                <a:lnTo>
                  <a:pt x="3428" y="2554"/>
                </a:lnTo>
                <a:lnTo>
                  <a:pt x="3322" y="2604"/>
                </a:lnTo>
                <a:lnTo>
                  <a:pt x="3215" y="2650"/>
                </a:lnTo>
                <a:lnTo>
                  <a:pt x="3107" y="2690"/>
                </a:lnTo>
                <a:lnTo>
                  <a:pt x="2999" y="2725"/>
                </a:lnTo>
                <a:lnTo>
                  <a:pt x="2891" y="2755"/>
                </a:lnTo>
                <a:lnTo>
                  <a:pt x="2781" y="2780"/>
                </a:lnTo>
                <a:lnTo>
                  <a:pt x="2673" y="2801"/>
                </a:lnTo>
                <a:lnTo>
                  <a:pt x="2565" y="2816"/>
                </a:lnTo>
                <a:lnTo>
                  <a:pt x="2457" y="2826"/>
                </a:lnTo>
                <a:lnTo>
                  <a:pt x="2350" y="2831"/>
                </a:lnTo>
                <a:lnTo>
                  <a:pt x="2244" y="2832"/>
                </a:lnTo>
                <a:lnTo>
                  <a:pt x="2139" y="2827"/>
                </a:lnTo>
                <a:lnTo>
                  <a:pt x="2034" y="2818"/>
                </a:lnTo>
                <a:lnTo>
                  <a:pt x="1932" y="2804"/>
                </a:lnTo>
                <a:lnTo>
                  <a:pt x="1830" y="2786"/>
                </a:lnTo>
                <a:lnTo>
                  <a:pt x="1731" y="2763"/>
                </a:lnTo>
                <a:lnTo>
                  <a:pt x="1633" y="2735"/>
                </a:lnTo>
                <a:lnTo>
                  <a:pt x="1537" y="2703"/>
                </a:lnTo>
                <a:lnTo>
                  <a:pt x="1443" y="2666"/>
                </a:lnTo>
                <a:lnTo>
                  <a:pt x="1442" y="2666"/>
                </a:lnTo>
                <a:lnTo>
                  <a:pt x="1459" y="2641"/>
                </a:lnTo>
                <a:lnTo>
                  <a:pt x="1496" y="2575"/>
                </a:lnTo>
                <a:lnTo>
                  <a:pt x="1526" y="2505"/>
                </a:lnTo>
                <a:lnTo>
                  <a:pt x="1549" y="2433"/>
                </a:lnTo>
                <a:lnTo>
                  <a:pt x="1565" y="2358"/>
                </a:lnTo>
                <a:lnTo>
                  <a:pt x="1574" y="2283"/>
                </a:lnTo>
                <a:lnTo>
                  <a:pt x="1576" y="2207"/>
                </a:lnTo>
                <a:lnTo>
                  <a:pt x="1570" y="2131"/>
                </a:lnTo>
                <a:lnTo>
                  <a:pt x="1557" y="2056"/>
                </a:lnTo>
                <a:lnTo>
                  <a:pt x="1536" y="1983"/>
                </a:lnTo>
                <a:lnTo>
                  <a:pt x="1509" y="1912"/>
                </a:lnTo>
                <a:lnTo>
                  <a:pt x="1476" y="1844"/>
                </a:lnTo>
                <a:lnTo>
                  <a:pt x="1435" y="1780"/>
                </a:lnTo>
                <a:lnTo>
                  <a:pt x="1389" y="1719"/>
                </a:lnTo>
                <a:lnTo>
                  <a:pt x="1337" y="1664"/>
                </a:lnTo>
                <a:lnTo>
                  <a:pt x="1280" y="1613"/>
                </a:lnTo>
                <a:lnTo>
                  <a:pt x="1219" y="1569"/>
                </a:lnTo>
                <a:lnTo>
                  <a:pt x="1153" y="1531"/>
                </a:lnTo>
                <a:lnTo>
                  <a:pt x="1084" y="1499"/>
                </a:lnTo>
                <a:lnTo>
                  <a:pt x="1013" y="1473"/>
                </a:lnTo>
                <a:lnTo>
                  <a:pt x="939" y="1455"/>
                </a:lnTo>
                <a:lnTo>
                  <a:pt x="864" y="1444"/>
                </a:lnTo>
                <a:lnTo>
                  <a:pt x="788" y="1441"/>
                </a:lnTo>
                <a:moveTo>
                  <a:pt x="1351" y="2626"/>
                </a:moveTo>
                <a:lnTo>
                  <a:pt x="1262" y="2581"/>
                </a:lnTo>
                <a:lnTo>
                  <a:pt x="1176" y="2532"/>
                </a:lnTo>
                <a:lnTo>
                  <a:pt x="1092" y="2479"/>
                </a:lnTo>
                <a:lnTo>
                  <a:pt x="1011" y="2422"/>
                </a:lnTo>
                <a:lnTo>
                  <a:pt x="934" y="2361"/>
                </a:lnTo>
                <a:lnTo>
                  <a:pt x="859" y="2297"/>
                </a:lnTo>
                <a:lnTo>
                  <a:pt x="788" y="2229"/>
                </a:lnTo>
                <a:lnTo>
                  <a:pt x="716" y="2224"/>
                </a:lnTo>
                <a:lnTo>
                  <a:pt x="646" y="2208"/>
                </a:lnTo>
                <a:lnTo>
                  <a:pt x="578" y="2183"/>
                </a:lnTo>
                <a:lnTo>
                  <a:pt x="513" y="2148"/>
                </a:lnTo>
                <a:lnTo>
                  <a:pt x="452" y="2103"/>
                </a:lnTo>
                <a:lnTo>
                  <a:pt x="397" y="2050"/>
                </a:lnTo>
                <a:lnTo>
                  <a:pt x="348" y="1988"/>
                </a:lnTo>
                <a:lnTo>
                  <a:pt x="306" y="1919"/>
                </a:lnTo>
                <a:lnTo>
                  <a:pt x="272" y="1842"/>
                </a:lnTo>
                <a:lnTo>
                  <a:pt x="246" y="1759"/>
                </a:lnTo>
                <a:lnTo>
                  <a:pt x="231" y="1671"/>
                </a:lnTo>
                <a:lnTo>
                  <a:pt x="179" y="1728"/>
                </a:lnTo>
                <a:lnTo>
                  <a:pt x="134" y="1788"/>
                </a:lnTo>
                <a:lnTo>
                  <a:pt x="95" y="1854"/>
                </a:lnTo>
                <a:lnTo>
                  <a:pt x="62" y="1922"/>
                </a:lnTo>
                <a:lnTo>
                  <a:pt x="36" y="1993"/>
                </a:lnTo>
                <a:lnTo>
                  <a:pt x="17" y="2067"/>
                </a:lnTo>
                <a:lnTo>
                  <a:pt x="5" y="2142"/>
                </a:lnTo>
                <a:lnTo>
                  <a:pt x="0" y="2218"/>
                </a:lnTo>
                <a:lnTo>
                  <a:pt x="2" y="2294"/>
                </a:lnTo>
                <a:lnTo>
                  <a:pt x="12" y="2369"/>
                </a:lnTo>
                <a:lnTo>
                  <a:pt x="29" y="2443"/>
                </a:lnTo>
                <a:lnTo>
                  <a:pt x="54" y="2515"/>
                </a:lnTo>
                <a:lnTo>
                  <a:pt x="85" y="2584"/>
                </a:lnTo>
                <a:lnTo>
                  <a:pt x="122" y="2650"/>
                </a:lnTo>
                <a:lnTo>
                  <a:pt x="166" y="2713"/>
                </a:lnTo>
                <a:lnTo>
                  <a:pt x="215" y="2770"/>
                </a:lnTo>
                <a:lnTo>
                  <a:pt x="270" y="2823"/>
                </a:lnTo>
                <a:lnTo>
                  <a:pt x="330" y="2870"/>
                </a:lnTo>
                <a:lnTo>
                  <a:pt x="394" y="2911"/>
                </a:lnTo>
                <a:lnTo>
                  <a:pt x="461" y="2947"/>
                </a:lnTo>
                <a:lnTo>
                  <a:pt x="532" y="2975"/>
                </a:lnTo>
                <a:lnTo>
                  <a:pt x="605" y="2996"/>
                </a:lnTo>
                <a:lnTo>
                  <a:pt x="679" y="3010"/>
                </a:lnTo>
                <a:lnTo>
                  <a:pt x="755" y="3017"/>
                </a:lnTo>
                <a:lnTo>
                  <a:pt x="831" y="3016"/>
                </a:lnTo>
                <a:lnTo>
                  <a:pt x="907" y="3009"/>
                </a:lnTo>
                <a:lnTo>
                  <a:pt x="981" y="2993"/>
                </a:lnTo>
                <a:lnTo>
                  <a:pt x="1054" y="2971"/>
                </a:lnTo>
                <a:lnTo>
                  <a:pt x="1124" y="2942"/>
                </a:lnTo>
                <a:lnTo>
                  <a:pt x="1191" y="2906"/>
                </a:lnTo>
                <a:lnTo>
                  <a:pt x="1254" y="2863"/>
                </a:lnTo>
                <a:lnTo>
                  <a:pt x="1313" y="2816"/>
                </a:lnTo>
                <a:lnTo>
                  <a:pt x="1368" y="2762"/>
                </a:lnTo>
                <a:lnTo>
                  <a:pt x="1416" y="2704"/>
                </a:lnTo>
                <a:lnTo>
                  <a:pt x="1442" y="2666"/>
                </a:lnTo>
                <a:lnTo>
                  <a:pt x="1351" y="2626"/>
                </a:lnTo>
                <a:close/>
              </a:path>
            </a:pathLst>
          </a:custGeom>
          <a:solidFill>
            <a:srgbClr val="9DCC8A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8186760" y="8172000"/>
            <a:ext cx="1418760" cy="1086120"/>
          </a:xfrm>
          <a:custGeom>
            <a:avLst/>
            <a:gdLst/>
            <a:ahLst/>
            <a:rect l="0" t="0" r="r" b="b"/>
            <a:pathLst>
              <a:path w="3941" h="3017">
                <a:moveTo>
                  <a:pt x="788" y="1441"/>
                </a:moveTo>
                <a:lnTo>
                  <a:pt x="817" y="1343"/>
                </a:lnTo>
                <a:lnTo>
                  <a:pt x="852" y="1246"/>
                </a:lnTo>
                <a:lnTo>
                  <a:pt x="894" y="1150"/>
                </a:lnTo>
                <a:lnTo>
                  <a:pt x="942" y="1057"/>
                </a:lnTo>
                <a:lnTo>
                  <a:pt x="996" y="965"/>
                </a:lnTo>
                <a:lnTo>
                  <a:pt x="1057" y="876"/>
                </a:lnTo>
                <a:lnTo>
                  <a:pt x="1123" y="790"/>
                </a:lnTo>
                <a:lnTo>
                  <a:pt x="1196" y="706"/>
                </a:lnTo>
                <a:lnTo>
                  <a:pt x="1274" y="626"/>
                </a:lnTo>
                <a:lnTo>
                  <a:pt x="1358" y="550"/>
                </a:lnTo>
                <a:lnTo>
                  <a:pt x="1447" y="477"/>
                </a:lnTo>
                <a:lnTo>
                  <a:pt x="1542" y="409"/>
                </a:lnTo>
                <a:lnTo>
                  <a:pt x="1642" y="344"/>
                </a:lnTo>
                <a:lnTo>
                  <a:pt x="1746" y="285"/>
                </a:lnTo>
                <a:lnTo>
                  <a:pt x="1856" y="230"/>
                </a:lnTo>
                <a:lnTo>
                  <a:pt x="1970" y="181"/>
                </a:lnTo>
                <a:lnTo>
                  <a:pt x="2088" y="137"/>
                </a:lnTo>
                <a:lnTo>
                  <a:pt x="2211" y="99"/>
                </a:lnTo>
                <a:lnTo>
                  <a:pt x="2337" y="67"/>
                </a:lnTo>
                <a:lnTo>
                  <a:pt x="2467" y="40"/>
                </a:lnTo>
                <a:lnTo>
                  <a:pt x="2600" y="20"/>
                </a:lnTo>
                <a:lnTo>
                  <a:pt x="2736" y="7"/>
                </a:lnTo>
                <a:lnTo>
                  <a:pt x="2876" y="0"/>
                </a:lnTo>
                <a:lnTo>
                  <a:pt x="3018" y="0"/>
                </a:lnTo>
                <a:lnTo>
                  <a:pt x="3092" y="77"/>
                </a:lnTo>
                <a:lnTo>
                  <a:pt x="3165" y="157"/>
                </a:lnTo>
                <a:lnTo>
                  <a:pt x="3234" y="239"/>
                </a:lnTo>
                <a:lnTo>
                  <a:pt x="3300" y="324"/>
                </a:lnTo>
                <a:lnTo>
                  <a:pt x="3364" y="411"/>
                </a:lnTo>
                <a:lnTo>
                  <a:pt x="3424" y="500"/>
                </a:lnTo>
                <a:lnTo>
                  <a:pt x="3482" y="591"/>
                </a:lnTo>
                <a:lnTo>
                  <a:pt x="3536" y="684"/>
                </a:lnTo>
                <a:lnTo>
                  <a:pt x="3587" y="778"/>
                </a:lnTo>
                <a:lnTo>
                  <a:pt x="3635" y="875"/>
                </a:lnTo>
                <a:lnTo>
                  <a:pt x="3680" y="973"/>
                </a:lnTo>
                <a:lnTo>
                  <a:pt x="3721" y="1072"/>
                </a:lnTo>
                <a:lnTo>
                  <a:pt x="3759" y="1173"/>
                </a:lnTo>
                <a:lnTo>
                  <a:pt x="3793" y="1275"/>
                </a:lnTo>
                <a:lnTo>
                  <a:pt x="3824" y="1378"/>
                </a:lnTo>
                <a:lnTo>
                  <a:pt x="3851" y="1482"/>
                </a:lnTo>
                <a:lnTo>
                  <a:pt x="3875" y="1587"/>
                </a:lnTo>
                <a:lnTo>
                  <a:pt x="3895" y="1693"/>
                </a:lnTo>
                <a:lnTo>
                  <a:pt x="3911" y="1799"/>
                </a:lnTo>
                <a:lnTo>
                  <a:pt x="3924" y="1906"/>
                </a:lnTo>
                <a:lnTo>
                  <a:pt x="3933" y="2014"/>
                </a:lnTo>
                <a:lnTo>
                  <a:pt x="3939" y="2121"/>
                </a:lnTo>
                <a:lnTo>
                  <a:pt x="3941" y="2229"/>
                </a:lnTo>
                <a:lnTo>
                  <a:pt x="3841" y="2304"/>
                </a:lnTo>
                <a:lnTo>
                  <a:pt x="3740" y="2374"/>
                </a:lnTo>
                <a:lnTo>
                  <a:pt x="3638" y="2439"/>
                </a:lnTo>
                <a:lnTo>
                  <a:pt x="3534" y="2499"/>
                </a:lnTo>
                <a:lnTo>
                  <a:pt x="3428" y="2554"/>
                </a:lnTo>
                <a:lnTo>
                  <a:pt x="3322" y="2604"/>
                </a:lnTo>
                <a:lnTo>
                  <a:pt x="3215" y="2650"/>
                </a:lnTo>
                <a:lnTo>
                  <a:pt x="3107" y="2690"/>
                </a:lnTo>
                <a:lnTo>
                  <a:pt x="2999" y="2725"/>
                </a:lnTo>
                <a:lnTo>
                  <a:pt x="2891" y="2755"/>
                </a:lnTo>
                <a:lnTo>
                  <a:pt x="2781" y="2780"/>
                </a:lnTo>
                <a:lnTo>
                  <a:pt x="2673" y="2801"/>
                </a:lnTo>
                <a:lnTo>
                  <a:pt x="2565" y="2816"/>
                </a:lnTo>
                <a:lnTo>
                  <a:pt x="2457" y="2826"/>
                </a:lnTo>
                <a:lnTo>
                  <a:pt x="2350" y="2831"/>
                </a:lnTo>
                <a:lnTo>
                  <a:pt x="2244" y="2832"/>
                </a:lnTo>
                <a:lnTo>
                  <a:pt x="2139" y="2827"/>
                </a:lnTo>
                <a:lnTo>
                  <a:pt x="2034" y="2818"/>
                </a:lnTo>
                <a:lnTo>
                  <a:pt x="1932" y="2804"/>
                </a:lnTo>
                <a:lnTo>
                  <a:pt x="1830" y="2786"/>
                </a:lnTo>
                <a:lnTo>
                  <a:pt x="1731" y="2763"/>
                </a:lnTo>
                <a:lnTo>
                  <a:pt x="1633" y="2735"/>
                </a:lnTo>
                <a:lnTo>
                  <a:pt x="1537" y="2703"/>
                </a:lnTo>
                <a:lnTo>
                  <a:pt x="1443" y="2666"/>
                </a:lnTo>
                <a:lnTo>
                  <a:pt x="1351" y="2626"/>
                </a:lnTo>
                <a:lnTo>
                  <a:pt x="1262" y="2581"/>
                </a:lnTo>
                <a:lnTo>
                  <a:pt x="1176" y="2532"/>
                </a:lnTo>
                <a:lnTo>
                  <a:pt x="1092" y="2479"/>
                </a:lnTo>
                <a:lnTo>
                  <a:pt x="1011" y="2422"/>
                </a:lnTo>
                <a:lnTo>
                  <a:pt x="934" y="2361"/>
                </a:lnTo>
                <a:lnTo>
                  <a:pt x="859" y="2297"/>
                </a:lnTo>
                <a:lnTo>
                  <a:pt x="788" y="2229"/>
                </a:lnTo>
                <a:lnTo>
                  <a:pt x="716" y="2224"/>
                </a:lnTo>
                <a:lnTo>
                  <a:pt x="646" y="2208"/>
                </a:lnTo>
                <a:lnTo>
                  <a:pt x="578" y="2183"/>
                </a:lnTo>
                <a:lnTo>
                  <a:pt x="513" y="2148"/>
                </a:lnTo>
                <a:lnTo>
                  <a:pt x="452" y="2103"/>
                </a:lnTo>
                <a:lnTo>
                  <a:pt x="397" y="2050"/>
                </a:lnTo>
                <a:lnTo>
                  <a:pt x="348" y="1988"/>
                </a:lnTo>
                <a:lnTo>
                  <a:pt x="306" y="1919"/>
                </a:lnTo>
                <a:lnTo>
                  <a:pt x="272" y="1842"/>
                </a:lnTo>
                <a:lnTo>
                  <a:pt x="246" y="1759"/>
                </a:lnTo>
                <a:lnTo>
                  <a:pt x="231" y="1671"/>
                </a:lnTo>
                <a:lnTo>
                  <a:pt x="179" y="1728"/>
                </a:lnTo>
                <a:lnTo>
                  <a:pt x="134" y="1788"/>
                </a:lnTo>
                <a:lnTo>
                  <a:pt x="95" y="1854"/>
                </a:lnTo>
                <a:lnTo>
                  <a:pt x="62" y="1922"/>
                </a:lnTo>
                <a:lnTo>
                  <a:pt x="36" y="1993"/>
                </a:lnTo>
                <a:lnTo>
                  <a:pt x="17" y="2067"/>
                </a:lnTo>
                <a:lnTo>
                  <a:pt x="5" y="2142"/>
                </a:lnTo>
                <a:lnTo>
                  <a:pt x="0" y="2218"/>
                </a:lnTo>
                <a:lnTo>
                  <a:pt x="2" y="2294"/>
                </a:lnTo>
                <a:lnTo>
                  <a:pt x="12" y="2369"/>
                </a:lnTo>
                <a:lnTo>
                  <a:pt x="29" y="2443"/>
                </a:lnTo>
                <a:lnTo>
                  <a:pt x="54" y="2515"/>
                </a:lnTo>
                <a:lnTo>
                  <a:pt x="85" y="2584"/>
                </a:lnTo>
                <a:lnTo>
                  <a:pt x="122" y="2650"/>
                </a:lnTo>
                <a:lnTo>
                  <a:pt x="166" y="2713"/>
                </a:lnTo>
                <a:lnTo>
                  <a:pt x="215" y="2770"/>
                </a:lnTo>
                <a:lnTo>
                  <a:pt x="270" y="2823"/>
                </a:lnTo>
                <a:lnTo>
                  <a:pt x="330" y="2870"/>
                </a:lnTo>
                <a:lnTo>
                  <a:pt x="394" y="2911"/>
                </a:lnTo>
                <a:lnTo>
                  <a:pt x="461" y="2947"/>
                </a:lnTo>
                <a:lnTo>
                  <a:pt x="532" y="2975"/>
                </a:lnTo>
                <a:lnTo>
                  <a:pt x="605" y="2996"/>
                </a:lnTo>
                <a:lnTo>
                  <a:pt x="679" y="3010"/>
                </a:lnTo>
                <a:lnTo>
                  <a:pt x="755" y="3017"/>
                </a:lnTo>
                <a:lnTo>
                  <a:pt x="831" y="3016"/>
                </a:lnTo>
                <a:lnTo>
                  <a:pt x="907" y="3009"/>
                </a:lnTo>
                <a:lnTo>
                  <a:pt x="981" y="2993"/>
                </a:lnTo>
                <a:lnTo>
                  <a:pt x="1054" y="2971"/>
                </a:lnTo>
                <a:lnTo>
                  <a:pt x="1124" y="2942"/>
                </a:lnTo>
                <a:lnTo>
                  <a:pt x="1191" y="2906"/>
                </a:lnTo>
                <a:lnTo>
                  <a:pt x="1254" y="2863"/>
                </a:lnTo>
                <a:lnTo>
                  <a:pt x="1313" y="2816"/>
                </a:lnTo>
                <a:lnTo>
                  <a:pt x="1368" y="2762"/>
                </a:lnTo>
                <a:lnTo>
                  <a:pt x="1416" y="2704"/>
                </a:lnTo>
                <a:lnTo>
                  <a:pt x="1459" y="2641"/>
                </a:lnTo>
                <a:lnTo>
                  <a:pt x="1496" y="2575"/>
                </a:lnTo>
                <a:lnTo>
                  <a:pt x="1526" y="2505"/>
                </a:lnTo>
                <a:lnTo>
                  <a:pt x="1549" y="2433"/>
                </a:lnTo>
                <a:lnTo>
                  <a:pt x="1565" y="2358"/>
                </a:lnTo>
                <a:lnTo>
                  <a:pt x="1574" y="2283"/>
                </a:lnTo>
                <a:lnTo>
                  <a:pt x="1576" y="2207"/>
                </a:lnTo>
                <a:lnTo>
                  <a:pt x="1570" y="2131"/>
                </a:lnTo>
                <a:lnTo>
                  <a:pt x="1557" y="2056"/>
                </a:lnTo>
                <a:lnTo>
                  <a:pt x="1536" y="1983"/>
                </a:lnTo>
                <a:lnTo>
                  <a:pt x="1509" y="1912"/>
                </a:lnTo>
                <a:lnTo>
                  <a:pt x="1476" y="1844"/>
                </a:lnTo>
                <a:lnTo>
                  <a:pt x="1435" y="1780"/>
                </a:lnTo>
                <a:lnTo>
                  <a:pt x="1389" y="1719"/>
                </a:lnTo>
                <a:lnTo>
                  <a:pt x="1337" y="1664"/>
                </a:lnTo>
                <a:lnTo>
                  <a:pt x="1280" y="1613"/>
                </a:lnTo>
                <a:lnTo>
                  <a:pt x="1219" y="1569"/>
                </a:lnTo>
                <a:lnTo>
                  <a:pt x="1153" y="1531"/>
                </a:lnTo>
                <a:lnTo>
                  <a:pt x="1084" y="1499"/>
                </a:lnTo>
                <a:lnTo>
                  <a:pt x="1013" y="1473"/>
                </a:lnTo>
                <a:lnTo>
                  <a:pt x="939" y="1455"/>
                </a:lnTo>
                <a:lnTo>
                  <a:pt x="864" y="1444"/>
                </a:lnTo>
                <a:lnTo>
                  <a:pt x="788" y="1441"/>
                </a:lnTo>
                <a:close/>
              </a:path>
            </a:pathLst>
          </a:custGeom>
          <a:noFill/>
          <a:ln w="24840">
            <a:solidFill>
              <a:srgbClr val="9DCC8A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8269920" y="8172000"/>
            <a:ext cx="1335600" cy="1019880"/>
          </a:xfrm>
          <a:custGeom>
            <a:avLst/>
            <a:gdLst/>
            <a:ahLst/>
            <a:rect l="0" t="0" r="r" b="b"/>
            <a:pathLst>
              <a:path fill="none" w="3710" h="2833">
                <a:moveTo>
                  <a:pt x="557" y="1442"/>
                </a:moveTo>
                <a:lnTo>
                  <a:pt x="586" y="1343"/>
                </a:lnTo>
                <a:lnTo>
                  <a:pt x="621" y="1246"/>
                </a:lnTo>
                <a:lnTo>
                  <a:pt x="663" y="1150"/>
                </a:lnTo>
                <a:lnTo>
                  <a:pt x="711" y="1057"/>
                </a:lnTo>
                <a:lnTo>
                  <a:pt x="765" y="965"/>
                </a:lnTo>
                <a:lnTo>
                  <a:pt x="826" y="876"/>
                </a:lnTo>
                <a:lnTo>
                  <a:pt x="892" y="790"/>
                </a:lnTo>
                <a:lnTo>
                  <a:pt x="965" y="706"/>
                </a:lnTo>
                <a:lnTo>
                  <a:pt x="1043" y="626"/>
                </a:lnTo>
                <a:lnTo>
                  <a:pt x="1127" y="550"/>
                </a:lnTo>
                <a:lnTo>
                  <a:pt x="1217" y="477"/>
                </a:lnTo>
                <a:lnTo>
                  <a:pt x="1312" y="409"/>
                </a:lnTo>
                <a:lnTo>
                  <a:pt x="1412" y="344"/>
                </a:lnTo>
                <a:lnTo>
                  <a:pt x="1516" y="285"/>
                </a:lnTo>
                <a:lnTo>
                  <a:pt x="1626" y="230"/>
                </a:lnTo>
                <a:lnTo>
                  <a:pt x="1740" y="181"/>
                </a:lnTo>
                <a:lnTo>
                  <a:pt x="1858" y="137"/>
                </a:lnTo>
                <a:lnTo>
                  <a:pt x="1981" y="99"/>
                </a:lnTo>
                <a:lnTo>
                  <a:pt x="2107" y="67"/>
                </a:lnTo>
                <a:lnTo>
                  <a:pt x="2237" y="40"/>
                </a:lnTo>
                <a:lnTo>
                  <a:pt x="2370" y="20"/>
                </a:lnTo>
                <a:lnTo>
                  <a:pt x="2506" y="7"/>
                </a:lnTo>
                <a:lnTo>
                  <a:pt x="2645" y="0"/>
                </a:lnTo>
                <a:lnTo>
                  <a:pt x="2787" y="0"/>
                </a:lnTo>
                <a:lnTo>
                  <a:pt x="2861" y="77"/>
                </a:lnTo>
                <a:lnTo>
                  <a:pt x="2934" y="157"/>
                </a:lnTo>
                <a:lnTo>
                  <a:pt x="3003" y="239"/>
                </a:lnTo>
                <a:lnTo>
                  <a:pt x="3069" y="324"/>
                </a:lnTo>
                <a:lnTo>
                  <a:pt x="3133" y="411"/>
                </a:lnTo>
                <a:lnTo>
                  <a:pt x="3193" y="500"/>
                </a:lnTo>
                <a:lnTo>
                  <a:pt x="3251" y="591"/>
                </a:lnTo>
                <a:lnTo>
                  <a:pt x="3305" y="684"/>
                </a:lnTo>
                <a:lnTo>
                  <a:pt x="3356" y="778"/>
                </a:lnTo>
                <a:lnTo>
                  <a:pt x="3404" y="875"/>
                </a:lnTo>
                <a:lnTo>
                  <a:pt x="3449" y="973"/>
                </a:lnTo>
                <a:lnTo>
                  <a:pt x="3490" y="1072"/>
                </a:lnTo>
                <a:lnTo>
                  <a:pt x="3528" y="1173"/>
                </a:lnTo>
                <a:lnTo>
                  <a:pt x="3562" y="1275"/>
                </a:lnTo>
                <a:lnTo>
                  <a:pt x="3593" y="1379"/>
                </a:lnTo>
                <a:lnTo>
                  <a:pt x="3620" y="1483"/>
                </a:lnTo>
                <a:lnTo>
                  <a:pt x="3644" y="1588"/>
                </a:lnTo>
                <a:lnTo>
                  <a:pt x="3664" y="1694"/>
                </a:lnTo>
                <a:lnTo>
                  <a:pt x="3680" y="1800"/>
                </a:lnTo>
                <a:lnTo>
                  <a:pt x="3693" y="1907"/>
                </a:lnTo>
                <a:lnTo>
                  <a:pt x="3702" y="2015"/>
                </a:lnTo>
                <a:lnTo>
                  <a:pt x="3708" y="2122"/>
                </a:lnTo>
                <a:lnTo>
                  <a:pt x="3710" y="2230"/>
                </a:lnTo>
                <a:lnTo>
                  <a:pt x="3610" y="2305"/>
                </a:lnTo>
                <a:lnTo>
                  <a:pt x="3509" y="2375"/>
                </a:lnTo>
                <a:lnTo>
                  <a:pt x="3407" y="2440"/>
                </a:lnTo>
                <a:lnTo>
                  <a:pt x="3303" y="2500"/>
                </a:lnTo>
                <a:lnTo>
                  <a:pt x="3197" y="2555"/>
                </a:lnTo>
                <a:lnTo>
                  <a:pt x="3091" y="2605"/>
                </a:lnTo>
                <a:lnTo>
                  <a:pt x="2984" y="2651"/>
                </a:lnTo>
                <a:lnTo>
                  <a:pt x="2876" y="2691"/>
                </a:lnTo>
                <a:lnTo>
                  <a:pt x="2768" y="2726"/>
                </a:lnTo>
                <a:lnTo>
                  <a:pt x="2660" y="2756"/>
                </a:lnTo>
                <a:lnTo>
                  <a:pt x="2551" y="2781"/>
                </a:lnTo>
                <a:lnTo>
                  <a:pt x="2443" y="2802"/>
                </a:lnTo>
                <a:lnTo>
                  <a:pt x="2335" y="2817"/>
                </a:lnTo>
                <a:lnTo>
                  <a:pt x="2227" y="2827"/>
                </a:lnTo>
                <a:lnTo>
                  <a:pt x="2120" y="2832"/>
                </a:lnTo>
                <a:lnTo>
                  <a:pt x="2014" y="2833"/>
                </a:lnTo>
                <a:lnTo>
                  <a:pt x="1909" y="2828"/>
                </a:lnTo>
                <a:lnTo>
                  <a:pt x="1804" y="2819"/>
                </a:lnTo>
                <a:lnTo>
                  <a:pt x="1702" y="2805"/>
                </a:lnTo>
                <a:lnTo>
                  <a:pt x="1600" y="2787"/>
                </a:lnTo>
                <a:lnTo>
                  <a:pt x="1501" y="2764"/>
                </a:lnTo>
                <a:lnTo>
                  <a:pt x="1403" y="2736"/>
                </a:lnTo>
                <a:lnTo>
                  <a:pt x="1307" y="2704"/>
                </a:lnTo>
                <a:lnTo>
                  <a:pt x="1213" y="2667"/>
                </a:lnTo>
                <a:lnTo>
                  <a:pt x="1120" y="2627"/>
                </a:lnTo>
                <a:lnTo>
                  <a:pt x="1031" y="2582"/>
                </a:lnTo>
                <a:lnTo>
                  <a:pt x="945" y="2533"/>
                </a:lnTo>
                <a:lnTo>
                  <a:pt x="861" y="2480"/>
                </a:lnTo>
                <a:lnTo>
                  <a:pt x="780" y="2423"/>
                </a:lnTo>
                <a:lnTo>
                  <a:pt x="703" y="2362"/>
                </a:lnTo>
                <a:lnTo>
                  <a:pt x="628" y="2298"/>
                </a:lnTo>
                <a:lnTo>
                  <a:pt x="557" y="2230"/>
                </a:lnTo>
                <a:lnTo>
                  <a:pt x="485" y="2225"/>
                </a:lnTo>
                <a:lnTo>
                  <a:pt x="415" y="2209"/>
                </a:lnTo>
                <a:lnTo>
                  <a:pt x="347" y="2184"/>
                </a:lnTo>
                <a:lnTo>
                  <a:pt x="282" y="2149"/>
                </a:lnTo>
                <a:lnTo>
                  <a:pt x="221" y="2104"/>
                </a:lnTo>
                <a:lnTo>
                  <a:pt x="166" y="2051"/>
                </a:lnTo>
                <a:lnTo>
                  <a:pt x="117" y="1989"/>
                </a:lnTo>
                <a:lnTo>
                  <a:pt x="75" y="1920"/>
                </a:lnTo>
                <a:lnTo>
                  <a:pt x="41" y="1843"/>
                </a:lnTo>
                <a:lnTo>
                  <a:pt x="15" y="1760"/>
                </a:lnTo>
                <a:lnTo>
                  <a:pt x="0" y="1672"/>
                </a:lnTo>
              </a:path>
            </a:pathLst>
          </a:custGeom>
          <a:ln w="24840">
            <a:solidFill>
              <a:srgbClr val="9DCC8A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8438760" y="865908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9DCC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8438760" y="865908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9DCC8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9241200" y="814032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9DCC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9241200" y="814032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9DCC8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957348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9DCC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957348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9DCC8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843876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9DCC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843876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9DCC8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843876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9DCC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843876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9DCC8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843876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9DCC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843876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9DCC8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8438760" y="894276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9DCC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8438760" y="894276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9DCC8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8238240" y="874224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8"/>
                </a:moveTo>
                <a:cubicBezTo>
                  <a:pt x="0" y="-29"/>
                  <a:pt x="176" y="-29"/>
                  <a:pt x="176" y="88"/>
                </a:cubicBezTo>
                <a:cubicBezTo>
                  <a:pt x="176" y="206"/>
                  <a:pt x="0" y="206"/>
                  <a:pt x="0" y="88"/>
                </a:cubicBezTo>
                <a:close/>
              </a:path>
            </a:pathLst>
          </a:custGeom>
          <a:solidFill>
            <a:srgbClr val="9DCC8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8238240" y="874224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8"/>
                </a:moveTo>
                <a:cubicBezTo>
                  <a:pt x="176" y="206"/>
                  <a:pt x="0" y="206"/>
                  <a:pt x="0" y="88"/>
                </a:cubicBezTo>
                <a:cubicBezTo>
                  <a:pt x="0" y="-29"/>
                  <a:pt x="176" y="-29"/>
                  <a:pt x="176" y="88"/>
                </a:cubicBezTo>
              </a:path>
            </a:pathLst>
          </a:custGeom>
          <a:ln cap="rnd" w="8640">
            <a:solidFill>
              <a:srgbClr val="9DCC8A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 flipV="1">
            <a:off x="8470440" y="783972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8470440" y="8172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7" y="2153"/>
                </a:lnTo>
                <a:lnTo>
                  <a:pt x="153" y="2076"/>
                </a:lnTo>
                <a:lnTo>
                  <a:pt x="230" y="1999"/>
                </a:lnTo>
                <a:lnTo>
                  <a:pt x="307" y="1922"/>
                </a:lnTo>
                <a:lnTo>
                  <a:pt x="461" y="1768"/>
                </a:lnTo>
                <a:lnTo>
                  <a:pt x="538" y="1692"/>
                </a:lnTo>
                <a:lnTo>
                  <a:pt x="615" y="1615"/>
                </a:lnTo>
                <a:lnTo>
                  <a:pt x="768" y="1461"/>
                </a:lnTo>
                <a:lnTo>
                  <a:pt x="845" y="1384"/>
                </a:lnTo>
                <a:lnTo>
                  <a:pt x="922" y="1307"/>
                </a:lnTo>
                <a:lnTo>
                  <a:pt x="999" y="1230"/>
                </a:lnTo>
                <a:lnTo>
                  <a:pt x="1076" y="1154"/>
                </a:lnTo>
                <a:lnTo>
                  <a:pt x="1153" y="1077"/>
                </a:lnTo>
                <a:lnTo>
                  <a:pt x="1229" y="1000"/>
                </a:lnTo>
                <a:lnTo>
                  <a:pt x="1306" y="923"/>
                </a:lnTo>
                <a:lnTo>
                  <a:pt x="1383" y="846"/>
                </a:lnTo>
                <a:lnTo>
                  <a:pt x="1460" y="769"/>
                </a:lnTo>
                <a:lnTo>
                  <a:pt x="1614" y="615"/>
                </a:lnTo>
                <a:lnTo>
                  <a:pt x="1691" y="538"/>
                </a:lnTo>
                <a:lnTo>
                  <a:pt x="1767" y="461"/>
                </a:lnTo>
                <a:lnTo>
                  <a:pt x="1921" y="307"/>
                </a:lnTo>
                <a:lnTo>
                  <a:pt x="1998" y="230"/>
                </a:lnTo>
                <a:lnTo>
                  <a:pt x="2075" y="153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8470440" y="8974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8470440" y="8974440"/>
            <a:ext cx="802800" cy="802440"/>
          </a:xfrm>
          <a:custGeom>
            <a:avLst/>
            <a:gdLst/>
            <a:ahLst/>
            <a:rect l="0" t="0" r="r" b="b"/>
            <a:pathLst>
              <a:path fill="none" w="2230" h="2229">
                <a:moveTo>
                  <a:pt x="0" y="0"/>
                </a:moveTo>
                <a:lnTo>
                  <a:pt x="230" y="230"/>
                </a:lnTo>
                <a:lnTo>
                  <a:pt x="307" y="307"/>
                </a:lnTo>
                <a:lnTo>
                  <a:pt x="384" y="384"/>
                </a:lnTo>
                <a:lnTo>
                  <a:pt x="538" y="538"/>
                </a:lnTo>
                <a:lnTo>
                  <a:pt x="615" y="615"/>
                </a:lnTo>
                <a:lnTo>
                  <a:pt x="691" y="691"/>
                </a:lnTo>
                <a:lnTo>
                  <a:pt x="845" y="846"/>
                </a:lnTo>
                <a:lnTo>
                  <a:pt x="922" y="923"/>
                </a:lnTo>
                <a:lnTo>
                  <a:pt x="999" y="1000"/>
                </a:lnTo>
                <a:lnTo>
                  <a:pt x="1383" y="1384"/>
                </a:lnTo>
                <a:lnTo>
                  <a:pt x="1460" y="1461"/>
                </a:lnTo>
                <a:lnTo>
                  <a:pt x="1537" y="1538"/>
                </a:lnTo>
                <a:lnTo>
                  <a:pt x="1691" y="1691"/>
                </a:lnTo>
                <a:lnTo>
                  <a:pt x="1767" y="1768"/>
                </a:lnTo>
                <a:lnTo>
                  <a:pt x="1844" y="1845"/>
                </a:lnTo>
                <a:lnTo>
                  <a:pt x="1998" y="1999"/>
                </a:lnTo>
                <a:lnTo>
                  <a:pt x="2075" y="2076"/>
                </a:lnTo>
                <a:lnTo>
                  <a:pt x="2153" y="2153"/>
                </a:lnTo>
                <a:lnTo>
                  <a:pt x="2230" y="2229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8470440" y="897444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7668000" y="8974440"/>
            <a:ext cx="802800" cy="802440"/>
          </a:xfrm>
          <a:custGeom>
            <a:avLst/>
            <a:gdLst/>
            <a:ahLst/>
            <a:rect l="0" t="0" r="r" b="b"/>
            <a:pathLst>
              <a:path fill="none" w="2230" h="2229">
                <a:moveTo>
                  <a:pt x="2230" y="0"/>
                </a:moveTo>
                <a:lnTo>
                  <a:pt x="2153" y="76"/>
                </a:lnTo>
                <a:lnTo>
                  <a:pt x="1998" y="230"/>
                </a:lnTo>
                <a:lnTo>
                  <a:pt x="1921" y="307"/>
                </a:lnTo>
                <a:lnTo>
                  <a:pt x="1844" y="384"/>
                </a:lnTo>
                <a:lnTo>
                  <a:pt x="1691" y="538"/>
                </a:lnTo>
                <a:lnTo>
                  <a:pt x="1614" y="615"/>
                </a:lnTo>
                <a:lnTo>
                  <a:pt x="1537" y="691"/>
                </a:lnTo>
                <a:lnTo>
                  <a:pt x="1383" y="846"/>
                </a:lnTo>
                <a:lnTo>
                  <a:pt x="1306" y="923"/>
                </a:lnTo>
                <a:lnTo>
                  <a:pt x="1230" y="1000"/>
                </a:lnTo>
                <a:lnTo>
                  <a:pt x="1153" y="1077"/>
                </a:lnTo>
                <a:lnTo>
                  <a:pt x="1076" y="1153"/>
                </a:lnTo>
                <a:lnTo>
                  <a:pt x="999" y="1230"/>
                </a:lnTo>
                <a:lnTo>
                  <a:pt x="845" y="1384"/>
                </a:lnTo>
                <a:lnTo>
                  <a:pt x="769" y="1461"/>
                </a:lnTo>
                <a:lnTo>
                  <a:pt x="692" y="1538"/>
                </a:lnTo>
                <a:lnTo>
                  <a:pt x="538" y="1691"/>
                </a:lnTo>
                <a:lnTo>
                  <a:pt x="461" y="1768"/>
                </a:lnTo>
                <a:lnTo>
                  <a:pt x="384" y="1845"/>
                </a:lnTo>
                <a:lnTo>
                  <a:pt x="307" y="1922"/>
                </a:lnTo>
                <a:lnTo>
                  <a:pt x="231" y="1999"/>
                </a:lnTo>
                <a:lnTo>
                  <a:pt x="154" y="2076"/>
                </a:lnTo>
                <a:lnTo>
                  <a:pt x="77" y="2153"/>
                </a:lnTo>
                <a:lnTo>
                  <a:pt x="0" y="2229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 flipH="1">
            <a:off x="7335720" y="8974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7668000" y="8172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075" y="2076"/>
                </a:lnTo>
                <a:lnTo>
                  <a:pt x="1998" y="1999"/>
                </a:lnTo>
                <a:lnTo>
                  <a:pt x="1921" y="1922"/>
                </a:lnTo>
                <a:lnTo>
                  <a:pt x="1768" y="1768"/>
                </a:lnTo>
                <a:lnTo>
                  <a:pt x="1691" y="1692"/>
                </a:lnTo>
                <a:lnTo>
                  <a:pt x="1614" y="1615"/>
                </a:lnTo>
                <a:lnTo>
                  <a:pt x="1460" y="1461"/>
                </a:lnTo>
                <a:lnTo>
                  <a:pt x="1383" y="1384"/>
                </a:lnTo>
                <a:lnTo>
                  <a:pt x="1306" y="1307"/>
                </a:lnTo>
                <a:lnTo>
                  <a:pt x="1230" y="1230"/>
                </a:lnTo>
                <a:lnTo>
                  <a:pt x="1153" y="1154"/>
                </a:lnTo>
                <a:lnTo>
                  <a:pt x="1076" y="1077"/>
                </a:lnTo>
                <a:lnTo>
                  <a:pt x="922" y="923"/>
                </a:lnTo>
                <a:lnTo>
                  <a:pt x="845" y="846"/>
                </a:lnTo>
                <a:lnTo>
                  <a:pt x="769" y="769"/>
                </a:lnTo>
                <a:lnTo>
                  <a:pt x="615" y="615"/>
                </a:lnTo>
                <a:lnTo>
                  <a:pt x="538" y="538"/>
                </a:lnTo>
                <a:lnTo>
                  <a:pt x="461" y="461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 txBox="1"/>
          <p:nvPr/>
        </p:nvSpPr>
        <p:spPr>
          <a:xfrm>
            <a:off x="7854480" y="7345080"/>
            <a:ext cx="120024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10, species = 7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8337240" y="765360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9138240" y="8027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9639360" y="893016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9125640" y="9832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8324640" y="1020672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7313760" y="9832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7073280" y="893016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7326720" y="8027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6811560" y="8368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9975960" y="7517880"/>
            <a:ext cx="3302280" cy="3001320"/>
          </a:xfrm>
          <a:custGeom>
            <a:avLst/>
            <a:gdLst/>
            <a:ahLst/>
            <a:rect l="0" t="0" r="r" b="b"/>
            <a:pathLst>
              <a:path w="9173" h="8337">
                <a:moveTo>
                  <a:pt x="0" y="0"/>
                </a:moveTo>
                <a:lnTo>
                  <a:pt x="9173" y="0"/>
                </a:lnTo>
                <a:lnTo>
                  <a:pt x="9173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10305000" y="7035480"/>
            <a:ext cx="2935440" cy="482760"/>
          </a:xfrm>
          <a:custGeom>
            <a:avLst/>
            <a:gdLst/>
            <a:ahLst/>
            <a:rect l="0" t="0" r="r" b="b"/>
            <a:pathLst>
              <a:path w="8154" h="1341">
                <a:moveTo>
                  <a:pt x="0" y="0"/>
                </a:moveTo>
                <a:lnTo>
                  <a:pt x="8154" y="0"/>
                </a:lnTo>
                <a:lnTo>
                  <a:pt x="8154" y="1341"/>
                </a:lnTo>
                <a:lnTo>
                  <a:pt x="0" y="1341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6760800" y="7801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11340720" y="7148880"/>
            <a:ext cx="8442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Ciconiiformes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0353960" y="7556040"/>
            <a:ext cx="2837520" cy="2837160"/>
          </a:xfrm>
          <a:custGeom>
            <a:avLst/>
            <a:gdLst/>
            <a:ahLst/>
            <a:rect l="0" t="0" r="r" b="b"/>
            <a:pathLst>
              <a:path w="7882" h="7881">
                <a:moveTo>
                  <a:pt x="0" y="0"/>
                </a:moveTo>
                <a:lnTo>
                  <a:pt x="7882" y="0"/>
                </a:lnTo>
                <a:lnTo>
                  <a:pt x="7882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 flipV="1">
            <a:off x="11772360" y="76978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 flipV="1">
            <a:off x="11772360" y="807156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11772360" y="8974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1772360" y="897444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11772360" y="897444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 flipH="1">
            <a:off x="10869840" y="897444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 flipH="1">
            <a:off x="10495800" y="8974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 flipH="1" flipV="1">
            <a:off x="10869840" y="807156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1205360" y="8407080"/>
            <a:ext cx="1134720" cy="1134720"/>
          </a:xfrm>
          <a:custGeom>
            <a:avLst/>
            <a:gdLst/>
            <a:ahLst/>
            <a:rect l="0" t="0" r="r" b="b"/>
            <a:pathLst>
              <a:path fill="none" w="3152" h="3152">
                <a:moveTo>
                  <a:pt x="1575" y="0"/>
                </a:moveTo>
                <a:lnTo>
                  <a:pt x="1675" y="3"/>
                </a:lnTo>
                <a:lnTo>
                  <a:pt x="1775" y="12"/>
                </a:lnTo>
                <a:lnTo>
                  <a:pt x="1874" y="28"/>
                </a:lnTo>
                <a:lnTo>
                  <a:pt x="1972" y="50"/>
                </a:lnTo>
                <a:lnTo>
                  <a:pt x="2068" y="78"/>
                </a:lnTo>
                <a:lnTo>
                  <a:pt x="2162" y="112"/>
                </a:lnTo>
                <a:lnTo>
                  <a:pt x="2254" y="153"/>
                </a:lnTo>
                <a:lnTo>
                  <a:pt x="2343" y="198"/>
                </a:lnTo>
                <a:lnTo>
                  <a:pt x="2428" y="250"/>
                </a:lnTo>
                <a:lnTo>
                  <a:pt x="2511" y="307"/>
                </a:lnTo>
                <a:lnTo>
                  <a:pt x="2589" y="369"/>
                </a:lnTo>
                <a:lnTo>
                  <a:pt x="2664" y="436"/>
                </a:lnTo>
                <a:lnTo>
                  <a:pt x="2734" y="507"/>
                </a:lnTo>
                <a:lnTo>
                  <a:pt x="2800" y="583"/>
                </a:lnTo>
                <a:lnTo>
                  <a:pt x="2860" y="662"/>
                </a:lnTo>
                <a:lnTo>
                  <a:pt x="2915" y="746"/>
                </a:lnTo>
                <a:lnTo>
                  <a:pt x="2965" y="832"/>
                </a:lnTo>
                <a:lnTo>
                  <a:pt x="3010" y="922"/>
                </a:lnTo>
                <a:lnTo>
                  <a:pt x="3049" y="1014"/>
                </a:lnTo>
                <a:lnTo>
                  <a:pt x="3081" y="1109"/>
                </a:lnTo>
                <a:lnTo>
                  <a:pt x="3108" y="1205"/>
                </a:lnTo>
                <a:lnTo>
                  <a:pt x="3128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2" y="1602"/>
                </a:lnTo>
                <a:lnTo>
                  <a:pt x="3147" y="1701"/>
                </a:lnTo>
                <a:lnTo>
                  <a:pt x="3136" y="1801"/>
                </a:lnTo>
                <a:lnTo>
                  <a:pt x="3119" y="1899"/>
                </a:lnTo>
                <a:lnTo>
                  <a:pt x="3095" y="1997"/>
                </a:lnTo>
                <a:lnTo>
                  <a:pt x="3066" y="2092"/>
                </a:lnTo>
                <a:lnTo>
                  <a:pt x="3030" y="2185"/>
                </a:lnTo>
                <a:lnTo>
                  <a:pt x="2989" y="2277"/>
                </a:lnTo>
                <a:lnTo>
                  <a:pt x="2941" y="2365"/>
                </a:lnTo>
                <a:lnTo>
                  <a:pt x="2888" y="2450"/>
                </a:lnTo>
                <a:lnTo>
                  <a:pt x="2830" y="2531"/>
                </a:lnTo>
                <a:lnTo>
                  <a:pt x="2767" y="2609"/>
                </a:lnTo>
                <a:lnTo>
                  <a:pt x="2700" y="2682"/>
                </a:lnTo>
                <a:lnTo>
                  <a:pt x="2627" y="2751"/>
                </a:lnTo>
                <a:lnTo>
                  <a:pt x="2551" y="2815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7"/>
                </a:lnTo>
                <a:lnTo>
                  <a:pt x="2208" y="3020"/>
                </a:lnTo>
                <a:lnTo>
                  <a:pt x="2115" y="3058"/>
                </a:lnTo>
                <a:lnTo>
                  <a:pt x="2020" y="3089"/>
                </a:lnTo>
                <a:lnTo>
                  <a:pt x="1923" y="3114"/>
                </a:lnTo>
                <a:lnTo>
                  <a:pt x="1824" y="3133"/>
                </a:lnTo>
                <a:lnTo>
                  <a:pt x="1725" y="3146"/>
                </a:lnTo>
                <a:lnTo>
                  <a:pt x="1625" y="3152"/>
                </a:lnTo>
                <a:lnTo>
                  <a:pt x="1525" y="3152"/>
                </a:lnTo>
                <a:lnTo>
                  <a:pt x="1426" y="3146"/>
                </a:lnTo>
                <a:lnTo>
                  <a:pt x="1326" y="3133"/>
                </a:lnTo>
                <a:lnTo>
                  <a:pt x="1228" y="3114"/>
                </a:lnTo>
                <a:lnTo>
                  <a:pt x="1131" y="3089"/>
                </a:lnTo>
                <a:lnTo>
                  <a:pt x="1036" y="3058"/>
                </a:lnTo>
                <a:lnTo>
                  <a:pt x="943" y="3020"/>
                </a:lnTo>
                <a:lnTo>
                  <a:pt x="853" y="2977"/>
                </a:lnTo>
                <a:lnTo>
                  <a:pt x="766" y="2929"/>
                </a:lnTo>
                <a:lnTo>
                  <a:pt x="682" y="2875"/>
                </a:lnTo>
                <a:lnTo>
                  <a:pt x="601" y="2815"/>
                </a:lnTo>
                <a:lnTo>
                  <a:pt x="524" y="2751"/>
                </a:lnTo>
                <a:lnTo>
                  <a:pt x="452" y="2682"/>
                </a:lnTo>
                <a:lnTo>
                  <a:pt x="384" y="2609"/>
                </a:lnTo>
                <a:lnTo>
                  <a:pt x="321" y="2531"/>
                </a:lnTo>
                <a:lnTo>
                  <a:pt x="263" y="2450"/>
                </a:lnTo>
                <a:lnTo>
                  <a:pt x="211" y="2365"/>
                </a:lnTo>
                <a:lnTo>
                  <a:pt x="163" y="2277"/>
                </a:lnTo>
                <a:lnTo>
                  <a:pt x="122" y="2185"/>
                </a:lnTo>
                <a:lnTo>
                  <a:pt x="86" y="2092"/>
                </a:lnTo>
                <a:lnTo>
                  <a:pt x="56" y="1997"/>
                </a:lnTo>
                <a:lnTo>
                  <a:pt x="33" y="1899"/>
                </a:lnTo>
                <a:lnTo>
                  <a:pt x="15" y="1801"/>
                </a:lnTo>
                <a:lnTo>
                  <a:pt x="4" y="1701"/>
                </a:lnTo>
                <a:lnTo>
                  <a:pt x="0" y="1602"/>
                </a:lnTo>
                <a:lnTo>
                  <a:pt x="1" y="1502"/>
                </a:lnTo>
                <a:lnTo>
                  <a:pt x="9" y="1402"/>
                </a:lnTo>
                <a:lnTo>
                  <a:pt x="23" y="1303"/>
                </a:lnTo>
                <a:lnTo>
                  <a:pt x="44" y="1205"/>
                </a:lnTo>
                <a:lnTo>
                  <a:pt x="70" y="1109"/>
                </a:lnTo>
                <a:lnTo>
                  <a:pt x="103" y="1014"/>
                </a:lnTo>
                <a:lnTo>
                  <a:pt x="142" y="922"/>
                </a:lnTo>
                <a:lnTo>
                  <a:pt x="186" y="832"/>
                </a:lnTo>
                <a:lnTo>
                  <a:pt x="236" y="746"/>
                </a:lnTo>
                <a:lnTo>
                  <a:pt x="292" y="662"/>
                </a:lnTo>
                <a:lnTo>
                  <a:pt x="352" y="583"/>
                </a:lnTo>
                <a:lnTo>
                  <a:pt x="418" y="507"/>
                </a:lnTo>
                <a:lnTo>
                  <a:pt x="488" y="436"/>
                </a:lnTo>
                <a:lnTo>
                  <a:pt x="562" y="369"/>
                </a:lnTo>
                <a:lnTo>
                  <a:pt x="641" y="307"/>
                </a:lnTo>
                <a:lnTo>
                  <a:pt x="723" y="250"/>
                </a:lnTo>
                <a:lnTo>
                  <a:pt x="809" y="198"/>
                </a:lnTo>
                <a:lnTo>
                  <a:pt x="898" y="153"/>
                </a:lnTo>
                <a:lnTo>
                  <a:pt x="990" y="112"/>
                </a:lnTo>
                <a:lnTo>
                  <a:pt x="1083" y="78"/>
                </a:lnTo>
                <a:lnTo>
                  <a:pt x="1180" y="50"/>
                </a:lnTo>
                <a:lnTo>
                  <a:pt x="1277" y="28"/>
                </a:lnTo>
                <a:lnTo>
                  <a:pt x="1376" y="12"/>
                </a:lnTo>
                <a:lnTo>
                  <a:pt x="1475" y="3"/>
                </a:lnTo>
                <a:lnTo>
                  <a:pt x="1575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0638000" y="7839720"/>
            <a:ext cx="2269440" cy="2269080"/>
          </a:xfrm>
          <a:custGeom>
            <a:avLst/>
            <a:gdLst/>
            <a:ahLst/>
            <a:rect l="0" t="0" r="r" b="b"/>
            <a:pathLst>
              <a:path fill="none" w="6304" h="6303">
                <a:moveTo>
                  <a:pt x="3151" y="0"/>
                </a:moveTo>
                <a:lnTo>
                  <a:pt x="3351" y="6"/>
                </a:lnTo>
                <a:lnTo>
                  <a:pt x="3550" y="25"/>
                </a:lnTo>
                <a:lnTo>
                  <a:pt x="3748" y="56"/>
                </a:lnTo>
                <a:lnTo>
                  <a:pt x="3943" y="101"/>
                </a:lnTo>
                <a:lnTo>
                  <a:pt x="4135" y="157"/>
                </a:lnTo>
                <a:lnTo>
                  <a:pt x="4323" y="225"/>
                </a:lnTo>
                <a:lnTo>
                  <a:pt x="4506" y="306"/>
                </a:lnTo>
                <a:lnTo>
                  <a:pt x="4684" y="398"/>
                </a:lnTo>
                <a:lnTo>
                  <a:pt x="4856" y="501"/>
                </a:lnTo>
                <a:lnTo>
                  <a:pt x="5020" y="614"/>
                </a:lnTo>
                <a:lnTo>
                  <a:pt x="5178" y="738"/>
                </a:lnTo>
                <a:lnTo>
                  <a:pt x="5328" y="871"/>
                </a:lnTo>
                <a:lnTo>
                  <a:pt x="5468" y="1014"/>
                </a:lnTo>
                <a:lnTo>
                  <a:pt x="5599" y="1165"/>
                </a:lnTo>
                <a:lnTo>
                  <a:pt x="5720" y="1324"/>
                </a:lnTo>
                <a:lnTo>
                  <a:pt x="5831" y="1491"/>
                </a:lnTo>
                <a:lnTo>
                  <a:pt x="5931" y="1664"/>
                </a:lnTo>
                <a:lnTo>
                  <a:pt x="6020" y="1843"/>
                </a:lnTo>
                <a:lnTo>
                  <a:pt x="6097" y="2028"/>
                </a:lnTo>
                <a:lnTo>
                  <a:pt x="6162" y="2217"/>
                </a:lnTo>
                <a:lnTo>
                  <a:pt x="6216" y="2409"/>
                </a:lnTo>
                <a:lnTo>
                  <a:pt x="6256" y="2605"/>
                </a:lnTo>
                <a:lnTo>
                  <a:pt x="6285" y="2803"/>
                </a:lnTo>
                <a:lnTo>
                  <a:pt x="6301" y="3003"/>
                </a:lnTo>
                <a:lnTo>
                  <a:pt x="6304" y="3203"/>
                </a:lnTo>
                <a:lnTo>
                  <a:pt x="6295" y="3402"/>
                </a:lnTo>
                <a:lnTo>
                  <a:pt x="6272" y="3601"/>
                </a:lnTo>
                <a:lnTo>
                  <a:pt x="6238" y="3798"/>
                </a:lnTo>
                <a:lnTo>
                  <a:pt x="6190" y="3993"/>
                </a:lnTo>
                <a:lnTo>
                  <a:pt x="6131" y="4184"/>
                </a:lnTo>
                <a:lnTo>
                  <a:pt x="6060" y="4370"/>
                </a:lnTo>
                <a:lnTo>
                  <a:pt x="5977" y="4552"/>
                </a:lnTo>
                <a:lnTo>
                  <a:pt x="5882" y="4729"/>
                </a:lnTo>
                <a:lnTo>
                  <a:pt x="5777" y="4899"/>
                </a:lnTo>
                <a:lnTo>
                  <a:pt x="5661" y="5061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0" y="5630"/>
                </a:lnTo>
                <a:lnTo>
                  <a:pt x="4939" y="5749"/>
                </a:lnTo>
                <a:lnTo>
                  <a:pt x="4771" y="5857"/>
                </a:lnTo>
                <a:lnTo>
                  <a:pt x="4596" y="5954"/>
                </a:lnTo>
                <a:lnTo>
                  <a:pt x="4415" y="6040"/>
                </a:lnTo>
                <a:lnTo>
                  <a:pt x="4229" y="6115"/>
                </a:lnTo>
                <a:lnTo>
                  <a:pt x="4039" y="6177"/>
                </a:lnTo>
                <a:lnTo>
                  <a:pt x="3846" y="6227"/>
                </a:lnTo>
                <a:lnTo>
                  <a:pt x="3649" y="6265"/>
                </a:lnTo>
                <a:lnTo>
                  <a:pt x="3451" y="6290"/>
                </a:lnTo>
                <a:lnTo>
                  <a:pt x="3251" y="6303"/>
                </a:lnTo>
                <a:lnTo>
                  <a:pt x="3051" y="6303"/>
                </a:lnTo>
                <a:lnTo>
                  <a:pt x="2852" y="6290"/>
                </a:lnTo>
                <a:lnTo>
                  <a:pt x="2653" y="6265"/>
                </a:lnTo>
                <a:lnTo>
                  <a:pt x="2457" y="6227"/>
                </a:lnTo>
                <a:lnTo>
                  <a:pt x="2263" y="6177"/>
                </a:lnTo>
                <a:lnTo>
                  <a:pt x="2073" y="6115"/>
                </a:lnTo>
                <a:lnTo>
                  <a:pt x="1888" y="6040"/>
                </a:lnTo>
                <a:lnTo>
                  <a:pt x="1707" y="5954"/>
                </a:lnTo>
                <a:lnTo>
                  <a:pt x="1532" y="5857"/>
                </a:lnTo>
                <a:lnTo>
                  <a:pt x="1364" y="5749"/>
                </a:lnTo>
                <a:lnTo>
                  <a:pt x="1203" y="5630"/>
                </a:lnTo>
                <a:lnTo>
                  <a:pt x="1050" y="5502"/>
                </a:lnTo>
                <a:lnTo>
                  <a:pt x="905" y="5364"/>
                </a:lnTo>
                <a:lnTo>
                  <a:pt x="769" y="5217"/>
                </a:lnTo>
                <a:lnTo>
                  <a:pt x="643" y="5061"/>
                </a:lnTo>
                <a:lnTo>
                  <a:pt x="527" y="4899"/>
                </a:lnTo>
                <a:lnTo>
                  <a:pt x="422" y="4729"/>
                </a:lnTo>
                <a:lnTo>
                  <a:pt x="327" y="4552"/>
                </a:lnTo>
                <a:lnTo>
                  <a:pt x="244" y="4370"/>
                </a:lnTo>
                <a:lnTo>
                  <a:pt x="173" y="4184"/>
                </a:lnTo>
                <a:lnTo>
                  <a:pt x="113" y="3993"/>
                </a:lnTo>
                <a:lnTo>
                  <a:pt x="66" y="3798"/>
                </a:lnTo>
                <a:lnTo>
                  <a:pt x="31" y="3601"/>
                </a:lnTo>
                <a:lnTo>
                  <a:pt x="9" y="3402"/>
                </a:lnTo>
                <a:lnTo>
                  <a:pt x="0" y="3203"/>
                </a:lnTo>
                <a:lnTo>
                  <a:pt x="3" y="3003"/>
                </a:lnTo>
                <a:lnTo>
                  <a:pt x="19" y="2803"/>
                </a:lnTo>
                <a:lnTo>
                  <a:pt x="47" y="2605"/>
                </a:lnTo>
                <a:lnTo>
                  <a:pt x="88" y="2409"/>
                </a:lnTo>
                <a:lnTo>
                  <a:pt x="141" y="2217"/>
                </a:lnTo>
                <a:lnTo>
                  <a:pt x="207" y="2028"/>
                </a:lnTo>
                <a:lnTo>
                  <a:pt x="284" y="1843"/>
                </a:lnTo>
                <a:lnTo>
                  <a:pt x="373" y="1664"/>
                </a:lnTo>
                <a:lnTo>
                  <a:pt x="473" y="1491"/>
                </a:lnTo>
                <a:lnTo>
                  <a:pt x="584" y="1324"/>
                </a:lnTo>
                <a:lnTo>
                  <a:pt x="705" y="1165"/>
                </a:lnTo>
                <a:lnTo>
                  <a:pt x="836" y="1014"/>
                </a:lnTo>
                <a:lnTo>
                  <a:pt x="976" y="871"/>
                </a:lnTo>
                <a:lnTo>
                  <a:pt x="1125" y="738"/>
                </a:lnTo>
                <a:lnTo>
                  <a:pt x="1282" y="614"/>
                </a:lnTo>
                <a:lnTo>
                  <a:pt x="1447" y="501"/>
                </a:lnTo>
                <a:lnTo>
                  <a:pt x="1619" y="398"/>
                </a:lnTo>
                <a:lnTo>
                  <a:pt x="1797" y="306"/>
                </a:lnTo>
                <a:lnTo>
                  <a:pt x="1980" y="225"/>
                </a:lnTo>
                <a:lnTo>
                  <a:pt x="2168" y="157"/>
                </a:lnTo>
                <a:lnTo>
                  <a:pt x="2360" y="101"/>
                </a:lnTo>
                <a:lnTo>
                  <a:pt x="2555" y="56"/>
                </a:lnTo>
                <a:lnTo>
                  <a:pt x="2752" y="25"/>
                </a:lnTo>
                <a:lnTo>
                  <a:pt x="2951" y="6"/>
                </a:lnTo>
                <a:lnTo>
                  <a:pt x="3151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10496160" y="769788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7" y="113"/>
                </a:lnTo>
                <a:lnTo>
                  <a:pt x="4653" y="177"/>
                </a:lnTo>
                <a:lnTo>
                  <a:pt x="4864" y="253"/>
                </a:lnTo>
                <a:lnTo>
                  <a:pt x="5070" y="344"/>
                </a:lnTo>
                <a:lnTo>
                  <a:pt x="5270" y="447"/>
                </a:lnTo>
                <a:lnTo>
                  <a:pt x="5464" y="562"/>
                </a:lnTo>
                <a:lnTo>
                  <a:pt x="5649" y="690"/>
                </a:lnTo>
                <a:lnTo>
                  <a:pt x="5826" y="829"/>
                </a:lnTo>
                <a:lnTo>
                  <a:pt x="5993" y="979"/>
                </a:lnTo>
                <a:lnTo>
                  <a:pt x="6151" y="1140"/>
                </a:lnTo>
                <a:lnTo>
                  <a:pt x="6299" y="1310"/>
                </a:lnTo>
                <a:lnTo>
                  <a:pt x="6435" y="1489"/>
                </a:lnTo>
                <a:lnTo>
                  <a:pt x="6560" y="1676"/>
                </a:lnTo>
                <a:lnTo>
                  <a:pt x="6672" y="1871"/>
                </a:lnTo>
                <a:lnTo>
                  <a:pt x="6772" y="2073"/>
                </a:lnTo>
                <a:lnTo>
                  <a:pt x="6859" y="2280"/>
                </a:lnTo>
                <a:lnTo>
                  <a:pt x="6933" y="2493"/>
                </a:lnTo>
                <a:lnTo>
                  <a:pt x="6993" y="2710"/>
                </a:lnTo>
                <a:lnTo>
                  <a:pt x="7039" y="2930"/>
                </a:lnTo>
                <a:lnTo>
                  <a:pt x="7071" y="3153"/>
                </a:lnTo>
                <a:lnTo>
                  <a:pt x="7088" y="3377"/>
                </a:lnTo>
                <a:lnTo>
                  <a:pt x="7092" y="3603"/>
                </a:lnTo>
                <a:lnTo>
                  <a:pt x="7081" y="3828"/>
                </a:lnTo>
                <a:lnTo>
                  <a:pt x="7056" y="4051"/>
                </a:lnTo>
                <a:lnTo>
                  <a:pt x="7017" y="4273"/>
                </a:lnTo>
                <a:lnTo>
                  <a:pt x="6964" y="4492"/>
                </a:lnTo>
                <a:lnTo>
                  <a:pt x="6897" y="4706"/>
                </a:lnTo>
                <a:lnTo>
                  <a:pt x="6817" y="4917"/>
                </a:lnTo>
                <a:lnTo>
                  <a:pt x="6724" y="5121"/>
                </a:lnTo>
                <a:lnTo>
                  <a:pt x="6617" y="5320"/>
                </a:lnTo>
                <a:lnTo>
                  <a:pt x="6499" y="5511"/>
                </a:lnTo>
                <a:lnTo>
                  <a:pt x="6368" y="5694"/>
                </a:lnTo>
                <a:lnTo>
                  <a:pt x="6226" y="5869"/>
                </a:lnTo>
                <a:lnTo>
                  <a:pt x="6074" y="6034"/>
                </a:lnTo>
                <a:lnTo>
                  <a:pt x="5911" y="6189"/>
                </a:lnTo>
                <a:lnTo>
                  <a:pt x="5738" y="6334"/>
                </a:lnTo>
                <a:lnTo>
                  <a:pt x="5557" y="6467"/>
                </a:lnTo>
                <a:lnTo>
                  <a:pt x="5368" y="6589"/>
                </a:lnTo>
                <a:lnTo>
                  <a:pt x="5171" y="6698"/>
                </a:lnTo>
                <a:lnTo>
                  <a:pt x="4968" y="6795"/>
                </a:lnTo>
                <a:lnTo>
                  <a:pt x="4759" y="6879"/>
                </a:lnTo>
                <a:lnTo>
                  <a:pt x="4545" y="6949"/>
                </a:lnTo>
                <a:lnTo>
                  <a:pt x="4328" y="7006"/>
                </a:lnTo>
                <a:lnTo>
                  <a:pt x="4107" y="7048"/>
                </a:lnTo>
                <a:lnTo>
                  <a:pt x="3883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8"/>
                </a:lnTo>
                <a:lnTo>
                  <a:pt x="2765" y="7006"/>
                </a:lnTo>
                <a:lnTo>
                  <a:pt x="2546" y="6949"/>
                </a:lnTo>
                <a:lnTo>
                  <a:pt x="2333" y="6879"/>
                </a:lnTo>
                <a:lnTo>
                  <a:pt x="2124" y="6795"/>
                </a:lnTo>
                <a:lnTo>
                  <a:pt x="1920" y="6698"/>
                </a:lnTo>
                <a:lnTo>
                  <a:pt x="1724" y="6589"/>
                </a:lnTo>
                <a:lnTo>
                  <a:pt x="1534" y="6467"/>
                </a:lnTo>
                <a:lnTo>
                  <a:pt x="1353" y="6334"/>
                </a:lnTo>
                <a:lnTo>
                  <a:pt x="1181" y="6189"/>
                </a:lnTo>
                <a:lnTo>
                  <a:pt x="1018" y="6034"/>
                </a:lnTo>
                <a:lnTo>
                  <a:pt x="865" y="5869"/>
                </a:lnTo>
                <a:lnTo>
                  <a:pt x="723" y="5694"/>
                </a:lnTo>
                <a:lnTo>
                  <a:pt x="593" y="5511"/>
                </a:lnTo>
                <a:lnTo>
                  <a:pt x="474" y="5320"/>
                </a:lnTo>
                <a:lnTo>
                  <a:pt x="368" y="5121"/>
                </a:lnTo>
                <a:lnTo>
                  <a:pt x="275" y="4917"/>
                </a:lnTo>
                <a:lnTo>
                  <a:pt x="194" y="4706"/>
                </a:lnTo>
                <a:lnTo>
                  <a:pt x="128" y="4492"/>
                </a:lnTo>
                <a:lnTo>
                  <a:pt x="74" y="4273"/>
                </a:lnTo>
                <a:lnTo>
                  <a:pt x="35" y="4051"/>
                </a:lnTo>
                <a:lnTo>
                  <a:pt x="10" y="3828"/>
                </a:lnTo>
                <a:lnTo>
                  <a:pt x="0" y="3603"/>
                </a:lnTo>
                <a:lnTo>
                  <a:pt x="3" y="3377"/>
                </a:lnTo>
                <a:lnTo>
                  <a:pt x="21" y="3153"/>
                </a:lnTo>
                <a:lnTo>
                  <a:pt x="53" y="2930"/>
                </a:lnTo>
                <a:lnTo>
                  <a:pt x="99" y="2710"/>
                </a:lnTo>
                <a:lnTo>
                  <a:pt x="159" y="2493"/>
                </a:lnTo>
                <a:lnTo>
                  <a:pt x="233" y="2280"/>
                </a:lnTo>
                <a:lnTo>
                  <a:pt x="320" y="2073"/>
                </a:lnTo>
                <a:lnTo>
                  <a:pt x="420" y="1871"/>
                </a:lnTo>
                <a:lnTo>
                  <a:pt x="532" y="1676"/>
                </a:lnTo>
                <a:lnTo>
                  <a:pt x="657" y="1489"/>
                </a:lnTo>
                <a:lnTo>
                  <a:pt x="793" y="1310"/>
                </a:lnTo>
                <a:lnTo>
                  <a:pt x="940" y="1140"/>
                </a:lnTo>
                <a:lnTo>
                  <a:pt x="1098" y="979"/>
                </a:lnTo>
                <a:lnTo>
                  <a:pt x="1266" y="829"/>
                </a:lnTo>
                <a:lnTo>
                  <a:pt x="1443" y="690"/>
                </a:lnTo>
                <a:lnTo>
                  <a:pt x="1628" y="562"/>
                </a:lnTo>
                <a:lnTo>
                  <a:pt x="1821" y="447"/>
                </a:lnTo>
                <a:lnTo>
                  <a:pt x="2021" y="344"/>
                </a:lnTo>
                <a:lnTo>
                  <a:pt x="2227" y="253"/>
                </a:lnTo>
                <a:lnTo>
                  <a:pt x="2439" y="177"/>
                </a:lnTo>
                <a:lnTo>
                  <a:pt x="2655" y="113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11371320" y="8172000"/>
            <a:ext cx="1203840" cy="1203840"/>
          </a:xfrm>
          <a:custGeom>
            <a:avLst/>
            <a:gdLst/>
            <a:ahLst/>
            <a:rect l="0" t="0" r="r" b="b"/>
            <a:pathLst>
              <a:path w="3344" h="3344">
                <a:moveTo>
                  <a:pt x="1115" y="1441"/>
                </a:moveTo>
                <a:lnTo>
                  <a:pt x="1144" y="1343"/>
                </a:lnTo>
                <a:lnTo>
                  <a:pt x="1180" y="1246"/>
                </a:lnTo>
                <a:lnTo>
                  <a:pt x="1222" y="1150"/>
                </a:lnTo>
                <a:lnTo>
                  <a:pt x="1270" y="1057"/>
                </a:lnTo>
                <a:lnTo>
                  <a:pt x="1324" y="965"/>
                </a:lnTo>
                <a:lnTo>
                  <a:pt x="1384" y="876"/>
                </a:lnTo>
                <a:lnTo>
                  <a:pt x="1451" y="790"/>
                </a:lnTo>
                <a:lnTo>
                  <a:pt x="1523" y="706"/>
                </a:lnTo>
                <a:lnTo>
                  <a:pt x="1601" y="626"/>
                </a:lnTo>
                <a:lnTo>
                  <a:pt x="1685" y="550"/>
                </a:lnTo>
                <a:lnTo>
                  <a:pt x="1775" y="477"/>
                </a:lnTo>
                <a:lnTo>
                  <a:pt x="1869" y="409"/>
                </a:lnTo>
                <a:lnTo>
                  <a:pt x="1969" y="344"/>
                </a:lnTo>
                <a:lnTo>
                  <a:pt x="2074" y="285"/>
                </a:lnTo>
                <a:lnTo>
                  <a:pt x="2183" y="230"/>
                </a:lnTo>
                <a:lnTo>
                  <a:pt x="2297" y="181"/>
                </a:lnTo>
                <a:lnTo>
                  <a:pt x="2416" y="137"/>
                </a:lnTo>
                <a:lnTo>
                  <a:pt x="2538" y="99"/>
                </a:lnTo>
                <a:lnTo>
                  <a:pt x="2665" y="67"/>
                </a:lnTo>
                <a:lnTo>
                  <a:pt x="2794" y="40"/>
                </a:lnTo>
                <a:lnTo>
                  <a:pt x="2928" y="20"/>
                </a:lnTo>
                <a:lnTo>
                  <a:pt x="3064" y="7"/>
                </a:lnTo>
                <a:lnTo>
                  <a:pt x="3203" y="0"/>
                </a:lnTo>
                <a:lnTo>
                  <a:pt x="3344" y="0"/>
                </a:lnTo>
                <a:lnTo>
                  <a:pt x="3344" y="141"/>
                </a:lnTo>
                <a:lnTo>
                  <a:pt x="3337" y="280"/>
                </a:lnTo>
                <a:lnTo>
                  <a:pt x="3323" y="416"/>
                </a:lnTo>
                <a:lnTo>
                  <a:pt x="3304" y="550"/>
                </a:lnTo>
                <a:lnTo>
                  <a:pt x="3277" y="679"/>
                </a:lnTo>
                <a:lnTo>
                  <a:pt x="3245" y="806"/>
                </a:lnTo>
                <a:lnTo>
                  <a:pt x="3207" y="928"/>
                </a:lnTo>
                <a:lnTo>
                  <a:pt x="3163" y="1047"/>
                </a:lnTo>
                <a:lnTo>
                  <a:pt x="3113" y="1161"/>
                </a:lnTo>
                <a:lnTo>
                  <a:pt x="3059" y="1270"/>
                </a:lnTo>
                <a:lnTo>
                  <a:pt x="3000" y="1375"/>
                </a:lnTo>
                <a:lnTo>
                  <a:pt x="2935" y="1475"/>
                </a:lnTo>
                <a:lnTo>
                  <a:pt x="2867" y="1569"/>
                </a:lnTo>
                <a:lnTo>
                  <a:pt x="2794" y="1659"/>
                </a:lnTo>
                <a:lnTo>
                  <a:pt x="2718" y="1742"/>
                </a:lnTo>
                <a:lnTo>
                  <a:pt x="2638" y="1821"/>
                </a:lnTo>
                <a:lnTo>
                  <a:pt x="2554" y="1893"/>
                </a:lnTo>
                <a:lnTo>
                  <a:pt x="2468" y="1959"/>
                </a:lnTo>
                <a:lnTo>
                  <a:pt x="2379" y="2020"/>
                </a:lnTo>
                <a:lnTo>
                  <a:pt x="2287" y="2074"/>
                </a:lnTo>
                <a:lnTo>
                  <a:pt x="2194" y="2122"/>
                </a:lnTo>
                <a:lnTo>
                  <a:pt x="2098" y="2164"/>
                </a:lnTo>
                <a:lnTo>
                  <a:pt x="2001" y="2200"/>
                </a:lnTo>
                <a:lnTo>
                  <a:pt x="1903" y="2229"/>
                </a:lnTo>
                <a:lnTo>
                  <a:pt x="1900" y="2306"/>
                </a:lnTo>
                <a:lnTo>
                  <a:pt x="1888" y="2383"/>
                </a:lnTo>
                <a:lnTo>
                  <a:pt x="1869" y="2458"/>
                </a:lnTo>
                <a:lnTo>
                  <a:pt x="1843" y="2531"/>
                </a:lnTo>
                <a:lnTo>
                  <a:pt x="1810" y="2601"/>
                </a:lnTo>
                <a:lnTo>
                  <a:pt x="1771" y="2667"/>
                </a:lnTo>
                <a:lnTo>
                  <a:pt x="1725" y="2730"/>
                </a:lnTo>
                <a:lnTo>
                  <a:pt x="1673" y="2787"/>
                </a:lnTo>
                <a:lnTo>
                  <a:pt x="1585" y="2771"/>
                </a:lnTo>
                <a:lnTo>
                  <a:pt x="1502" y="2746"/>
                </a:lnTo>
                <a:lnTo>
                  <a:pt x="1425" y="2712"/>
                </a:lnTo>
                <a:lnTo>
                  <a:pt x="1356" y="2670"/>
                </a:lnTo>
                <a:lnTo>
                  <a:pt x="1294" y="2621"/>
                </a:lnTo>
                <a:lnTo>
                  <a:pt x="1266" y="2592"/>
                </a:lnTo>
                <a:lnTo>
                  <a:pt x="1304" y="2590"/>
                </a:lnTo>
                <a:lnTo>
                  <a:pt x="1380" y="2571"/>
                </a:lnTo>
                <a:lnTo>
                  <a:pt x="1455" y="2536"/>
                </a:lnTo>
                <a:lnTo>
                  <a:pt x="1525" y="2485"/>
                </a:lnTo>
                <a:lnTo>
                  <a:pt x="1587" y="2418"/>
                </a:lnTo>
                <a:lnTo>
                  <a:pt x="1638" y="2336"/>
                </a:lnTo>
                <a:lnTo>
                  <a:pt x="1674" y="2243"/>
                </a:lnTo>
                <a:lnTo>
                  <a:pt x="1693" y="2140"/>
                </a:lnTo>
                <a:lnTo>
                  <a:pt x="1693" y="2031"/>
                </a:lnTo>
                <a:lnTo>
                  <a:pt x="1671" y="1920"/>
                </a:lnTo>
                <a:lnTo>
                  <a:pt x="1628" y="1811"/>
                </a:lnTo>
                <a:lnTo>
                  <a:pt x="1562" y="1708"/>
                </a:lnTo>
                <a:lnTo>
                  <a:pt x="1476" y="1615"/>
                </a:lnTo>
                <a:lnTo>
                  <a:pt x="1371" y="1537"/>
                </a:lnTo>
                <a:lnTo>
                  <a:pt x="1250" y="1478"/>
                </a:lnTo>
                <a:lnTo>
                  <a:pt x="1115" y="1441"/>
                </a:lnTo>
                <a:moveTo>
                  <a:pt x="1241" y="2565"/>
                </a:moveTo>
                <a:lnTo>
                  <a:pt x="1196" y="2505"/>
                </a:lnTo>
                <a:lnTo>
                  <a:pt x="1161" y="2440"/>
                </a:lnTo>
                <a:lnTo>
                  <a:pt x="1136" y="2370"/>
                </a:lnTo>
                <a:lnTo>
                  <a:pt x="1120" y="2300"/>
                </a:lnTo>
                <a:lnTo>
                  <a:pt x="1115" y="2229"/>
                </a:lnTo>
                <a:lnTo>
                  <a:pt x="1112" y="2311"/>
                </a:lnTo>
                <a:lnTo>
                  <a:pt x="1102" y="2395"/>
                </a:lnTo>
                <a:lnTo>
                  <a:pt x="1085" y="2477"/>
                </a:lnTo>
                <a:lnTo>
                  <a:pt x="1066" y="2539"/>
                </a:lnTo>
                <a:lnTo>
                  <a:pt x="1099" y="2560"/>
                </a:lnTo>
                <a:lnTo>
                  <a:pt x="1160" y="2583"/>
                </a:lnTo>
                <a:lnTo>
                  <a:pt x="1230" y="2593"/>
                </a:lnTo>
                <a:lnTo>
                  <a:pt x="1266" y="2592"/>
                </a:lnTo>
                <a:lnTo>
                  <a:pt x="1241" y="2565"/>
                </a:lnTo>
                <a:moveTo>
                  <a:pt x="1061" y="2557"/>
                </a:moveTo>
                <a:lnTo>
                  <a:pt x="1030" y="2635"/>
                </a:lnTo>
                <a:lnTo>
                  <a:pt x="993" y="2712"/>
                </a:lnTo>
                <a:lnTo>
                  <a:pt x="950" y="2786"/>
                </a:lnTo>
                <a:lnTo>
                  <a:pt x="900" y="2857"/>
                </a:lnTo>
                <a:lnTo>
                  <a:pt x="844" y="2925"/>
                </a:lnTo>
                <a:lnTo>
                  <a:pt x="782" y="2989"/>
                </a:lnTo>
                <a:lnTo>
                  <a:pt x="715" y="3049"/>
                </a:lnTo>
                <a:lnTo>
                  <a:pt x="642" y="3105"/>
                </a:lnTo>
                <a:lnTo>
                  <a:pt x="563" y="3156"/>
                </a:lnTo>
                <a:lnTo>
                  <a:pt x="480" y="3202"/>
                </a:lnTo>
                <a:lnTo>
                  <a:pt x="392" y="3242"/>
                </a:lnTo>
                <a:lnTo>
                  <a:pt x="300" y="3277"/>
                </a:lnTo>
                <a:lnTo>
                  <a:pt x="204" y="3306"/>
                </a:lnTo>
                <a:lnTo>
                  <a:pt x="103" y="3328"/>
                </a:lnTo>
                <a:lnTo>
                  <a:pt x="0" y="3344"/>
                </a:lnTo>
                <a:lnTo>
                  <a:pt x="16" y="3241"/>
                </a:lnTo>
                <a:lnTo>
                  <a:pt x="38" y="3141"/>
                </a:lnTo>
                <a:lnTo>
                  <a:pt x="67" y="3045"/>
                </a:lnTo>
                <a:lnTo>
                  <a:pt x="102" y="2953"/>
                </a:lnTo>
                <a:lnTo>
                  <a:pt x="142" y="2865"/>
                </a:lnTo>
                <a:lnTo>
                  <a:pt x="189" y="2782"/>
                </a:lnTo>
                <a:lnTo>
                  <a:pt x="240" y="2703"/>
                </a:lnTo>
                <a:lnTo>
                  <a:pt x="296" y="2630"/>
                </a:lnTo>
                <a:lnTo>
                  <a:pt x="356" y="2563"/>
                </a:lnTo>
                <a:lnTo>
                  <a:pt x="420" y="2501"/>
                </a:lnTo>
                <a:lnTo>
                  <a:pt x="488" y="2445"/>
                </a:lnTo>
                <a:lnTo>
                  <a:pt x="559" y="2395"/>
                </a:lnTo>
                <a:lnTo>
                  <a:pt x="633" y="2351"/>
                </a:lnTo>
                <a:lnTo>
                  <a:pt x="709" y="2314"/>
                </a:lnTo>
                <a:lnTo>
                  <a:pt x="788" y="2283"/>
                </a:lnTo>
                <a:lnTo>
                  <a:pt x="868" y="2259"/>
                </a:lnTo>
                <a:lnTo>
                  <a:pt x="950" y="2242"/>
                </a:lnTo>
                <a:lnTo>
                  <a:pt x="995" y="2237"/>
                </a:lnTo>
                <a:lnTo>
                  <a:pt x="989" y="2241"/>
                </a:lnTo>
                <a:lnTo>
                  <a:pt x="969" y="2271"/>
                </a:lnTo>
                <a:lnTo>
                  <a:pt x="956" y="2307"/>
                </a:lnTo>
                <a:lnTo>
                  <a:pt x="951" y="2349"/>
                </a:lnTo>
                <a:lnTo>
                  <a:pt x="958" y="2395"/>
                </a:lnTo>
                <a:lnTo>
                  <a:pt x="975" y="2442"/>
                </a:lnTo>
                <a:lnTo>
                  <a:pt x="1005" y="2487"/>
                </a:lnTo>
                <a:lnTo>
                  <a:pt x="1046" y="2527"/>
                </a:lnTo>
                <a:lnTo>
                  <a:pt x="1066" y="2539"/>
                </a:lnTo>
                <a:lnTo>
                  <a:pt x="1061" y="2557"/>
                </a:lnTo>
                <a:moveTo>
                  <a:pt x="1032" y="2232"/>
                </a:moveTo>
                <a:lnTo>
                  <a:pt x="1115" y="2229"/>
                </a:lnTo>
                <a:lnTo>
                  <a:pt x="1095" y="2214"/>
                </a:lnTo>
                <a:lnTo>
                  <a:pt x="1069" y="2207"/>
                </a:lnTo>
                <a:lnTo>
                  <a:pt x="1041" y="2209"/>
                </a:lnTo>
                <a:lnTo>
                  <a:pt x="1014" y="2221"/>
                </a:lnTo>
                <a:lnTo>
                  <a:pt x="995" y="2237"/>
                </a:lnTo>
                <a:lnTo>
                  <a:pt x="1032" y="2232"/>
                </a:lnTo>
                <a:close/>
              </a:path>
            </a:pathLst>
          </a:custGeom>
          <a:solidFill>
            <a:srgbClr val="78C8A0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11371320" y="8172000"/>
            <a:ext cx="1203840" cy="1203840"/>
          </a:xfrm>
          <a:custGeom>
            <a:avLst/>
            <a:gdLst/>
            <a:ahLst/>
            <a:rect l="0" t="0" r="r" b="b"/>
            <a:pathLst>
              <a:path w="3344" h="3344">
                <a:moveTo>
                  <a:pt x="1115" y="1441"/>
                </a:moveTo>
                <a:lnTo>
                  <a:pt x="1144" y="1343"/>
                </a:lnTo>
                <a:lnTo>
                  <a:pt x="1180" y="1246"/>
                </a:lnTo>
                <a:lnTo>
                  <a:pt x="1222" y="1150"/>
                </a:lnTo>
                <a:lnTo>
                  <a:pt x="1270" y="1057"/>
                </a:lnTo>
                <a:lnTo>
                  <a:pt x="1324" y="965"/>
                </a:lnTo>
                <a:lnTo>
                  <a:pt x="1384" y="876"/>
                </a:lnTo>
                <a:lnTo>
                  <a:pt x="1451" y="790"/>
                </a:lnTo>
                <a:lnTo>
                  <a:pt x="1523" y="706"/>
                </a:lnTo>
                <a:lnTo>
                  <a:pt x="1601" y="626"/>
                </a:lnTo>
                <a:lnTo>
                  <a:pt x="1685" y="550"/>
                </a:lnTo>
                <a:lnTo>
                  <a:pt x="1775" y="477"/>
                </a:lnTo>
                <a:lnTo>
                  <a:pt x="1869" y="409"/>
                </a:lnTo>
                <a:lnTo>
                  <a:pt x="1969" y="344"/>
                </a:lnTo>
                <a:lnTo>
                  <a:pt x="2074" y="285"/>
                </a:lnTo>
                <a:lnTo>
                  <a:pt x="2183" y="230"/>
                </a:lnTo>
                <a:lnTo>
                  <a:pt x="2297" y="181"/>
                </a:lnTo>
                <a:lnTo>
                  <a:pt x="2416" y="137"/>
                </a:lnTo>
                <a:lnTo>
                  <a:pt x="2538" y="99"/>
                </a:lnTo>
                <a:lnTo>
                  <a:pt x="2665" y="67"/>
                </a:lnTo>
                <a:lnTo>
                  <a:pt x="2794" y="40"/>
                </a:lnTo>
                <a:lnTo>
                  <a:pt x="2928" y="20"/>
                </a:lnTo>
                <a:lnTo>
                  <a:pt x="3064" y="7"/>
                </a:lnTo>
                <a:lnTo>
                  <a:pt x="3203" y="0"/>
                </a:lnTo>
                <a:lnTo>
                  <a:pt x="3344" y="0"/>
                </a:lnTo>
                <a:lnTo>
                  <a:pt x="3344" y="141"/>
                </a:lnTo>
                <a:lnTo>
                  <a:pt x="3337" y="280"/>
                </a:lnTo>
                <a:lnTo>
                  <a:pt x="3323" y="416"/>
                </a:lnTo>
                <a:lnTo>
                  <a:pt x="3304" y="550"/>
                </a:lnTo>
                <a:lnTo>
                  <a:pt x="3277" y="679"/>
                </a:lnTo>
                <a:lnTo>
                  <a:pt x="3245" y="806"/>
                </a:lnTo>
                <a:lnTo>
                  <a:pt x="3207" y="928"/>
                </a:lnTo>
                <a:lnTo>
                  <a:pt x="3163" y="1047"/>
                </a:lnTo>
                <a:lnTo>
                  <a:pt x="3113" y="1161"/>
                </a:lnTo>
                <a:lnTo>
                  <a:pt x="3059" y="1270"/>
                </a:lnTo>
                <a:lnTo>
                  <a:pt x="3000" y="1375"/>
                </a:lnTo>
                <a:lnTo>
                  <a:pt x="2935" y="1475"/>
                </a:lnTo>
                <a:lnTo>
                  <a:pt x="2867" y="1569"/>
                </a:lnTo>
                <a:lnTo>
                  <a:pt x="2794" y="1659"/>
                </a:lnTo>
                <a:lnTo>
                  <a:pt x="2718" y="1742"/>
                </a:lnTo>
                <a:lnTo>
                  <a:pt x="2638" y="1821"/>
                </a:lnTo>
                <a:lnTo>
                  <a:pt x="2554" y="1893"/>
                </a:lnTo>
                <a:lnTo>
                  <a:pt x="2468" y="1959"/>
                </a:lnTo>
                <a:lnTo>
                  <a:pt x="2379" y="2020"/>
                </a:lnTo>
                <a:lnTo>
                  <a:pt x="2287" y="2074"/>
                </a:lnTo>
                <a:lnTo>
                  <a:pt x="2194" y="2122"/>
                </a:lnTo>
                <a:lnTo>
                  <a:pt x="2098" y="2164"/>
                </a:lnTo>
                <a:lnTo>
                  <a:pt x="2001" y="2200"/>
                </a:lnTo>
                <a:lnTo>
                  <a:pt x="1903" y="2229"/>
                </a:lnTo>
                <a:lnTo>
                  <a:pt x="1900" y="2306"/>
                </a:lnTo>
                <a:lnTo>
                  <a:pt x="1888" y="2383"/>
                </a:lnTo>
                <a:lnTo>
                  <a:pt x="1869" y="2458"/>
                </a:lnTo>
                <a:lnTo>
                  <a:pt x="1843" y="2531"/>
                </a:lnTo>
                <a:lnTo>
                  <a:pt x="1810" y="2601"/>
                </a:lnTo>
                <a:lnTo>
                  <a:pt x="1771" y="2667"/>
                </a:lnTo>
                <a:lnTo>
                  <a:pt x="1725" y="2730"/>
                </a:lnTo>
                <a:lnTo>
                  <a:pt x="1673" y="2787"/>
                </a:lnTo>
                <a:lnTo>
                  <a:pt x="1585" y="2771"/>
                </a:lnTo>
                <a:lnTo>
                  <a:pt x="1502" y="2746"/>
                </a:lnTo>
                <a:lnTo>
                  <a:pt x="1425" y="2712"/>
                </a:lnTo>
                <a:lnTo>
                  <a:pt x="1356" y="2670"/>
                </a:lnTo>
                <a:lnTo>
                  <a:pt x="1294" y="2621"/>
                </a:lnTo>
                <a:lnTo>
                  <a:pt x="1241" y="2565"/>
                </a:lnTo>
                <a:lnTo>
                  <a:pt x="1196" y="2505"/>
                </a:lnTo>
                <a:lnTo>
                  <a:pt x="1161" y="2440"/>
                </a:lnTo>
                <a:lnTo>
                  <a:pt x="1136" y="2370"/>
                </a:lnTo>
                <a:lnTo>
                  <a:pt x="1120" y="2300"/>
                </a:lnTo>
                <a:lnTo>
                  <a:pt x="1115" y="2229"/>
                </a:lnTo>
                <a:lnTo>
                  <a:pt x="1112" y="2311"/>
                </a:lnTo>
                <a:lnTo>
                  <a:pt x="1102" y="2395"/>
                </a:lnTo>
                <a:lnTo>
                  <a:pt x="1085" y="2477"/>
                </a:lnTo>
                <a:lnTo>
                  <a:pt x="1061" y="2557"/>
                </a:lnTo>
                <a:lnTo>
                  <a:pt x="1030" y="2635"/>
                </a:lnTo>
                <a:lnTo>
                  <a:pt x="993" y="2712"/>
                </a:lnTo>
                <a:lnTo>
                  <a:pt x="950" y="2786"/>
                </a:lnTo>
                <a:lnTo>
                  <a:pt x="900" y="2857"/>
                </a:lnTo>
                <a:lnTo>
                  <a:pt x="844" y="2925"/>
                </a:lnTo>
                <a:lnTo>
                  <a:pt x="782" y="2989"/>
                </a:lnTo>
                <a:lnTo>
                  <a:pt x="715" y="3049"/>
                </a:lnTo>
                <a:lnTo>
                  <a:pt x="642" y="3105"/>
                </a:lnTo>
                <a:lnTo>
                  <a:pt x="563" y="3156"/>
                </a:lnTo>
                <a:lnTo>
                  <a:pt x="480" y="3202"/>
                </a:lnTo>
                <a:lnTo>
                  <a:pt x="392" y="3242"/>
                </a:lnTo>
                <a:lnTo>
                  <a:pt x="300" y="3277"/>
                </a:lnTo>
                <a:lnTo>
                  <a:pt x="204" y="3306"/>
                </a:lnTo>
                <a:lnTo>
                  <a:pt x="103" y="3328"/>
                </a:lnTo>
                <a:lnTo>
                  <a:pt x="0" y="3344"/>
                </a:lnTo>
                <a:lnTo>
                  <a:pt x="16" y="3241"/>
                </a:lnTo>
                <a:lnTo>
                  <a:pt x="38" y="3141"/>
                </a:lnTo>
                <a:lnTo>
                  <a:pt x="67" y="3045"/>
                </a:lnTo>
                <a:lnTo>
                  <a:pt x="102" y="2953"/>
                </a:lnTo>
                <a:lnTo>
                  <a:pt x="142" y="2865"/>
                </a:lnTo>
                <a:lnTo>
                  <a:pt x="189" y="2782"/>
                </a:lnTo>
                <a:lnTo>
                  <a:pt x="240" y="2703"/>
                </a:lnTo>
                <a:lnTo>
                  <a:pt x="296" y="2630"/>
                </a:lnTo>
                <a:lnTo>
                  <a:pt x="356" y="2563"/>
                </a:lnTo>
                <a:lnTo>
                  <a:pt x="420" y="2501"/>
                </a:lnTo>
                <a:lnTo>
                  <a:pt x="488" y="2445"/>
                </a:lnTo>
                <a:lnTo>
                  <a:pt x="559" y="2395"/>
                </a:lnTo>
                <a:lnTo>
                  <a:pt x="633" y="2351"/>
                </a:lnTo>
                <a:lnTo>
                  <a:pt x="709" y="2314"/>
                </a:lnTo>
                <a:lnTo>
                  <a:pt x="788" y="2283"/>
                </a:lnTo>
                <a:lnTo>
                  <a:pt x="868" y="2259"/>
                </a:lnTo>
                <a:lnTo>
                  <a:pt x="950" y="2242"/>
                </a:lnTo>
                <a:lnTo>
                  <a:pt x="1032" y="2232"/>
                </a:lnTo>
                <a:lnTo>
                  <a:pt x="1115" y="2229"/>
                </a:lnTo>
                <a:lnTo>
                  <a:pt x="1095" y="2214"/>
                </a:lnTo>
                <a:lnTo>
                  <a:pt x="1069" y="2207"/>
                </a:lnTo>
                <a:lnTo>
                  <a:pt x="1041" y="2209"/>
                </a:lnTo>
                <a:lnTo>
                  <a:pt x="1014" y="2221"/>
                </a:lnTo>
                <a:lnTo>
                  <a:pt x="989" y="2241"/>
                </a:lnTo>
                <a:lnTo>
                  <a:pt x="969" y="2271"/>
                </a:lnTo>
                <a:lnTo>
                  <a:pt x="956" y="2307"/>
                </a:lnTo>
                <a:lnTo>
                  <a:pt x="951" y="2349"/>
                </a:lnTo>
                <a:lnTo>
                  <a:pt x="958" y="2395"/>
                </a:lnTo>
                <a:lnTo>
                  <a:pt x="975" y="2442"/>
                </a:lnTo>
                <a:lnTo>
                  <a:pt x="1005" y="2487"/>
                </a:lnTo>
                <a:lnTo>
                  <a:pt x="1046" y="2527"/>
                </a:lnTo>
                <a:lnTo>
                  <a:pt x="1099" y="2560"/>
                </a:lnTo>
                <a:lnTo>
                  <a:pt x="1160" y="2583"/>
                </a:lnTo>
                <a:lnTo>
                  <a:pt x="1230" y="2593"/>
                </a:lnTo>
                <a:lnTo>
                  <a:pt x="1304" y="2590"/>
                </a:lnTo>
                <a:lnTo>
                  <a:pt x="1380" y="2571"/>
                </a:lnTo>
                <a:lnTo>
                  <a:pt x="1455" y="2536"/>
                </a:lnTo>
                <a:lnTo>
                  <a:pt x="1525" y="2485"/>
                </a:lnTo>
                <a:lnTo>
                  <a:pt x="1587" y="2418"/>
                </a:lnTo>
                <a:lnTo>
                  <a:pt x="1638" y="2336"/>
                </a:lnTo>
                <a:lnTo>
                  <a:pt x="1674" y="2243"/>
                </a:lnTo>
                <a:lnTo>
                  <a:pt x="1693" y="2140"/>
                </a:lnTo>
                <a:lnTo>
                  <a:pt x="1693" y="2031"/>
                </a:lnTo>
                <a:lnTo>
                  <a:pt x="1671" y="1920"/>
                </a:lnTo>
                <a:lnTo>
                  <a:pt x="1628" y="1811"/>
                </a:lnTo>
                <a:lnTo>
                  <a:pt x="1562" y="1708"/>
                </a:lnTo>
                <a:lnTo>
                  <a:pt x="1476" y="1615"/>
                </a:lnTo>
                <a:lnTo>
                  <a:pt x="1371" y="1537"/>
                </a:lnTo>
                <a:lnTo>
                  <a:pt x="1250" y="1478"/>
                </a:lnTo>
                <a:lnTo>
                  <a:pt x="1115" y="1441"/>
                </a:lnTo>
                <a:close/>
              </a:path>
            </a:pathLst>
          </a:custGeom>
          <a:noFill/>
          <a:ln w="24840">
            <a:solidFill>
              <a:srgbClr val="78C8A0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11371320" y="8172000"/>
            <a:ext cx="1203840" cy="1203840"/>
          </a:xfrm>
          <a:custGeom>
            <a:avLst/>
            <a:gdLst/>
            <a:ahLst/>
            <a:rect l="0" t="0" r="r" b="b"/>
            <a:pathLst>
              <a:path fill="none" w="3344" h="3344">
                <a:moveTo>
                  <a:pt x="1115" y="1441"/>
                </a:moveTo>
                <a:lnTo>
                  <a:pt x="1144" y="1343"/>
                </a:lnTo>
                <a:lnTo>
                  <a:pt x="1180" y="1246"/>
                </a:lnTo>
                <a:lnTo>
                  <a:pt x="1222" y="1150"/>
                </a:lnTo>
                <a:lnTo>
                  <a:pt x="1270" y="1057"/>
                </a:lnTo>
                <a:lnTo>
                  <a:pt x="1324" y="965"/>
                </a:lnTo>
                <a:lnTo>
                  <a:pt x="1384" y="876"/>
                </a:lnTo>
                <a:lnTo>
                  <a:pt x="1451" y="790"/>
                </a:lnTo>
                <a:lnTo>
                  <a:pt x="1523" y="706"/>
                </a:lnTo>
                <a:lnTo>
                  <a:pt x="1601" y="626"/>
                </a:lnTo>
                <a:lnTo>
                  <a:pt x="1685" y="550"/>
                </a:lnTo>
                <a:lnTo>
                  <a:pt x="1775" y="477"/>
                </a:lnTo>
                <a:lnTo>
                  <a:pt x="1869" y="409"/>
                </a:lnTo>
                <a:lnTo>
                  <a:pt x="1969" y="344"/>
                </a:lnTo>
                <a:lnTo>
                  <a:pt x="2074" y="285"/>
                </a:lnTo>
                <a:lnTo>
                  <a:pt x="2183" y="230"/>
                </a:lnTo>
                <a:lnTo>
                  <a:pt x="2297" y="181"/>
                </a:lnTo>
                <a:lnTo>
                  <a:pt x="2416" y="137"/>
                </a:lnTo>
                <a:lnTo>
                  <a:pt x="2538" y="99"/>
                </a:lnTo>
                <a:lnTo>
                  <a:pt x="2665" y="67"/>
                </a:lnTo>
                <a:lnTo>
                  <a:pt x="2794" y="40"/>
                </a:lnTo>
                <a:lnTo>
                  <a:pt x="2928" y="20"/>
                </a:lnTo>
                <a:lnTo>
                  <a:pt x="3064" y="7"/>
                </a:lnTo>
                <a:lnTo>
                  <a:pt x="3203" y="0"/>
                </a:lnTo>
                <a:lnTo>
                  <a:pt x="3344" y="0"/>
                </a:lnTo>
                <a:lnTo>
                  <a:pt x="3344" y="141"/>
                </a:lnTo>
                <a:lnTo>
                  <a:pt x="3337" y="280"/>
                </a:lnTo>
                <a:lnTo>
                  <a:pt x="3323" y="416"/>
                </a:lnTo>
                <a:lnTo>
                  <a:pt x="3304" y="550"/>
                </a:lnTo>
                <a:lnTo>
                  <a:pt x="3277" y="679"/>
                </a:lnTo>
                <a:lnTo>
                  <a:pt x="3245" y="806"/>
                </a:lnTo>
                <a:lnTo>
                  <a:pt x="3207" y="928"/>
                </a:lnTo>
                <a:lnTo>
                  <a:pt x="3163" y="1047"/>
                </a:lnTo>
                <a:lnTo>
                  <a:pt x="3113" y="1161"/>
                </a:lnTo>
                <a:lnTo>
                  <a:pt x="3059" y="1270"/>
                </a:lnTo>
                <a:lnTo>
                  <a:pt x="3000" y="1375"/>
                </a:lnTo>
                <a:lnTo>
                  <a:pt x="2935" y="1475"/>
                </a:lnTo>
                <a:lnTo>
                  <a:pt x="2867" y="1569"/>
                </a:lnTo>
                <a:lnTo>
                  <a:pt x="2794" y="1659"/>
                </a:lnTo>
                <a:lnTo>
                  <a:pt x="2718" y="1742"/>
                </a:lnTo>
                <a:lnTo>
                  <a:pt x="2638" y="1821"/>
                </a:lnTo>
                <a:lnTo>
                  <a:pt x="2554" y="1893"/>
                </a:lnTo>
                <a:lnTo>
                  <a:pt x="2468" y="1959"/>
                </a:lnTo>
                <a:lnTo>
                  <a:pt x="2379" y="2020"/>
                </a:lnTo>
                <a:lnTo>
                  <a:pt x="2287" y="2074"/>
                </a:lnTo>
                <a:lnTo>
                  <a:pt x="2194" y="2122"/>
                </a:lnTo>
                <a:lnTo>
                  <a:pt x="2098" y="2164"/>
                </a:lnTo>
                <a:lnTo>
                  <a:pt x="2001" y="2200"/>
                </a:lnTo>
                <a:lnTo>
                  <a:pt x="1903" y="2229"/>
                </a:lnTo>
                <a:lnTo>
                  <a:pt x="1900" y="2306"/>
                </a:lnTo>
                <a:lnTo>
                  <a:pt x="1888" y="2383"/>
                </a:lnTo>
                <a:lnTo>
                  <a:pt x="1869" y="2458"/>
                </a:lnTo>
                <a:lnTo>
                  <a:pt x="1843" y="2531"/>
                </a:lnTo>
                <a:lnTo>
                  <a:pt x="1810" y="2601"/>
                </a:lnTo>
                <a:lnTo>
                  <a:pt x="1771" y="2667"/>
                </a:lnTo>
                <a:lnTo>
                  <a:pt x="1725" y="2730"/>
                </a:lnTo>
                <a:lnTo>
                  <a:pt x="1673" y="2787"/>
                </a:lnTo>
                <a:lnTo>
                  <a:pt x="1585" y="2771"/>
                </a:lnTo>
                <a:lnTo>
                  <a:pt x="1502" y="2746"/>
                </a:lnTo>
                <a:lnTo>
                  <a:pt x="1425" y="2712"/>
                </a:lnTo>
                <a:lnTo>
                  <a:pt x="1356" y="2670"/>
                </a:lnTo>
                <a:lnTo>
                  <a:pt x="1294" y="2621"/>
                </a:lnTo>
                <a:lnTo>
                  <a:pt x="1241" y="2565"/>
                </a:lnTo>
                <a:lnTo>
                  <a:pt x="1196" y="2505"/>
                </a:lnTo>
                <a:lnTo>
                  <a:pt x="1161" y="2440"/>
                </a:lnTo>
                <a:lnTo>
                  <a:pt x="1136" y="2370"/>
                </a:lnTo>
                <a:lnTo>
                  <a:pt x="1120" y="2300"/>
                </a:lnTo>
                <a:lnTo>
                  <a:pt x="1115" y="2229"/>
                </a:lnTo>
                <a:lnTo>
                  <a:pt x="1112" y="2311"/>
                </a:lnTo>
                <a:lnTo>
                  <a:pt x="1102" y="2395"/>
                </a:lnTo>
                <a:lnTo>
                  <a:pt x="1085" y="2477"/>
                </a:lnTo>
                <a:lnTo>
                  <a:pt x="1061" y="2557"/>
                </a:lnTo>
                <a:lnTo>
                  <a:pt x="1030" y="2635"/>
                </a:lnTo>
                <a:lnTo>
                  <a:pt x="993" y="2712"/>
                </a:lnTo>
                <a:lnTo>
                  <a:pt x="950" y="2786"/>
                </a:lnTo>
                <a:lnTo>
                  <a:pt x="900" y="2857"/>
                </a:lnTo>
                <a:lnTo>
                  <a:pt x="844" y="2925"/>
                </a:lnTo>
                <a:lnTo>
                  <a:pt x="782" y="2989"/>
                </a:lnTo>
                <a:lnTo>
                  <a:pt x="715" y="3049"/>
                </a:lnTo>
                <a:lnTo>
                  <a:pt x="642" y="3105"/>
                </a:lnTo>
                <a:lnTo>
                  <a:pt x="563" y="3156"/>
                </a:lnTo>
                <a:lnTo>
                  <a:pt x="480" y="3202"/>
                </a:lnTo>
                <a:lnTo>
                  <a:pt x="392" y="3242"/>
                </a:lnTo>
                <a:lnTo>
                  <a:pt x="300" y="3277"/>
                </a:lnTo>
                <a:lnTo>
                  <a:pt x="204" y="3306"/>
                </a:lnTo>
                <a:lnTo>
                  <a:pt x="103" y="3328"/>
                </a:lnTo>
                <a:lnTo>
                  <a:pt x="0" y="3344"/>
                </a:lnTo>
                <a:lnTo>
                  <a:pt x="16" y="3241"/>
                </a:lnTo>
                <a:lnTo>
                  <a:pt x="38" y="3141"/>
                </a:lnTo>
                <a:lnTo>
                  <a:pt x="67" y="3045"/>
                </a:lnTo>
                <a:lnTo>
                  <a:pt x="102" y="2953"/>
                </a:lnTo>
                <a:lnTo>
                  <a:pt x="142" y="2865"/>
                </a:lnTo>
                <a:lnTo>
                  <a:pt x="189" y="2782"/>
                </a:lnTo>
                <a:lnTo>
                  <a:pt x="240" y="2703"/>
                </a:lnTo>
                <a:lnTo>
                  <a:pt x="296" y="2630"/>
                </a:lnTo>
                <a:lnTo>
                  <a:pt x="356" y="2563"/>
                </a:lnTo>
                <a:lnTo>
                  <a:pt x="420" y="2501"/>
                </a:lnTo>
                <a:lnTo>
                  <a:pt x="488" y="2445"/>
                </a:lnTo>
                <a:lnTo>
                  <a:pt x="559" y="2395"/>
                </a:lnTo>
                <a:lnTo>
                  <a:pt x="633" y="2351"/>
                </a:lnTo>
                <a:lnTo>
                  <a:pt x="709" y="2314"/>
                </a:lnTo>
                <a:lnTo>
                  <a:pt x="788" y="2283"/>
                </a:lnTo>
                <a:lnTo>
                  <a:pt x="868" y="2259"/>
                </a:lnTo>
                <a:lnTo>
                  <a:pt x="950" y="2242"/>
                </a:lnTo>
                <a:lnTo>
                  <a:pt x="1032" y="2232"/>
                </a:lnTo>
                <a:lnTo>
                  <a:pt x="1115" y="2229"/>
                </a:lnTo>
              </a:path>
            </a:pathLst>
          </a:custGeom>
          <a:ln w="24840">
            <a:solidFill>
              <a:srgbClr val="78C8A0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11741040" y="865908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78C8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11741040" y="865908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8C8A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12543120" y="814032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8C8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12543120" y="814032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8C8A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12024720" y="8942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78C8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2024720" y="8942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8C8A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11941560" y="914328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78C8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11941560" y="914328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8C8A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11741040" y="8942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78C8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11741040" y="8942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8C8A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11339640" y="934380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8C8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11339640" y="934380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8C8A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11741040" y="8942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78C8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11741040" y="8942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8C8A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11741040" y="894276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78C8A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11741040" y="894276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8C8A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 flipV="1">
            <a:off x="11772360" y="783972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11772360" y="8172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692" y="1538"/>
                </a:lnTo>
                <a:lnTo>
                  <a:pt x="769" y="1461"/>
                </a:lnTo>
                <a:lnTo>
                  <a:pt x="846" y="1384"/>
                </a:lnTo>
                <a:lnTo>
                  <a:pt x="1846" y="384"/>
                </a:lnTo>
                <a:lnTo>
                  <a:pt x="1923" y="307"/>
                </a:lnTo>
                <a:lnTo>
                  <a:pt x="2000" y="230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1772360" y="8974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11772360" y="8974440"/>
            <a:ext cx="802800" cy="802440"/>
          </a:xfrm>
          <a:custGeom>
            <a:avLst/>
            <a:gdLst/>
            <a:ahLst/>
            <a:rect l="0" t="0" r="r" b="b"/>
            <a:pathLst>
              <a:path fill="none" w="2230" h="2229">
                <a:moveTo>
                  <a:pt x="0" y="0"/>
                </a:moveTo>
                <a:lnTo>
                  <a:pt x="77" y="76"/>
                </a:lnTo>
                <a:lnTo>
                  <a:pt x="154" y="153"/>
                </a:lnTo>
                <a:lnTo>
                  <a:pt x="231" y="230"/>
                </a:lnTo>
                <a:lnTo>
                  <a:pt x="308" y="307"/>
                </a:lnTo>
                <a:lnTo>
                  <a:pt x="385" y="384"/>
                </a:lnTo>
                <a:lnTo>
                  <a:pt x="462" y="461"/>
                </a:lnTo>
                <a:lnTo>
                  <a:pt x="538" y="538"/>
                </a:lnTo>
                <a:lnTo>
                  <a:pt x="615" y="615"/>
                </a:lnTo>
                <a:lnTo>
                  <a:pt x="692" y="691"/>
                </a:lnTo>
                <a:lnTo>
                  <a:pt x="769" y="769"/>
                </a:lnTo>
                <a:lnTo>
                  <a:pt x="923" y="923"/>
                </a:lnTo>
                <a:lnTo>
                  <a:pt x="1000" y="1000"/>
                </a:lnTo>
                <a:lnTo>
                  <a:pt x="1076" y="1077"/>
                </a:lnTo>
                <a:lnTo>
                  <a:pt x="1153" y="1153"/>
                </a:lnTo>
                <a:lnTo>
                  <a:pt x="1230" y="1230"/>
                </a:lnTo>
                <a:lnTo>
                  <a:pt x="1307" y="1307"/>
                </a:lnTo>
                <a:lnTo>
                  <a:pt x="1384" y="1384"/>
                </a:lnTo>
                <a:lnTo>
                  <a:pt x="1461" y="1461"/>
                </a:lnTo>
                <a:lnTo>
                  <a:pt x="1538" y="1538"/>
                </a:lnTo>
                <a:lnTo>
                  <a:pt x="1614" y="1615"/>
                </a:lnTo>
                <a:lnTo>
                  <a:pt x="1691" y="1691"/>
                </a:lnTo>
                <a:lnTo>
                  <a:pt x="1768" y="1768"/>
                </a:lnTo>
                <a:lnTo>
                  <a:pt x="1846" y="1845"/>
                </a:lnTo>
                <a:lnTo>
                  <a:pt x="1923" y="1922"/>
                </a:lnTo>
                <a:lnTo>
                  <a:pt x="2077" y="2076"/>
                </a:lnTo>
                <a:lnTo>
                  <a:pt x="2153" y="2153"/>
                </a:lnTo>
                <a:lnTo>
                  <a:pt x="2230" y="2229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11772360" y="897444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10969920" y="8974440"/>
            <a:ext cx="802800" cy="802440"/>
          </a:xfrm>
          <a:custGeom>
            <a:avLst/>
            <a:gdLst/>
            <a:ahLst/>
            <a:rect l="0" t="0" r="r" b="b"/>
            <a:pathLst>
              <a:path fill="none" w="2230" h="2229">
                <a:moveTo>
                  <a:pt x="2230" y="0"/>
                </a:moveTo>
                <a:lnTo>
                  <a:pt x="2153" y="76"/>
                </a:lnTo>
                <a:lnTo>
                  <a:pt x="2077" y="153"/>
                </a:lnTo>
                <a:lnTo>
                  <a:pt x="1076" y="1153"/>
                </a:lnTo>
                <a:lnTo>
                  <a:pt x="1000" y="1230"/>
                </a:lnTo>
                <a:lnTo>
                  <a:pt x="923" y="1307"/>
                </a:lnTo>
                <a:lnTo>
                  <a:pt x="0" y="2229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 flipH="1">
            <a:off x="10637640" y="8974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10969920" y="8172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3"/>
                </a:lnTo>
                <a:lnTo>
                  <a:pt x="2077" y="2076"/>
                </a:lnTo>
                <a:lnTo>
                  <a:pt x="2000" y="1999"/>
                </a:lnTo>
                <a:lnTo>
                  <a:pt x="1923" y="1922"/>
                </a:lnTo>
                <a:lnTo>
                  <a:pt x="1846" y="1845"/>
                </a:lnTo>
                <a:lnTo>
                  <a:pt x="1768" y="1768"/>
                </a:lnTo>
                <a:lnTo>
                  <a:pt x="1691" y="1692"/>
                </a:lnTo>
                <a:lnTo>
                  <a:pt x="1614" y="1615"/>
                </a:lnTo>
                <a:lnTo>
                  <a:pt x="1538" y="1538"/>
                </a:lnTo>
                <a:lnTo>
                  <a:pt x="1461" y="1461"/>
                </a:lnTo>
                <a:lnTo>
                  <a:pt x="1384" y="1384"/>
                </a:lnTo>
                <a:lnTo>
                  <a:pt x="1307" y="1307"/>
                </a:lnTo>
                <a:lnTo>
                  <a:pt x="1230" y="1230"/>
                </a:lnTo>
                <a:lnTo>
                  <a:pt x="1153" y="1154"/>
                </a:lnTo>
                <a:lnTo>
                  <a:pt x="1000" y="1000"/>
                </a:lnTo>
                <a:lnTo>
                  <a:pt x="923" y="923"/>
                </a:lnTo>
                <a:lnTo>
                  <a:pt x="846" y="846"/>
                </a:lnTo>
                <a:lnTo>
                  <a:pt x="769" y="769"/>
                </a:lnTo>
                <a:lnTo>
                  <a:pt x="692" y="691"/>
                </a:lnTo>
                <a:lnTo>
                  <a:pt x="615" y="615"/>
                </a:lnTo>
                <a:lnTo>
                  <a:pt x="538" y="538"/>
                </a:lnTo>
                <a:lnTo>
                  <a:pt x="462" y="461"/>
                </a:lnTo>
                <a:lnTo>
                  <a:pt x="385" y="384"/>
                </a:lnTo>
                <a:lnTo>
                  <a:pt x="308" y="307"/>
                </a:lnTo>
                <a:lnTo>
                  <a:pt x="231" y="230"/>
                </a:lnTo>
                <a:lnTo>
                  <a:pt x="154" y="153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11181960" y="7345080"/>
            <a:ext cx="11502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9, species = 4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1639160" y="765360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12440520" y="8027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12941280" y="893016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12427560" y="9832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11626560" y="1020672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10616040" y="9832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10375560" y="893016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10628640" y="8027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10113840" y="8368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69480" y="11000880"/>
            <a:ext cx="3302280" cy="3001320"/>
          </a:xfrm>
          <a:custGeom>
            <a:avLst/>
            <a:gdLst/>
            <a:ahLst/>
            <a:rect l="0" t="0" r="r" b="b"/>
            <a:pathLst>
              <a:path w="9173" h="8337">
                <a:moveTo>
                  <a:pt x="0" y="0"/>
                </a:moveTo>
                <a:lnTo>
                  <a:pt x="9173" y="0"/>
                </a:lnTo>
                <a:lnTo>
                  <a:pt x="9173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98520" y="10518840"/>
            <a:ext cx="2935440" cy="482400"/>
          </a:xfrm>
          <a:custGeom>
            <a:avLst/>
            <a:gdLst/>
            <a:ahLst/>
            <a:rect l="0" t="0" r="r" b="b"/>
            <a:pathLst>
              <a:path w="8154" h="1340">
                <a:moveTo>
                  <a:pt x="0" y="0"/>
                </a:moveTo>
                <a:lnTo>
                  <a:pt x="8154" y="0"/>
                </a:lnTo>
                <a:lnTo>
                  <a:pt x="8154" y="1340"/>
                </a:lnTo>
                <a:lnTo>
                  <a:pt x="0" y="13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10063080" y="780156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1504440" y="10632240"/>
            <a:ext cx="6966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Galliformes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447480" y="11039040"/>
            <a:ext cx="2837520" cy="2837160"/>
          </a:xfrm>
          <a:custGeom>
            <a:avLst/>
            <a:gdLst/>
            <a:ahLst/>
            <a:rect l="0" t="0" r="r" b="b"/>
            <a:pathLst>
              <a:path w="7882" h="7881">
                <a:moveTo>
                  <a:pt x="0" y="0"/>
                </a:moveTo>
                <a:lnTo>
                  <a:pt x="7882" y="0"/>
                </a:lnTo>
                <a:lnTo>
                  <a:pt x="7882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 flipV="1">
            <a:off x="1866240" y="111808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 flipV="1">
            <a:off x="1866240" y="1155456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1866240" y="12457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1866240" y="1245744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1866240" y="1245744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 flipH="1">
            <a:off x="963360" y="1245744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 flipH="1">
            <a:off x="589320" y="12457440"/>
            <a:ext cx="127692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 flipH="1" flipV="1">
            <a:off x="963360" y="1155456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1298880" y="11890080"/>
            <a:ext cx="1134720" cy="1134720"/>
          </a:xfrm>
          <a:custGeom>
            <a:avLst/>
            <a:gdLst/>
            <a:ahLst/>
            <a:rect l="0" t="0" r="r" b="b"/>
            <a:pathLst>
              <a:path fill="none" w="3152" h="3152">
                <a:moveTo>
                  <a:pt x="1577" y="0"/>
                </a:moveTo>
                <a:lnTo>
                  <a:pt x="1677" y="3"/>
                </a:lnTo>
                <a:lnTo>
                  <a:pt x="1776" y="13"/>
                </a:lnTo>
                <a:lnTo>
                  <a:pt x="1875" y="28"/>
                </a:lnTo>
                <a:lnTo>
                  <a:pt x="1972" y="50"/>
                </a:lnTo>
                <a:lnTo>
                  <a:pt x="2068" y="80"/>
                </a:lnTo>
                <a:lnTo>
                  <a:pt x="2162" y="114"/>
                </a:lnTo>
                <a:lnTo>
                  <a:pt x="2254" y="154"/>
                </a:lnTo>
                <a:lnTo>
                  <a:pt x="2343" y="200"/>
                </a:lnTo>
                <a:lnTo>
                  <a:pt x="2429" y="251"/>
                </a:lnTo>
                <a:lnTo>
                  <a:pt x="2511" y="308"/>
                </a:lnTo>
                <a:lnTo>
                  <a:pt x="2590" y="370"/>
                </a:lnTo>
                <a:lnTo>
                  <a:pt x="2664" y="436"/>
                </a:lnTo>
                <a:lnTo>
                  <a:pt x="2734" y="507"/>
                </a:lnTo>
                <a:lnTo>
                  <a:pt x="2800" y="583"/>
                </a:lnTo>
                <a:lnTo>
                  <a:pt x="2860" y="663"/>
                </a:lnTo>
                <a:lnTo>
                  <a:pt x="2916" y="746"/>
                </a:lnTo>
                <a:lnTo>
                  <a:pt x="2966" y="833"/>
                </a:lnTo>
                <a:lnTo>
                  <a:pt x="3010" y="922"/>
                </a:lnTo>
                <a:lnTo>
                  <a:pt x="3049" y="1014"/>
                </a:lnTo>
                <a:lnTo>
                  <a:pt x="3081" y="1109"/>
                </a:lnTo>
                <a:lnTo>
                  <a:pt x="3108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2" y="1602"/>
                </a:lnTo>
                <a:lnTo>
                  <a:pt x="3148" y="1702"/>
                </a:lnTo>
                <a:lnTo>
                  <a:pt x="3137" y="1801"/>
                </a:lnTo>
                <a:lnTo>
                  <a:pt x="3119" y="1900"/>
                </a:lnTo>
                <a:lnTo>
                  <a:pt x="3096" y="1997"/>
                </a:lnTo>
                <a:lnTo>
                  <a:pt x="3066" y="2092"/>
                </a:lnTo>
                <a:lnTo>
                  <a:pt x="3030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1"/>
                </a:lnTo>
                <a:lnTo>
                  <a:pt x="2768" y="2609"/>
                </a:lnTo>
                <a:lnTo>
                  <a:pt x="2700" y="2682"/>
                </a:lnTo>
                <a:lnTo>
                  <a:pt x="2627" y="2751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6" y="3146"/>
                </a:lnTo>
                <a:lnTo>
                  <a:pt x="1627" y="3152"/>
                </a:lnTo>
                <a:lnTo>
                  <a:pt x="1527" y="3152"/>
                </a:lnTo>
                <a:lnTo>
                  <a:pt x="1427" y="3146"/>
                </a:lnTo>
                <a:lnTo>
                  <a:pt x="1328" y="3133"/>
                </a:lnTo>
                <a:lnTo>
                  <a:pt x="1229" y="3114"/>
                </a:lnTo>
                <a:lnTo>
                  <a:pt x="1133" y="3089"/>
                </a:lnTo>
                <a:lnTo>
                  <a:pt x="1037" y="3058"/>
                </a:lnTo>
                <a:lnTo>
                  <a:pt x="944" y="3021"/>
                </a:lnTo>
                <a:lnTo>
                  <a:pt x="853" y="2978"/>
                </a:lnTo>
                <a:lnTo>
                  <a:pt x="766" y="2929"/>
                </a:lnTo>
                <a:lnTo>
                  <a:pt x="682" y="2875"/>
                </a:lnTo>
                <a:lnTo>
                  <a:pt x="601" y="2816"/>
                </a:lnTo>
                <a:lnTo>
                  <a:pt x="525" y="2751"/>
                </a:lnTo>
                <a:lnTo>
                  <a:pt x="452" y="2682"/>
                </a:lnTo>
                <a:lnTo>
                  <a:pt x="385" y="2609"/>
                </a:lnTo>
                <a:lnTo>
                  <a:pt x="321" y="2531"/>
                </a:lnTo>
                <a:lnTo>
                  <a:pt x="263" y="2450"/>
                </a:lnTo>
                <a:lnTo>
                  <a:pt x="211" y="2365"/>
                </a:lnTo>
                <a:lnTo>
                  <a:pt x="163" y="2277"/>
                </a:lnTo>
                <a:lnTo>
                  <a:pt x="122" y="2186"/>
                </a:lnTo>
                <a:lnTo>
                  <a:pt x="86" y="2092"/>
                </a:lnTo>
                <a:lnTo>
                  <a:pt x="57" y="1997"/>
                </a:lnTo>
                <a:lnTo>
                  <a:pt x="33" y="1900"/>
                </a:lnTo>
                <a:lnTo>
                  <a:pt x="16" y="1801"/>
                </a:lnTo>
                <a:lnTo>
                  <a:pt x="4" y="1702"/>
                </a:lnTo>
                <a:lnTo>
                  <a:pt x="0" y="1602"/>
                </a:lnTo>
                <a:lnTo>
                  <a:pt x="1" y="1502"/>
                </a:lnTo>
                <a:lnTo>
                  <a:pt x="9" y="1402"/>
                </a:lnTo>
                <a:lnTo>
                  <a:pt x="23" y="1303"/>
                </a:lnTo>
                <a:lnTo>
                  <a:pt x="44" y="1205"/>
                </a:lnTo>
                <a:lnTo>
                  <a:pt x="71" y="1109"/>
                </a:lnTo>
                <a:lnTo>
                  <a:pt x="103" y="1014"/>
                </a:lnTo>
                <a:lnTo>
                  <a:pt x="142" y="922"/>
                </a:lnTo>
                <a:lnTo>
                  <a:pt x="186" y="833"/>
                </a:lnTo>
                <a:lnTo>
                  <a:pt x="236" y="746"/>
                </a:lnTo>
                <a:lnTo>
                  <a:pt x="292" y="663"/>
                </a:lnTo>
                <a:lnTo>
                  <a:pt x="352" y="583"/>
                </a:lnTo>
                <a:lnTo>
                  <a:pt x="418" y="507"/>
                </a:lnTo>
                <a:lnTo>
                  <a:pt x="488" y="436"/>
                </a:lnTo>
                <a:lnTo>
                  <a:pt x="563" y="370"/>
                </a:lnTo>
                <a:lnTo>
                  <a:pt x="641" y="308"/>
                </a:lnTo>
                <a:lnTo>
                  <a:pt x="724" y="251"/>
                </a:lnTo>
                <a:lnTo>
                  <a:pt x="809" y="200"/>
                </a:lnTo>
                <a:lnTo>
                  <a:pt x="898" y="154"/>
                </a:lnTo>
                <a:lnTo>
                  <a:pt x="990" y="114"/>
                </a:lnTo>
                <a:lnTo>
                  <a:pt x="1084" y="80"/>
                </a:lnTo>
                <a:lnTo>
                  <a:pt x="1181" y="50"/>
                </a:lnTo>
                <a:lnTo>
                  <a:pt x="1278" y="28"/>
                </a:lnTo>
                <a:lnTo>
                  <a:pt x="1377" y="13"/>
                </a:lnTo>
                <a:lnTo>
                  <a:pt x="1477" y="3"/>
                </a:lnTo>
                <a:lnTo>
                  <a:pt x="157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731520" y="11322720"/>
            <a:ext cx="2269440" cy="2269080"/>
          </a:xfrm>
          <a:custGeom>
            <a:avLst/>
            <a:gdLst/>
            <a:ahLst/>
            <a:rect l="0" t="0" r="r" b="b"/>
            <a:pathLst>
              <a:path fill="none" w="6304" h="6303">
                <a:moveTo>
                  <a:pt x="3153" y="0"/>
                </a:moveTo>
                <a:lnTo>
                  <a:pt x="3352" y="6"/>
                </a:lnTo>
                <a:lnTo>
                  <a:pt x="3552" y="25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6"/>
                </a:lnTo>
                <a:lnTo>
                  <a:pt x="4507" y="306"/>
                </a:lnTo>
                <a:lnTo>
                  <a:pt x="4685" y="397"/>
                </a:lnTo>
                <a:lnTo>
                  <a:pt x="4857" y="500"/>
                </a:lnTo>
                <a:lnTo>
                  <a:pt x="5021" y="614"/>
                </a:lnTo>
                <a:lnTo>
                  <a:pt x="5179" y="737"/>
                </a:lnTo>
                <a:lnTo>
                  <a:pt x="5328" y="871"/>
                </a:lnTo>
                <a:lnTo>
                  <a:pt x="5468" y="1013"/>
                </a:lnTo>
                <a:lnTo>
                  <a:pt x="5599" y="1164"/>
                </a:lnTo>
                <a:lnTo>
                  <a:pt x="5720" y="1323"/>
                </a:lnTo>
                <a:lnTo>
                  <a:pt x="5831" y="1490"/>
                </a:lnTo>
                <a:lnTo>
                  <a:pt x="5931" y="1663"/>
                </a:lnTo>
                <a:lnTo>
                  <a:pt x="6020" y="1842"/>
                </a:lnTo>
                <a:lnTo>
                  <a:pt x="6097" y="2027"/>
                </a:lnTo>
                <a:lnTo>
                  <a:pt x="6163" y="2216"/>
                </a:lnTo>
                <a:lnTo>
                  <a:pt x="6216" y="2409"/>
                </a:lnTo>
                <a:lnTo>
                  <a:pt x="6257" y="2604"/>
                </a:lnTo>
                <a:lnTo>
                  <a:pt x="6285" y="2803"/>
                </a:lnTo>
                <a:lnTo>
                  <a:pt x="6301" y="3002"/>
                </a:lnTo>
                <a:lnTo>
                  <a:pt x="6304" y="3202"/>
                </a:lnTo>
                <a:lnTo>
                  <a:pt x="6295" y="3403"/>
                </a:lnTo>
                <a:lnTo>
                  <a:pt x="6273" y="3602"/>
                </a:lnTo>
                <a:lnTo>
                  <a:pt x="6238" y="3798"/>
                </a:lnTo>
                <a:lnTo>
                  <a:pt x="6191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2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1" y="5631"/>
                </a:lnTo>
                <a:lnTo>
                  <a:pt x="4940" y="5749"/>
                </a:lnTo>
                <a:lnTo>
                  <a:pt x="4772" y="5857"/>
                </a:lnTo>
                <a:lnTo>
                  <a:pt x="4597" y="5955"/>
                </a:lnTo>
                <a:lnTo>
                  <a:pt x="4416" y="6041"/>
                </a:lnTo>
                <a:lnTo>
                  <a:pt x="4231" y="6115"/>
                </a:lnTo>
                <a:lnTo>
                  <a:pt x="4041" y="6177"/>
                </a:lnTo>
                <a:lnTo>
                  <a:pt x="3847" y="6227"/>
                </a:lnTo>
                <a:lnTo>
                  <a:pt x="3651" y="6265"/>
                </a:lnTo>
                <a:lnTo>
                  <a:pt x="3452" y="6291"/>
                </a:lnTo>
                <a:lnTo>
                  <a:pt x="3253" y="6303"/>
                </a:lnTo>
                <a:lnTo>
                  <a:pt x="3053" y="6303"/>
                </a:lnTo>
                <a:lnTo>
                  <a:pt x="2853" y="6291"/>
                </a:lnTo>
                <a:lnTo>
                  <a:pt x="2655" y="6265"/>
                </a:lnTo>
                <a:lnTo>
                  <a:pt x="2458" y="6227"/>
                </a:lnTo>
                <a:lnTo>
                  <a:pt x="2265" y="6177"/>
                </a:lnTo>
                <a:lnTo>
                  <a:pt x="2075" y="6115"/>
                </a:lnTo>
                <a:lnTo>
                  <a:pt x="1889" y="6041"/>
                </a:lnTo>
                <a:lnTo>
                  <a:pt x="1708" y="5955"/>
                </a:lnTo>
                <a:lnTo>
                  <a:pt x="1533" y="5857"/>
                </a:lnTo>
                <a:lnTo>
                  <a:pt x="1365" y="5749"/>
                </a:lnTo>
                <a:lnTo>
                  <a:pt x="1204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69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7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6" y="3798"/>
                </a:lnTo>
                <a:lnTo>
                  <a:pt x="32" y="3602"/>
                </a:lnTo>
                <a:lnTo>
                  <a:pt x="9" y="3403"/>
                </a:lnTo>
                <a:lnTo>
                  <a:pt x="0" y="3202"/>
                </a:lnTo>
                <a:lnTo>
                  <a:pt x="3" y="3002"/>
                </a:lnTo>
                <a:lnTo>
                  <a:pt x="19" y="2803"/>
                </a:lnTo>
                <a:lnTo>
                  <a:pt x="47" y="2604"/>
                </a:lnTo>
                <a:lnTo>
                  <a:pt x="88" y="2409"/>
                </a:lnTo>
                <a:lnTo>
                  <a:pt x="142" y="2216"/>
                </a:lnTo>
                <a:lnTo>
                  <a:pt x="207" y="2027"/>
                </a:lnTo>
                <a:lnTo>
                  <a:pt x="284" y="1842"/>
                </a:lnTo>
                <a:lnTo>
                  <a:pt x="373" y="1663"/>
                </a:lnTo>
                <a:lnTo>
                  <a:pt x="473" y="1490"/>
                </a:lnTo>
                <a:lnTo>
                  <a:pt x="584" y="1323"/>
                </a:lnTo>
                <a:lnTo>
                  <a:pt x="705" y="1164"/>
                </a:lnTo>
                <a:lnTo>
                  <a:pt x="836" y="1013"/>
                </a:lnTo>
                <a:lnTo>
                  <a:pt x="976" y="871"/>
                </a:lnTo>
                <a:lnTo>
                  <a:pt x="1126" y="737"/>
                </a:lnTo>
                <a:lnTo>
                  <a:pt x="1284" y="614"/>
                </a:lnTo>
                <a:lnTo>
                  <a:pt x="1448" y="500"/>
                </a:lnTo>
                <a:lnTo>
                  <a:pt x="1620" y="397"/>
                </a:lnTo>
                <a:lnTo>
                  <a:pt x="1798" y="306"/>
                </a:lnTo>
                <a:lnTo>
                  <a:pt x="1981" y="226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7"/>
                </a:lnTo>
                <a:lnTo>
                  <a:pt x="2754" y="25"/>
                </a:lnTo>
                <a:lnTo>
                  <a:pt x="2953" y="6"/>
                </a:lnTo>
                <a:lnTo>
                  <a:pt x="3153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589680" y="1118088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7" y="0"/>
                </a:moveTo>
                <a:lnTo>
                  <a:pt x="3771" y="7"/>
                </a:lnTo>
                <a:lnTo>
                  <a:pt x="3996" y="28"/>
                </a:lnTo>
                <a:lnTo>
                  <a:pt x="4218" y="64"/>
                </a:lnTo>
                <a:lnTo>
                  <a:pt x="4437" y="113"/>
                </a:lnTo>
                <a:lnTo>
                  <a:pt x="4653" y="177"/>
                </a:lnTo>
                <a:lnTo>
                  <a:pt x="4865" y="254"/>
                </a:lnTo>
                <a:lnTo>
                  <a:pt x="5071" y="344"/>
                </a:lnTo>
                <a:lnTo>
                  <a:pt x="5271" y="447"/>
                </a:lnTo>
                <a:lnTo>
                  <a:pt x="5464" y="563"/>
                </a:lnTo>
                <a:lnTo>
                  <a:pt x="5649" y="690"/>
                </a:lnTo>
                <a:lnTo>
                  <a:pt x="5826" y="829"/>
                </a:lnTo>
                <a:lnTo>
                  <a:pt x="5994" y="981"/>
                </a:lnTo>
                <a:lnTo>
                  <a:pt x="6152" y="1141"/>
                </a:lnTo>
                <a:lnTo>
                  <a:pt x="6299" y="1311"/>
                </a:lnTo>
                <a:lnTo>
                  <a:pt x="6435" y="1490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4"/>
                </a:lnTo>
                <a:lnTo>
                  <a:pt x="6859" y="2281"/>
                </a:lnTo>
                <a:lnTo>
                  <a:pt x="6933" y="2494"/>
                </a:lnTo>
                <a:lnTo>
                  <a:pt x="6993" y="2711"/>
                </a:lnTo>
                <a:lnTo>
                  <a:pt x="7039" y="2931"/>
                </a:lnTo>
                <a:lnTo>
                  <a:pt x="7071" y="3154"/>
                </a:lnTo>
                <a:lnTo>
                  <a:pt x="7089" y="3378"/>
                </a:lnTo>
                <a:lnTo>
                  <a:pt x="7092" y="3603"/>
                </a:lnTo>
                <a:lnTo>
                  <a:pt x="7081" y="3828"/>
                </a:lnTo>
                <a:lnTo>
                  <a:pt x="7057" y="4052"/>
                </a:lnTo>
                <a:lnTo>
                  <a:pt x="7018" y="4273"/>
                </a:lnTo>
                <a:lnTo>
                  <a:pt x="6964" y="4492"/>
                </a:lnTo>
                <a:lnTo>
                  <a:pt x="6898" y="4707"/>
                </a:lnTo>
                <a:lnTo>
                  <a:pt x="6817" y="4917"/>
                </a:lnTo>
                <a:lnTo>
                  <a:pt x="6724" y="5122"/>
                </a:lnTo>
                <a:lnTo>
                  <a:pt x="6618" y="5320"/>
                </a:lnTo>
                <a:lnTo>
                  <a:pt x="6499" y="5511"/>
                </a:lnTo>
                <a:lnTo>
                  <a:pt x="6368" y="5695"/>
                </a:lnTo>
                <a:lnTo>
                  <a:pt x="6227" y="5869"/>
                </a:lnTo>
                <a:lnTo>
                  <a:pt x="6074" y="6034"/>
                </a:lnTo>
                <a:lnTo>
                  <a:pt x="5911" y="6190"/>
                </a:lnTo>
                <a:lnTo>
                  <a:pt x="5739" y="6334"/>
                </a:lnTo>
                <a:lnTo>
                  <a:pt x="5557" y="6468"/>
                </a:lnTo>
                <a:lnTo>
                  <a:pt x="5368" y="6589"/>
                </a:lnTo>
                <a:lnTo>
                  <a:pt x="5172" y="6699"/>
                </a:lnTo>
                <a:lnTo>
                  <a:pt x="4968" y="6796"/>
                </a:lnTo>
                <a:lnTo>
                  <a:pt x="4759" y="6879"/>
                </a:lnTo>
                <a:lnTo>
                  <a:pt x="4546" y="6949"/>
                </a:lnTo>
                <a:lnTo>
                  <a:pt x="4328" y="7006"/>
                </a:lnTo>
                <a:lnTo>
                  <a:pt x="4107" y="7048"/>
                </a:lnTo>
                <a:lnTo>
                  <a:pt x="3884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8"/>
                </a:lnTo>
                <a:lnTo>
                  <a:pt x="2765" y="7006"/>
                </a:lnTo>
                <a:lnTo>
                  <a:pt x="2547" y="6949"/>
                </a:lnTo>
                <a:lnTo>
                  <a:pt x="2334" y="6879"/>
                </a:lnTo>
                <a:lnTo>
                  <a:pt x="2125" y="6796"/>
                </a:lnTo>
                <a:lnTo>
                  <a:pt x="1922" y="6699"/>
                </a:lnTo>
                <a:lnTo>
                  <a:pt x="1724" y="6589"/>
                </a:lnTo>
                <a:lnTo>
                  <a:pt x="1535" y="6468"/>
                </a:lnTo>
                <a:lnTo>
                  <a:pt x="1353" y="6334"/>
                </a:lnTo>
                <a:lnTo>
                  <a:pt x="1181" y="6190"/>
                </a:lnTo>
                <a:lnTo>
                  <a:pt x="1018" y="6034"/>
                </a:lnTo>
                <a:lnTo>
                  <a:pt x="866" y="5869"/>
                </a:lnTo>
                <a:lnTo>
                  <a:pt x="724" y="5695"/>
                </a:lnTo>
                <a:lnTo>
                  <a:pt x="593" y="5511"/>
                </a:lnTo>
                <a:lnTo>
                  <a:pt x="475" y="5320"/>
                </a:lnTo>
                <a:lnTo>
                  <a:pt x="368" y="5122"/>
                </a:lnTo>
                <a:lnTo>
                  <a:pt x="275" y="4917"/>
                </a:lnTo>
                <a:lnTo>
                  <a:pt x="195" y="4707"/>
                </a:lnTo>
                <a:lnTo>
                  <a:pt x="128" y="4492"/>
                </a:lnTo>
                <a:lnTo>
                  <a:pt x="75" y="4273"/>
                </a:lnTo>
                <a:lnTo>
                  <a:pt x="36" y="4052"/>
                </a:lnTo>
                <a:lnTo>
                  <a:pt x="11" y="3828"/>
                </a:lnTo>
                <a:lnTo>
                  <a:pt x="0" y="3603"/>
                </a:lnTo>
                <a:lnTo>
                  <a:pt x="3" y="3378"/>
                </a:lnTo>
                <a:lnTo>
                  <a:pt x="21" y="3154"/>
                </a:lnTo>
                <a:lnTo>
                  <a:pt x="53" y="2931"/>
                </a:lnTo>
                <a:lnTo>
                  <a:pt x="99" y="2711"/>
                </a:lnTo>
                <a:lnTo>
                  <a:pt x="159" y="2494"/>
                </a:lnTo>
                <a:lnTo>
                  <a:pt x="233" y="2281"/>
                </a:lnTo>
                <a:lnTo>
                  <a:pt x="320" y="2074"/>
                </a:lnTo>
                <a:lnTo>
                  <a:pt x="420" y="1872"/>
                </a:lnTo>
                <a:lnTo>
                  <a:pt x="532" y="1677"/>
                </a:lnTo>
                <a:lnTo>
                  <a:pt x="657" y="1490"/>
                </a:lnTo>
                <a:lnTo>
                  <a:pt x="793" y="1311"/>
                </a:lnTo>
                <a:lnTo>
                  <a:pt x="941" y="1141"/>
                </a:lnTo>
                <a:lnTo>
                  <a:pt x="1098" y="981"/>
                </a:lnTo>
                <a:lnTo>
                  <a:pt x="1266" y="829"/>
                </a:lnTo>
                <a:lnTo>
                  <a:pt x="1443" y="690"/>
                </a:lnTo>
                <a:lnTo>
                  <a:pt x="1628" y="563"/>
                </a:lnTo>
                <a:lnTo>
                  <a:pt x="1821" y="447"/>
                </a:lnTo>
                <a:lnTo>
                  <a:pt x="2022" y="344"/>
                </a:lnTo>
                <a:lnTo>
                  <a:pt x="2229" y="254"/>
                </a:lnTo>
                <a:lnTo>
                  <a:pt x="2440" y="177"/>
                </a:lnTo>
                <a:lnTo>
                  <a:pt x="2656" y="113"/>
                </a:lnTo>
                <a:lnTo>
                  <a:pt x="2875" y="64"/>
                </a:lnTo>
                <a:lnTo>
                  <a:pt x="3098" y="28"/>
                </a:lnTo>
                <a:lnTo>
                  <a:pt x="3322" y="7"/>
                </a:lnTo>
                <a:lnTo>
                  <a:pt x="354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757520" y="11655000"/>
            <a:ext cx="935280" cy="1370160"/>
          </a:xfrm>
          <a:custGeom>
            <a:avLst/>
            <a:gdLst/>
            <a:ahLst/>
            <a:rect l="0" t="0" r="r" b="b"/>
            <a:pathLst>
              <a:path w="2598" h="3806">
                <a:moveTo>
                  <a:pt x="302" y="2229"/>
                </a:moveTo>
                <a:lnTo>
                  <a:pt x="304" y="2130"/>
                </a:lnTo>
                <a:lnTo>
                  <a:pt x="311" y="2032"/>
                </a:lnTo>
                <a:lnTo>
                  <a:pt x="323" y="1934"/>
                </a:lnTo>
                <a:lnTo>
                  <a:pt x="340" y="1837"/>
                </a:lnTo>
                <a:lnTo>
                  <a:pt x="362" y="1740"/>
                </a:lnTo>
                <a:lnTo>
                  <a:pt x="388" y="1644"/>
                </a:lnTo>
                <a:lnTo>
                  <a:pt x="420" y="1549"/>
                </a:lnTo>
                <a:lnTo>
                  <a:pt x="455" y="1456"/>
                </a:lnTo>
                <a:lnTo>
                  <a:pt x="496" y="1364"/>
                </a:lnTo>
                <a:lnTo>
                  <a:pt x="541" y="1273"/>
                </a:lnTo>
                <a:lnTo>
                  <a:pt x="591" y="1185"/>
                </a:lnTo>
                <a:lnTo>
                  <a:pt x="645" y="1098"/>
                </a:lnTo>
                <a:lnTo>
                  <a:pt x="703" y="1013"/>
                </a:lnTo>
                <a:lnTo>
                  <a:pt x="766" y="930"/>
                </a:lnTo>
                <a:lnTo>
                  <a:pt x="833" y="850"/>
                </a:lnTo>
                <a:lnTo>
                  <a:pt x="905" y="773"/>
                </a:lnTo>
                <a:lnTo>
                  <a:pt x="980" y="698"/>
                </a:lnTo>
                <a:lnTo>
                  <a:pt x="1060" y="626"/>
                </a:lnTo>
                <a:lnTo>
                  <a:pt x="1143" y="557"/>
                </a:lnTo>
                <a:lnTo>
                  <a:pt x="1230" y="491"/>
                </a:lnTo>
                <a:lnTo>
                  <a:pt x="1321" y="429"/>
                </a:lnTo>
                <a:lnTo>
                  <a:pt x="1416" y="370"/>
                </a:lnTo>
                <a:lnTo>
                  <a:pt x="1514" y="315"/>
                </a:lnTo>
                <a:lnTo>
                  <a:pt x="1616" y="263"/>
                </a:lnTo>
                <a:lnTo>
                  <a:pt x="1721" y="216"/>
                </a:lnTo>
                <a:lnTo>
                  <a:pt x="1828" y="172"/>
                </a:lnTo>
                <a:lnTo>
                  <a:pt x="1939" y="132"/>
                </a:lnTo>
                <a:lnTo>
                  <a:pt x="2052" y="97"/>
                </a:lnTo>
                <a:lnTo>
                  <a:pt x="2168" y="66"/>
                </a:lnTo>
                <a:lnTo>
                  <a:pt x="2287" y="39"/>
                </a:lnTo>
                <a:lnTo>
                  <a:pt x="2408" y="17"/>
                </a:lnTo>
                <a:lnTo>
                  <a:pt x="2532" y="0"/>
                </a:lnTo>
                <a:lnTo>
                  <a:pt x="2557" y="130"/>
                </a:lnTo>
                <a:lnTo>
                  <a:pt x="2576" y="259"/>
                </a:lnTo>
                <a:lnTo>
                  <a:pt x="2590" y="386"/>
                </a:lnTo>
                <a:lnTo>
                  <a:pt x="2597" y="512"/>
                </a:lnTo>
                <a:lnTo>
                  <a:pt x="2598" y="635"/>
                </a:lnTo>
                <a:lnTo>
                  <a:pt x="2593" y="757"/>
                </a:lnTo>
                <a:lnTo>
                  <a:pt x="2582" y="876"/>
                </a:lnTo>
                <a:lnTo>
                  <a:pt x="2566" y="993"/>
                </a:lnTo>
                <a:lnTo>
                  <a:pt x="2545" y="1107"/>
                </a:lnTo>
                <a:lnTo>
                  <a:pt x="2518" y="1217"/>
                </a:lnTo>
                <a:lnTo>
                  <a:pt x="2487" y="1324"/>
                </a:lnTo>
                <a:lnTo>
                  <a:pt x="2450" y="1428"/>
                </a:lnTo>
                <a:lnTo>
                  <a:pt x="2410" y="1528"/>
                </a:lnTo>
                <a:lnTo>
                  <a:pt x="2365" y="1623"/>
                </a:lnTo>
                <a:lnTo>
                  <a:pt x="2316" y="1715"/>
                </a:lnTo>
                <a:lnTo>
                  <a:pt x="2263" y="1802"/>
                </a:lnTo>
                <a:lnTo>
                  <a:pt x="2206" y="1885"/>
                </a:lnTo>
                <a:lnTo>
                  <a:pt x="2146" y="1964"/>
                </a:lnTo>
                <a:lnTo>
                  <a:pt x="2083" y="2037"/>
                </a:lnTo>
                <a:lnTo>
                  <a:pt x="2017" y="2106"/>
                </a:lnTo>
                <a:lnTo>
                  <a:pt x="1949" y="2170"/>
                </a:lnTo>
                <a:lnTo>
                  <a:pt x="1879" y="2229"/>
                </a:lnTo>
                <a:lnTo>
                  <a:pt x="1815" y="2320"/>
                </a:lnTo>
                <a:lnTo>
                  <a:pt x="1747" y="2404"/>
                </a:lnTo>
                <a:lnTo>
                  <a:pt x="1674" y="2480"/>
                </a:lnTo>
                <a:lnTo>
                  <a:pt x="1596" y="2548"/>
                </a:lnTo>
                <a:lnTo>
                  <a:pt x="1517" y="2608"/>
                </a:lnTo>
                <a:lnTo>
                  <a:pt x="1435" y="2659"/>
                </a:lnTo>
                <a:lnTo>
                  <a:pt x="1352" y="2702"/>
                </a:lnTo>
                <a:lnTo>
                  <a:pt x="1268" y="2736"/>
                </a:lnTo>
                <a:lnTo>
                  <a:pt x="1183" y="2762"/>
                </a:lnTo>
                <a:lnTo>
                  <a:pt x="1100" y="2780"/>
                </a:lnTo>
                <a:lnTo>
                  <a:pt x="1017" y="2790"/>
                </a:lnTo>
                <a:lnTo>
                  <a:pt x="937" y="2792"/>
                </a:lnTo>
                <a:lnTo>
                  <a:pt x="859" y="2786"/>
                </a:lnTo>
                <a:lnTo>
                  <a:pt x="864" y="2864"/>
                </a:lnTo>
                <a:lnTo>
                  <a:pt x="862" y="2945"/>
                </a:lnTo>
                <a:lnTo>
                  <a:pt x="852" y="3027"/>
                </a:lnTo>
                <a:lnTo>
                  <a:pt x="835" y="3111"/>
                </a:lnTo>
                <a:lnTo>
                  <a:pt x="809" y="3195"/>
                </a:lnTo>
                <a:lnTo>
                  <a:pt x="774" y="3279"/>
                </a:lnTo>
                <a:lnTo>
                  <a:pt x="731" y="3362"/>
                </a:lnTo>
                <a:lnTo>
                  <a:pt x="680" y="3444"/>
                </a:lnTo>
                <a:lnTo>
                  <a:pt x="621" y="3524"/>
                </a:lnTo>
                <a:lnTo>
                  <a:pt x="553" y="3600"/>
                </a:lnTo>
                <a:lnTo>
                  <a:pt x="477" y="3673"/>
                </a:lnTo>
                <a:lnTo>
                  <a:pt x="393" y="3742"/>
                </a:lnTo>
                <a:lnTo>
                  <a:pt x="302" y="3806"/>
                </a:lnTo>
                <a:lnTo>
                  <a:pt x="240" y="3721"/>
                </a:lnTo>
                <a:lnTo>
                  <a:pt x="185" y="3634"/>
                </a:lnTo>
                <a:lnTo>
                  <a:pt x="137" y="3546"/>
                </a:lnTo>
                <a:lnTo>
                  <a:pt x="97" y="3456"/>
                </a:lnTo>
                <a:lnTo>
                  <a:pt x="63" y="3365"/>
                </a:lnTo>
                <a:lnTo>
                  <a:pt x="37" y="3274"/>
                </a:lnTo>
                <a:lnTo>
                  <a:pt x="18" y="3183"/>
                </a:lnTo>
                <a:lnTo>
                  <a:pt x="5" y="3092"/>
                </a:lnTo>
                <a:lnTo>
                  <a:pt x="0" y="3002"/>
                </a:lnTo>
                <a:lnTo>
                  <a:pt x="2" y="2913"/>
                </a:lnTo>
                <a:lnTo>
                  <a:pt x="10" y="2825"/>
                </a:lnTo>
                <a:lnTo>
                  <a:pt x="25" y="2740"/>
                </a:lnTo>
                <a:lnTo>
                  <a:pt x="47" y="2656"/>
                </a:lnTo>
                <a:lnTo>
                  <a:pt x="75" y="2576"/>
                </a:lnTo>
                <a:lnTo>
                  <a:pt x="109" y="2499"/>
                </a:lnTo>
                <a:lnTo>
                  <a:pt x="149" y="2425"/>
                </a:lnTo>
                <a:lnTo>
                  <a:pt x="194" y="2355"/>
                </a:lnTo>
                <a:lnTo>
                  <a:pt x="245" y="2290"/>
                </a:lnTo>
                <a:lnTo>
                  <a:pt x="302" y="2229"/>
                </a:lnTo>
                <a:close/>
              </a:path>
            </a:pathLst>
          </a:custGeom>
          <a:solidFill>
            <a:srgbClr val="5FCFCF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1757520" y="11655000"/>
            <a:ext cx="935280" cy="1370160"/>
          </a:xfrm>
          <a:custGeom>
            <a:avLst/>
            <a:gdLst/>
            <a:ahLst/>
            <a:rect l="0" t="0" r="r" b="b"/>
            <a:pathLst>
              <a:path w="2598" h="3806">
                <a:moveTo>
                  <a:pt x="302" y="2229"/>
                </a:moveTo>
                <a:lnTo>
                  <a:pt x="304" y="2130"/>
                </a:lnTo>
                <a:lnTo>
                  <a:pt x="311" y="2032"/>
                </a:lnTo>
                <a:lnTo>
                  <a:pt x="323" y="1934"/>
                </a:lnTo>
                <a:lnTo>
                  <a:pt x="340" y="1837"/>
                </a:lnTo>
                <a:lnTo>
                  <a:pt x="362" y="1740"/>
                </a:lnTo>
                <a:lnTo>
                  <a:pt x="388" y="1644"/>
                </a:lnTo>
                <a:lnTo>
                  <a:pt x="420" y="1549"/>
                </a:lnTo>
                <a:lnTo>
                  <a:pt x="455" y="1456"/>
                </a:lnTo>
                <a:lnTo>
                  <a:pt x="496" y="1364"/>
                </a:lnTo>
                <a:lnTo>
                  <a:pt x="541" y="1273"/>
                </a:lnTo>
                <a:lnTo>
                  <a:pt x="591" y="1185"/>
                </a:lnTo>
                <a:lnTo>
                  <a:pt x="645" y="1098"/>
                </a:lnTo>
                <a:lnTo>
                  <a:pt x="703" y="1013"/>
                </a:lnTo>
                <a:lnTo>
                  <a:pt x="766" y="930"/>
                </a:lnTo>
                <a:lnTo>
                  <a:pt x="833" y="850"/>
                </a:lnTo>
                <a:lnTo>
                  <a:pt x="905" y="773"/>
                </a:lnTo>
                <a:lnTo>
                  <a:pt x="980" y="698"/>
                </a:lnTo>
                <a:lnTo>
                  <a:pt x="1060" y="626"/>
                </a:lnTo>
                <a:lnTo>
                  <a:pt x="1143" y="557"/>
                </a:lnTo>
                <a:lnTo>
                  <a:pt x="1230" y="491"/>
                </a:lnTo>
                <a:lnTo>
                  <a:pt x="1321" y="429"/>
                </a:lnTo>
                <a:lnTo>
                  <a:pt x="1416" y="370"/>
                </a:lnTo>
                <a:lnTo>
                  <a:pt x="1514" y="315"/>
                </a:lnTo>
                <a:lnTo>
                  <a:pt x="1616" y="263"/>
                </a:lnTo>
                <a:lnTo>
                  <a:pt x="1721" y="216"/>
                </a:lnTo>
                <a:lnTo>
                  <a:pt x="1828" y="172"/>
                </a:lnTo>
                <a:lnTo>
                  <a:pt x="1939" y="132"/>
                </a:lnTo>
                <a:lnTo>
                  <a:pt x="2052" y="97"/>
                </a:lnTo>
                <a:lnTo>
                  <a:pt x="2168" y="66"/>
                </a:lnTo>
                <a:lnTo>
                  <a:pt x="2287" y="39"/>
                </a:lnTo>
                <a:lnTo>
                  <a:pt x="2408" y="17"/>
                </a:lnTo>
                <a:lnTo>
                  <a:pt x="2532" y="0"/>
                </a:lnTo>
                <a:lnTo>
                  <a:pt x="2557" y="130"/>
                </a:lnTo>
                <a:lnTo>
                  <a:pt x="2576" y="259"/>
                </a:lnTo>
                <a:lnTo>
                  <a:pt x="2590" y="386"/>
                </a:lnTo>
                <a:lnTo>
                  <a:pt x="2597" y="512"/>
                </a:lnTo>
                <a:lnTo>
                  <a:pt x="2598" y="635"/>
                </a:lnTo>
                <a:lnTo>
                  <a:pt x="2593" y="757"/>
                </a:lnTo>
                <a:lnTo>
                  <a:pt x="2582" y="876"/>
                </a:lnTo>
                <a:lnTo>
                  <a:pt x="2566" y="993"/>
                </a:lnTo>
                <a:lnTo>
                  <a:pt x="2545" y="1107"/>
                </a:lnTo>
                <a:lnTo>
                  <a:pt x="2518" y="1217"/>
                </a:lnTo>
                <a:lnTo>
                  <a:pt x="2487" y="1324"/>
                </a:lnTo>
                <a:lnTo>
                  <a:pt x="2450" y="1428"/>
                </a:lnTo>
                <a:lnTo>
                  <a:pt x="2410" y="1528"/>
                </a:lnTo>
                <a:lnTo>
                  <a:pt x="2365" y="1623"/>
                </a:lnTo>
                <a:lnTo>
                  <a:pt x="2316" y="1715"/>
                </a:lnTo>
                <a:lnTo>
                  <a:pt x="2263" y="1802"/>
                </a:lnTo>
                <a:lnTo>
                  <a:pt x="2206" y="1885"/>
                </a:lnTo>
                <a:lnTo>
                  <a:pt x="2146" y="1964"/>
                </a:lnTo>
                <a:lnTo>
                  <a:pt x="2083" y="2037"/>
                </a:lnTo>
                <a:lnTo>
                  <a:pt x="2017" y="2106"/>
                </a:lnTo>
                <a:lnTo>
                  <a:pt x="1949" y="2170"/>
                </a:lnTo>
                <a:lnTo>
                  <a:pt x="1879" y="2229"/>
                </a:lnTo>
                <a:lnTo>
                  <a:pt x="1815" y="2320"/>
                </a:lnTo>
                <a:lnTo>
                  <a:pt x="1747" y="2404"/>
                </a:lnTo>
                <a:lnTo>
                  <a:pt x="1674" y="2480"/>
                </a:lnTo>
                <a:lnTo>
                  <a:pt x="1596" y="2548"/>
                </a:lnTo>
                <a:lnTo>
                  <a:pt x="1517" y="2608"/>
                </a:lnTo>
                <a:lnTo>
                  <a:pt x="1435" y="2659"/>
                </a:lnTo>
                <a:lnTo>
                  <a:pt x="1352" y="2702"/>
                </a:lnTo>
                <a:lnTo>
                  <a:pt x="1268" y="2736"/>
                </a:lnTo>
                <a:lnTo>
                  <a:pt x="1183" y="2762"/>
                </a:lnTo>
                <a:lnTo>
                  <a:pt x="1100" y="2780"/>
                </a:lnTo>
                <a:lnTo>
                  <a:pt x="1017" y="2790"/>
                </a:lnTo>
                <a:lnTo>
                  <a:pt x="937" y="2792"/>
                </a:lnTo>
                <a:lnTo>
                  <a:pt x="859" y="2786"/>
                </a:lnTo>
                <a:lnTo>
                  <a:pt x="864" y="2864"/>
                </a:lnTo>
                <a:lnTo>
                  <a:pt x="862" y="2945"/>
                </a:lnTo>
                <a:lnTo>
                  <a:pt x="852" y="3027"/>
                </a:lnTo>
                <a:lnTo>
                  <a:pt x="835" y="3111"/>
                </a:lnTo>
                <a:lnTo>
                  <a:pt x="809" y="3195"/>
                </a:lnTo>
                <a:lnTo>
                  <a:pt x="774" y="3279"/>
                </a:lnTo>
                <a:lnTo>
                  <a:pt x="731" y="3362"/>
                </a:lnTo>
                <a:lnTo>
                  <a:pt x="680" y="3444"/>
                </a:lnTo>
                <a:lnTo>
                  <a:pt x="621" y="3524"/>
                </a:lnTo>
                <a:lnTo>
                  <a:pt x="553" y="3600"/>
                </a:lnTo>
                <a:lnTo>
                  <a:pt x="477" y="3673"/>
                </a:lnTo>
                <a:lnTo>
                  <a:pt x="393" y="3742"/>
                </a:lnTo>
                <a:lnTo>
                  <a:pt x="302" y="3806"/>
                </a:lnTo>
                <a:lnTo>
                  <a:pt x="240" y="3721"/>
                </a:lnTo>
                <a:lnTo>
                  <a:pt x="185" y="3634"/>
                </a:lnTo>
                <a:lnTo>
                  <a:pt x="137" y="3546"/>
                </a:lnTo>
                <a:lnTo>
                  <a:pt x="97" y="3456"/>
                </a:lnTo>
                <a:lnTo>
                  <a:pt x="63" y="3365"/>
                </a:lnTo>
                <a:lnTo>
                  <a:pt x="37" y="3274"/>
                </a:lnTo>
                <a:lnTo>
                  <a:pt x="18" y="3183"/>
                </a:lnTo>
                <a:lnTo>
                  <a:pt x="5" y="3092"/>
                </a:lnTo>
                <a:lnTo>
                  <a:pt x="0" y="3002"/>
                </a:lnTo>
                <a:lnTo>
                  <a:pt x="2" y="2913"/>
                </a:lnTo>
                <a:lnTo>
                  <a:pt x="10" y="2825"/>
                </a:lnTo>
                <a:lnTo>
                  <a:pt x="25" y="2740"/>
                </a:lnTo>
                <a:lnTo>
                  <a:pt x="47" y="2656"/>
                </a:lnTo>
                <a:lnTo>
                  <a:pt x="75" y="2576"/>
                </a:lnTo>
                <a:lnTo>
                  <a:pt x="109" y="2499"/>
                </a:lnTo>
                <a:lnTo>
                  <a:pt x="149" y="2425"/>
                </a:lnTo>
                <a:lnTo>
                  <a:pt x="194" y="2355"/>
                </a:lnTo>
                <a:lnTo>
                  <a:pt x="245" y="2290"/>
                </a:lnTo>
                <a:lnTo>
                  <a:pt x="302" y="2229"/>
                </a:lnTo>
                <a:close/>
              </a:path>
            </a:pathLst>
          </a:custGeom>
          <a:noFill/>
          <a:ln w="24840">
            <a:solidFill>
              <a:srgbClr val="5FCFCF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1757520" y="11655000"/>
            <a:ext cx="935280" cy="1370160"/>
          </a:xfrm>
          <a:custGeom>
            <a:avLst/>
            <a:gdLst/>
            <a:ahLst/>
            <a:rect l="0" t="0" r="r" b="b"/>
            <a:pathLst>
              <a:path fill="none" w="2598" h="3806">
                <a:moveTo>
                  <a:pt x="302" y="2229"/>
                </a:moveTo>
                <a:lnTo>
                  <a:pt x="304" y="2130"/>
                </a:lnTo>
                <a:lnTo>
                  <a:pt x="311" y="2032"/>
                </a:lnTo>
                <a:lnTo>
                  <a:pt x="323" y="1934"/>
                </a:lnTo>
                <a:lnTo>
                  <a:pt x="340" y="1837"/>
                </a:lnTo>
                <a:lnTo>
                  <a:pt x="362" y="1740"/>
                </a:lnTo>
                <a:lnTo>
                  <a:pt x="388" y="1644"/>
                </a:lnTo>
                <a:lnTo>
                  <a:pt x="420" y="1549"/>
                </a:lnTo>
                <a:lnTo>
                  <a:pt x="455" y="1456"/>
                </a:lnTo>
                <a:lnTo>
                  <a:pt x="496" y="1364"/>
                </a:lnTo>
                <a:lnTo>
                  <a:pt x="541" y="1273"/>
                </a:lnTo>
                <a:lnTo>
                  <a:pt x="591" y="1185"/>
                </a:lnTo>
                <a:lnTo>
                  <a:pt x="645" y="1098"/>
                </a:lnTo>
                <a:lnTo>
                  <a:pt x="703" y="1013"/>
                </a:lnTo>
                <a:lnTo>
                  <a:pt x="766" y="930"/>
                </a:lnTo>
                <a:lnTo>
                  <a:pt x="833" y="850"/>
                </a:lnTo>
                <a:lnTo>
                  <a:pt x="905" y="773"/>
                </a:lnTo>
                <a:lnTo>
                  <a:pt x="980" y="698"/>
                </a:lnTo>
                <a:lnTo>
                  <a:pt x="1060" y="626"/>
                </a:lnTo>
                <a:lnTo>
                  <a:pt x="1143" y="557"/>
                </a:lnTo>
                <a:lnTo>
                  <a:pt x="1230" y="491"/>
                </a:lnTo>
                <a:lnTo>
                  <a:pt x="1321" y="429"/>
                </a:lnTo>
                <a:lnTo>
                  <a:pt x="1416" y="370"/>
                </a:lnTo>
                <a:lnTo>
                  <a:pt x="1514" y="315"/>
                </a:lnTo>
                <a:lnTo>
                  <a:pt x="1616" y="263"/>
                </a:lnTo>
                <a:lnTo>
                  <a:pt x="1721" y="216"/>
                </a:lnTo>
                <a:lnTo>
                  <a:pt x="1828" y="172"/>
                </a:lnTo>
                <a:lnTo>
                  <a:pt x="1939" y="132"/>
                </a:lnTo>
                <a:lnTo>
                  <a:pt x="2052" y="97"/>
                </a:lnTo>
                <a:lnTo>
                  <a:pt x="2168" y="66"/>
                </a:lnTo>
                <a:lnTo>
                  <a:pt x="2287" y="39"/>
                </a:lnTo>
                <a:lnTo>
                  <a:pt x="2408" y="17"/>
                </a:lnTo>
                <a:lnTo>
                  <a:pt x="2532" y="0"/>
                </a:lnTo>
                <a:lnTo>
                  <a:pt x="2557" y="130"/>
                </a:lnTo>
                <a:lnTo>
                  <a:pt x="2576" y="259"/>
                </a:lnTo>
                <a:lnTo>
                  <a:pt x="2590" y="386"/>
                </a:lnTo>
                <a:lnTo>
                  <a:pt x="2597" y="512"/>
                </a:lnTo>
                <a:lnTo>
                  <a:pt x="2598" y="635"/>
                </a:lnTo>
                <a:lnTo>
                  <a:pt x="2593" y="757"/>
                </a:lnTo>
                <a:lnTo>
                  <a:pt x="2582" y="876"/>
                </a:lnTo>
                <a:lnTo>
                  <a:pt x="2566" y="993"/>
                </a:lnTo>
                <a:lnTo>
                  <a:pt x="2545" y="1107"/>
                </a:lnTo>
                <a:lnTo>
                  <a:pt x="2518" y="1217"/>
                </a:lnTo>
                <a:lnTo>
                  <a:pt x="2487" y="1324"/>
                </a:lnTo>
                <a:lnTo>
                  <a:pt x="2450" y="1428"/>
                </a:lnTo>
                <a:lnTo>
                  <a:pt x="2410" y="1528"/>
                </a:lnTo>
                <a:lnTo>
                  <a:pt x="2365" y="1623"/>
                </a:lnTo>
                <a:lnTo>
                  <a:pt x="2316" y="1715"/>
                </a:lnTo>
                <a:lnTo>
                  <a:pt x="2263" y="1802"/>
                </a:lnTo>
                <a:lnTo>
                  <a:pt x="2206" y="1885"/>
                </a:lnTo>
                <a:lnTo>
                  <a:pt x="2146" y="1964"/>
                </a:lnTo>
                <a:lnTo>
                  <a:pt x="2083" y="2037"/>
                </a:lnTo>
                <a:lnTo>
                  <a:pt x="2017" y="2106"/>
                </a:lnTo>
                <a:lnTo>
                  <a:pt x="1949" y="2170"/>
                </a:lnTo>
                <a:lnTo>
                  <a:pt x="1879" y="2229"/>
                </a:lnTo>
                <a:lnTo>
                  <a:pt x="1815" y="2320"/>
                </a:lnTo>
                <a:lnTo>
                  <a:pt x="1747" y="2404"/>
                </a:lnTo>
                <a:lnTo>
                  <a:pt x="1674" y="2480"/>
                </a:lnTo>
                <a:lnTo>
                  <a:pt x="1596" y="2548"/>
                </a:lnTo>
                <a:lnTo>
                  <a:pt x="1517" y="2608"/>
                </a:lnTo>
                <a:lnTo>
                  <a:pt x="1435" y="2659"/>
                </a:lnTo>
                <a:lnTo>
                  <a:pt x="1352" y="2702"/>
                </a:lnTo>
                <a:lnTo>
                  <a:pt x="1268" y="2736"/>
                </a:lnTo>
                <a:lnTo>
                  <a:pt x="1183" y="2762"/>
                </a:lnTo>
                <a:lnTo>
                  <a:pt x="1100" y="2780"/>
                </a:lnTo>
                <a:lnTo>
                  <a:pt x="1017" y="2790"/>
                </a:lnTo>
                <a:lnTo>
                  <a:pt x="937" y="2792"/>
                </a:lnTo>
                <a:lnTo>
                  <a:pt x="859" y="2786"/>
                </a:lnTo>
                <a:lnTo>
                  <a:pt x="864" y="2864"/>
                </a:lnTo>
                <a:lnTo>
                  <a:pt x="862" y="2945"/>
                </a:lnTo>
                <a:lnTo>
                  <a:pt x="852" y="3027"/>
                </a:lnTo>
                <a:lnTo>
                  <a:pt x="835" y="3111"/>
                </a:lnTo>
                <a:lnTo>
                  <a:pt x="809" y="3195"/>
                </a:lnTo>
                <a:lnTo>
                  <a:pt x="774" y="3279"/>
                </a:lnTo>
                <a:lnTo>
                  <a:pt x="731" y="3362"/>
                </a:lnTo>
                <a:lnTo>
                  <a:pt x="680" y="3444"/>
                </a:lnTo>
                <a:lnTo>
                  <a:pt x="621" y="3524"/>
                </a:lnTo>
                <a:lnTo>
                  <a:pt x="553" y="3600"/>
                </a:lnTo>
                <a:lnTo>
                  <a:pt x="477" y="3673"/>
                </a:lnTo>
                <a:lnTo>
                  <a:pt x="393" y="3742"/>
                </a:lnTo>
                <a:lnTo>
                  <a:pt x="302" y="3806"/>
                </a:lnTo>
                <a:lnTo>
                  <a:pt x="240" y="3721"/>
                </a:lnTo>
                <a:lnTo>
                  <a:pt x="185" y="3634"/>
                </a:lnTo>
                <a:lnTo>
                  <a:pt x="137" y="3546"/>
                </a:lnTo>
                <a:lnTo>
                  <a:pt x="97" y="3456"/>
                </a:lnTo>
                <a:lnTo>
                  <a:pt x="63" y="3365"/>
                </a:lnTo>
                <a:lnTo>
                  <a:pt x="37" y="3274"/>
                </a:lnTo>
                <a:lnTo>
                  <a:pt x="18" y="3183"/>
                </a:lnTo>
                <a:lnTo>
                  <a:pt x="5" y="3092"/>
                </a:lnTo>
                <a:lnTo>
                  <a:pt x="0" y="3002"/>
                </a:lnTo>
                <a:lnTo>
                  <a:pt x="2" y="2913"/>
                </a:lnTo>
                <a:lnTo>
                  <a:pt x="10" y="2825"/>
                </a:lnTo>
                <a:lnTo>
                  <a:pt x="25" y="2740"/>
                </a:lnTo>
                <a:lnTo>
                  <a:pt x="47" y="2656"/>
                </a:lnTo>
                <a:lnTo>
                  <a:pt x="75" y="2576"/>
                </a:lnTo>
                <a:lnTo>
                  <a:pt x="109" y="2499"/>
                </a:lnTo>
                <a:lnTo>
                  <a:pt x="149" y="2425"/>
                </a:lnTo>
                <a:lnTo>
                  <a:pt x="194" y="2355"/>
                </a:lnTo>
                <a:lnTo>
                  <a:pt x="245" y="2290"/>
                </a:lnTo>
                <a:lnTo>
                  <a:pt x="302" y="2229"/>
                </a:lnTo>
              </a:path>
            </a:pathLst>
          </a:custGeom>
          <a:ln w="24840">
            <a:solidFill>
              <a:srgbClr val="5FCFCF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183456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5FCF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183456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5FCFC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2637000" y="1162332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5FCF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2637000" y="1162332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5FCFC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240192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5FCF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240192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5FCFC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035080" y="12626280"/>
            <a:ext cx="63720" cy="63720"/>
          </a:xfrm>
          <a:custGeom>
            <a:avLst/>
            <a:gdLst/>
            <a:ahLst/>
            <a:rect l="0" t="0" r="r" b="b"/>
            <a:pathLst>
              <a:path w="177" h="177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7"/>
                  <a:pt x="0" y="207"/>
                  <a:pt x="0" y="89"/>
                </a:cubicBezTo>
                <a:close/>
              </a:path>
            </a:pathLst>
          </a:custGeom>
          <a:solidFill>
            <a:srgbClr val="5FCF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035080" y="12626280"/>
            <a:ext cx="63720" cy="63720"/>
          </a:xfrm>
          <a:custGeom>
            <a:avLst/>
            <a:gdLst/>
            <a:ahLst/>
            <a:rect l="0" t="0" r="r" b="b"/>
            <a:pathLst>
              <a:path fill="none" w="177" h="177">
                <a:moveTo>
                  <a:pt x="177" y="89"/>
                </a:moveTo>
                <a:cubicBezTo>
                  <a:pt x="177" y="207"/>
                  <a:pt x="0" y="207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5FCFC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1834560" y="1299312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5FCF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1834560" y="1299312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5FCFC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183456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5FCF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183456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5FCFC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183456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5FCF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83456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5FCFC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183456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5FCFC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183456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5FCFC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 flipV="1">
            <a:off x="1866240" y="1132272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1866240" y="11655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6" y="2152"/>
                </a:lnTo>
                <a:lnTo>
                  <a:pt x="153" y="2075"/>
                </a:lnTo>
                <a:lnTo>
                  <a:pt x="230" y="1998"/>
                </a:lnTo>
                <a:lnTo>
                  <a:pt x="307" y="1921"/>
                </a:lnTo>
                <a:lnTo>
                  <a:pt x="384" y="1845"/>
                </a:lnTo>
                <a:lnTo>
                  <a:pt x="462" y="1768"/>
                </a:lnTo>
                <a:lnTo>
                  <a:pt x="539" y="1691"/>
                </a:lnTo>
                <a:lnTo>
                  <a:pt x="615" y="1614"/>
                </a:lnTo>
                <a:lnTo>
                  <a:pt x="769" y="1460"/>
                </a:lnTo>
                <a:lnTo>
                  <a:pt x="846" y="1383"/>
                </a:lnTo>
                <a:lnTo>
                  <a:pt x="923" y="1307"/>
                </a:lnTo>
                <a:lnTo>
                  <a:pt x="1077" y="1153"/>
                </a:lnTo>
                <a:lnTo>
                  <a:pt x="1153" y="1076"/>
                </a:lnTo>
                <a:lnTo>
                  <a:pt x="1230" y="999"/>
                </a:lnTo>
                <a:lnTo>
                  <a:pt x="1307" y="922"/>
                </a:lnTo>
                <a:lnTo>
                  <a:pt x="1384" y="845"/>
                </a:lnTo>
                <a:lnTo>
                  <a:pt x="1461" y="769"/>
                </a:lnTo>
                <a:lnTo>
                  <a:pt x="1538" y="692"/>
                </a:lnTo>
                <a:lnTo>
                  <a:pt x="1615" y="615"/>
                </a:lnTo>
                <a:lnTo>
                  <a:pt x="1691" y="538"/>
                </a:lnTo>
                <a:lnTo>
                  <a:pt x="1768" y="461"/>
                </a:lnTo>
                <a:lnTo>
                  <a:pt x="1922" y="307"/>
                </a:lnTo>
                <a:lnTo>
                  <a:pt x="1999" y="231"/>
                </a:lnTo>
                <a:lnTo>
                  <a:pt x="2076" y="154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1866240" y="12457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1866240" y="124574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153" y="154"/>
                </a:lnTo>
                <a:lnTo>
                  <a:pt x="230" y="231"/>
                </a:lnTo>
                <a:lnTo>
                  <a:pt x="307" y="307"/>
                </a:lnTo>
                <a:lnTo>
                  <a:pt x="462" y="461"/>
                </a:lnTo>
                <a:lnTo>
                  <a:pt x="539" y="538"/>
                </a:lnTo>
                <a:lnTo>
                  <a:pt x="615" y="615"/>
                </a:lnTo>
                <a:lnTo>
                  <a:pt x="1307" y="1306"/>
                </a:lnTo>
                <a:lnTo>
                  <a:pt x="1384" y="1383"/>
                </a:lnTo>
                <a:lnTo>
                  <a:pt x="1461" y="1460"/>
                </a:lnTo>
                <a:lnTo>
                  <a:pt x="1615" y="1614"/>
                </a:lnTo>
                <a:lnTo>
                  <a:pt x="1691" y="1691"/>
                </a:lnTo>
                <a:lnTo>
                  <a:pt x="1768" y="1768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866240" y="1245744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1063800" y="124574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153" y="77"/>
                </a:lnTo>
                <a:lnTo>
                  <a:pt x="1999" y="231"/>
                </a:lnTo>
                <a:lnTo>
                  <a:pt x="1922" y="307"/>
                </a:lnTo>
                <a:lnTo>
                  <a:pt x="1845" y="384"/>
                </a:lnTo>
                <a:lnTo>
                  <a:pt x="1692" y="538"/>
                </a:lnTo>
                <a:lnTo>
                  <a:pt x="1615" y="615"/>
                </a:lnTo>
                <a:lnTo>
                  <a:pt x="1538" y="692"/>
                </a:lnTo>
                <a:lnTo>
                  <a:pt x="1461" y="768"/>
                </a:lnTo>
                <a:lnTo>
                  <a:pt x="1384" y="845"/>
                </a:lnTo>
                <a:lnTo>
                  <a:pt x="1307" y="922"/>
                </a:lnTo>
                <a:lnTo>
                  <a:pt x="1154" y="1076"/>
                </a:lnTo>
                <a:lnTo>
                  <a:pt x="1077" y="1153"/>
                </a:lnTo>
                <a:lnTo>
                  <a:pt x="1000" y="1230"/>
                </a:lnTo>
                <a:lnTo>
                  <a:pt x="846" y="1383"/>
                </a:lnTo>
                <a:lnTo>
                  <a:pt x="769" y="1460"/>
                </a:lnTo>
                <a:lnTo>
                  <a:pt x="692" y="1537"/>
                </a:lnTo>
                <a:lnTo>
                  <a:pt x="539" y="1691"/>
                </a:lnTo>
                <a:lnTo>
                  <a:pt x="462" y="1768"/>
                </a:lnTo>
                <a:lnTo>
                  <a:pt x="384" y="1844"/>
                </a:lnTo>
                <a:lnTo>
                  <a:pt x="307" y="1921"/>
                </a:lnTo>
                <a:lnTo>
                  <a:pt x="230" y="1998"/>
                </a:lnTo>
                <a:lnTo>
                  <a:pt x="153" y="2075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 flipH="1">
            <a:off x="731160" y="12457440"/>
            <a:ext cx="113508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063800" y="11655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1692" y="1691"/>
                </a:lnTo>
                <a:lnTo>
                  <a:pt x="1615" y="1614"/>
                </a:lnTo>
                <a:lnTo>
                  <a:pt x="1538" y="1537"/>
                </a:lnTo>
                <a:lnTo>
                  <a:pt x="539" y="538"/>
                </a:lnTo>
                <a:lnTo>
                  <a:pt x="462" y="461"/>
                </a:lnTo>
                <a:lnTo>
                  <a:pt x="384" y="384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1275840" y="10828080"/>
            <a:ext cx="11502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9, species = 8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1733040" y="1113660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2534040" y="11510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3034800" y="1241316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2521440" y="13315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1720080" y="1368972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709560" y="13315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469080" y="1241316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22160" y="11510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207360" y="11851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3371400" y="11000880"/>
            <a:ext cx="3302640" cy="3001320"/>
          </a:xfrm>
          <a:custGeom>
            <a:avLst/>
            <a:gdLst/>
            <a:ahLst/>
            <a:rect l="0" t="0" r="r" b="b"/>
            <a:pathLst>
              <a:path w="9174" h="8337">
                <a:moveTo>
                  <a:pt x="0" y="0"/>
                </a:moveTo>
                <a:lnTo>
                  <a:pt x="9174" y="0"/>
                </a:lnTo>
                <a:lnTo>
                  <a:pt x="9174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3700800" y="10518840"/>
            <a:ext cx="2935440" cy="482400"/>
          </a:xfrm>
          <a:custGeom>
            <a:avLst/>
            <a:gdLst/>
            <a:ahLst/>
            <a:rect l="0" t="0" r="r" b="b"/>
            <a:pathLst>
              <a:path w="8154" h="1340">
                <a:moveTo>
                  <a:pt x="0" y="0"/>
                </a:moveTo>
                <a:lnTo>
                  <a:pt x="8154" y="0"/>
                </a:lnTo>
                <a:lnTo>
                  <a:pt x="8154" y="1340"/>
                </a:lnTo>
                <a:lnTo>
                  <a:pt x="0" y="13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156600" y="1128492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4622400" y="10632240"/>
            <a:ext cx="10620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Podicipediformes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3749760" y="11039040"/>
            <a:ext cx="2837160" cy="2837160"/>
          </a:xfrm>
          <a:custGeom>
            <a:avLst/>
            <a:gdLst/>
            <a:ahLst/>
            <a:rect l="0" t="0" r="r" b="b"/>
            <a:pathLst>
              <a:path w="7881" h="7881">
                <a:moveTo>
                  <a:pt x="0" y="0"/>
                </a:moveTo>
                <a:lnTo>
                  <a:pt x="7881" y="0"/>
                </a:lnTo>
                <a:lnTo>
                  <a:pt x="7881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 flipV="1">
            <a:off x="5168160" y="111808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 flipV="1">
            <a:off x="5168160" y="1155456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5168160" y="12457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5168160" y="1245744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5168160" y="1245744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 flipH="1">
            <a:off x="4265640" y="1245744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 flipH="1">
            <a:off x="3891600" y="12457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 flipH="1" flipV="1">
            <a:off x="4265640" y="1155456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4600800" y="11890080"/>
            <a:ext cx="1135080" cy="1134720"/>
          </a:xfrm>
          <a:custGeom>
            <a:avLst/>
            <a:gdLst/>
            <a:ahLst/>
            <a:rect l="0" t="0" r="r" b="b"/>
            <a:pathLst>
              <a:path fill="none" w="3153" h="3152">
                <a:moveTo>
                  <a:pt x="1577" y="0"/>
                </a:moveTo>
                <a:lnTo>
                  <a:pt x="1677" y="3"/>
                </a:lnTo>
                <a:lnTo>
                  <a:pt x="1777" y="13"/>
                </a:lnTo>
                <a:lnTo>
                  <a:pt x="1875" y="28"/>
                </a:lnTo>
                <a:lnTo>
                  <a:pt x="1973" y="50"/>
                </a:lnTo>
                <a:lnTo>
                  <a:pt x="2069" y="80"/>
                </a:lnTo>
                <a:lnTo>
                  <a:pt x="2163" y="114"/>
                </a:lnTo>
                <a:lnTo>
                  <a:pt x="2254" y="154"/>
                </a:lnTo>
                <a:lnTo>
                  <a:pt x="2344" y="200"/>
                </a:lnTo>
                <a:lnTo>
                  <a:pt x="2429" y="251"/>
                </a:lnTo>
                <a:lnTo>
                  <a:pt x="2512" y="308"/>
                </a:lnTo>
                <a:lnTo>
                  <a:pt x="2590" y="370"/>
                </a:lnTo>
                <a:lnTo>
                  <a:pt x="2665" y="436"/>
                </a:lnTo>
                <a:lnTo>
                  <a:pt x="2735" y="507"/>
                </a:lnTo>
                <a:lnTo>
                  <a:pt x="2800" y="583"/>
                </a:lnTo>
                <a:lnTo>
                  <a:pt x="2861" y="663"/>
                </a:lnTo>
                <a:lnTo>
                  <a:pt x="2916" y="746"/>
                </a:lnTo>
                <a:lnTo>
                  <a:pt x="2966" y="833"/>
                </a:lnTo>
                <a:lnTo>
                  <a:pt x="3011" y="922"/>
                </a:lnTo>
                <a:lnTo>
                  <a:pt x="3049" y="1014"/>
                </a:lnTo>
                <a:lnTo>
                  <a:pt x="3082" y="1109"/>
                </a:lnTo>
                <a:lnTo>
                  <a:pt x="3109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3" y="1602"/>
                </a:lnTo>
                <a:lnTo>
                  <a:pt x="3148" y="1702"/>
                </a:lnTo>
                <a:lnTo>
                  <a:pt x="3137" y="1801"/>
                </a:lnTo>
                <a:lnTo>
                  <a:pt x="3120" y="1900"/>
                </a:lnTo>
                <a:lnTo>
                  <a:pt x="3096" y="1997"/>
                </a:lnTo>
                <a:lnTo>
                  <a:pt x="3067" y="2092"/>
                </a:lnTo>
                <a:lnTo>
                  <a:pt x="3031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1"/>
                </a:lnTo>
                <a:lnTo>
                  <a:pt x="2768" y="2609"/>
                </a:lnTo>
                <a:lnTo>
                  <a:pt x="2700" y="2682"/>
                </a:lnTo>
                <a:lnTo>
                  <a:pt x="2628" y="2751"/>
                </a:lnTo>
                <a:lnTo>
                  <a:pt x="2551" y="2816"/>
                </a:lnTo>
                <a:lnTo>
                  <a:pt x="2471" y="2875"/>
                </a:lnTo>
                <a:lnTo>
                  <a:pt x="2387" y="2929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7" y="3146"/>
                </a:lnTo>
                <a:lnTo>
                  <a:pt x="1627" y="3152"/>
                </a:lnTo>
                <a:lnTo>
                  <a:pt x="1527" y="3152"/>
                </a:lnTo>
                <a:lnTo>
                  <a:pt x="1427" y="3146"/>
                </a:lnTo>
                <a:lnTo>
                  <a:pt x="1327" y="3133"/>
                </a:lnTo>
                <a:lnTo>
                  <a:pt x="1229" y="3114"/>
                </a:lnTo>
                <a:lnTo>
                  <a:pt x="1132" y="3089"/>
                </a:lnTo>
                <a:lnTo>
                  <a:pt x="1037" y="3058"/>
                </a:lnTo>
                <a:lnTo>
                  <a:pt x="944" y="3021"/>
                </a:lnTo>
                <a:lnTo>
                  <a:pt x="854" y="2978"/>
                </a:lnTo>
                <a:lnTo>
                  <a:pt x="767" y="2929"/>
                </a:lnTo>
                <a:lnTo>
                  <a:pt x="683" y="2875"/>
                </a:lnTo>
                <a:lnTo>
                  <a:pt x="602" y="2816"/>
                </a:lnTo>
                <a:lnTo>
                  <a:pt x="525" y="2751"/>
                </a:lnTo>
                <a:lnTo>
                  <a:pt x="453" y="2682"/>
                </a:lnTo>
                <a:lnTo>
                  <a:pt x="385" y="2609"/>
                </a:lnTo>
                <a:lnTo>
                  <a:pt x="322" y="2531"/>
                </a:lnTo>
                <a:lnTo>
                  <a:pt x="264" y="2450"/>
                </a:lnTo>
                <a:lnTo>
                  <a:pt x="211" y="2365"/>
                </a:lnTo>
                <a:lnTo>
                  <a:pt x="164" y="2277"/>
                </a:lnTo>
                <a:lnTo>
                  <a:pt x="122" y="2186"/>
                </a:lnTo>
                <a:lnTo>
                  <a:pt x="87" y="2092"/>
                </a:lnTo>
                <a:lnTo>
                  <a:pt x="57" y="1997"/>
                </a:lnTo>
                <a:lnTo>
                  <a:pt x="33" y="1900"/>
                </a:lnTo>
                <a:lnTo>
                  <a:pt x="16" y="1801"/>
                </a:lnTo>
                <a:lnTo>
                  <a:pt x="5" y="1702"/>
                </a:lnTo>
                <a:lnTo>
                  <a:pt x="0" y="1602"/>
                </a:lnTo>
                <a:lnTo>
                  <a:pt x="2" y="1502"/>
                </a:lnTo>
                <a:lnTo>
                  <a:pt x="10" y="1402"/>
                </a:lnTo>
                <a:lnTo>
                  <a:pt x="24" y="1303"/>
                </a:lnTo>
                <a:lnTo>
                  <a:pt x="44" y="1205"/>
                </a:lnTo>
                <a:lnTo>
                  <a:pt x="71" y="1109"/>
                </a:lnTo>
                <a:lnTo>
                  <a:pt x="104" y="1014"/>
                </a:lnTo>
                <a:lnTo>
                  <a:pt x="143" y="922"/>
                </a:lnTo>
                <a:lnTo>
                  <a:pt x="187" y="833"/>
                </a:lnTo>
                <a:lnTo>
                  <a:pt x="237" y="746"/>
                </a:lnTo>
                <a:lnTo>
                  <a:pt x="292" y="663"/>
                </a:lnTo>
                <a:lnTo>
                  <a:pt x="353" y="583"/>
                </a:lnTo>
                <a:lnTo>
                  <a:pt x="418" y="507"/>
                </a:lnTo>
                <a:lnTo>
                  <a:pt x="489" y="436"/>
                </a:lnTo>
                <a:lnTo>
                  <a:pt x="563" y="370"/>
                </a:lnTo>
                <a:lnTo>
                  <a:pt x="642" y="308"/>
                </a:lnTo>
                <a:lnTo>
                  <a:pt x="724" y="251"/>
                </a:lnTo>
                <a:lnTo>
                  <a:pt x="810" y="200"/>
                </a:lnTo>
                <a:lnTo>
                  <a:pt x="899" y="154"/>
                </a:lnTo>
                <a:lnTo>
                  <a:pt x="990" y="114"/>
                </a:lnTo>
                <a:lnTo>
                  <a:pt x="1084" y="80"/>
                </a:lnTo>
                <a:lnTo>
                  <a:pt x="1180" y="50"/>
                </a:lnTo>
                <a:lnTo>
                  <a:pt x="1278" y="28"/>
                </a:lnTo>
                <a:lnTo>
                  <a:pt x="1377" y="13"/>
                </a:lnTo>
                <a:lnTo>
                  <a:pt x="1477" y="3"/>
                </a:lnTo>
                <a:lnTo>
                  <a:pt x="1577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4033440" y="11322720"/>
            <a:ext cx="2269800" cy="2269080"/>
          </a:xfrm>
          <a:custGeom>
            <a:avLst/>
            <a:gdLst/>
            <a:ahLst/>
            <a:rect l="0" t="0" r="r" b="b"/>
            <a:pathLst>
              <a:path fill="none" w="6305" h="6303">
                <a:moveTo>
                  <a:pt x="3152" y="0"/>
                </a:moveTo>
                <a:lnTo>
                  <a:pt x="3352" y="6"/>
                </a:lnTo>
                <a:lnTo>
                  <a:pt x="3551" y="25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6"/>
                </a:lnTo>
                <a:lnTo>
                  <a:pt x="4507" y="306"/>
                </a:lnTo>
                <a:lnTo>
                  <a:pt x="4686" y="397"/>
                </a:lnTo>
                <a:lnTo>
                  <a:pt x="4857" y="500"/>
                </a:lnTo>
                <a:lnTo>
                  <a:pt x="5022" y="614"/>
                </a:lnTo>
                <a:lnTo>
                  <a:pt x="5179" y="737"/>
                </a:lnTo>
                <a:lnTo>
                  <a:pt x="5328" y="871"/>
                </a:lnTo>
                <a:lnTo>
                  <a:pt x="5469" y="1013"/>
                </a:lnTo>
                <a:lnTo>
                  <a:pt x="5600" y="1164"/>
                </a:lnTo>
                <a:lnTo>
                  <a:pt x="5721" y="1323"/>
                </a:lnTo>
                <a:lnTo>
                  <a:pt x="5832" y="1490"/>
                </a:lnTo>
                <a:lnTo>
                  <a:pt x="5932" y="1663"/>
                </a:lnTo>
                <a:lnTo>
                  <a:pt x="6020" y="1842"/>
                </a:lnTo>
                <a:lnTo>
                  <a:pt x="6098" y="2027"/>
                </a:lnTo>
                <a:lnTo>
                  <a:pt x="6163" y="2216"/>
                </a:lnTo>
                <a:lnTo>
                  <a:pt x="6216" y="2409"/>
                </a:lnTo>
                <a:lnTo>
                  <a:pt x="6257" y="2604"/>
                </a:lnTo>
                <a:lnTo>
                  <a:pt x="6286" y="2803"/>
                </a:lnTo>
                <a:lnTo>
                  <a:pt x="6302" y="3002"/>
                </a:lnTo>
                <a:lnTo>
                  <a:pt x="6305" y="3202"/>
                </a:lnTo>
                <a:lnTo>
                  <a:pt x="6295" y="3403"/>
                </a:lnTo>
                <a:lnTo>
                  <a:pt x="6273" y="3602"/>
                </a:lnTo>
                <a:lnTo>
                  <a:pt x="6238" y="3798"/>
                </a:lnTo>
                <a:lnTo>
                  <a:pt x="6191" y="3993"/>
                </a:lnTo>
                <a:lnTo>
                  <a:pt x="6132" y="4184"/>
                </a:lnTo>
                <a:lnTo>
                  <a:pt x="6061" y="4371"/>
                </a:lnTo>
                <a:lnTo>
                  <a:pt x="5977" y="4553"/>
                </a:lnTo>
                <a:lnTo>
                  <a:pt x="5883" y="4729"/>
                </a:lnTo>
                <a:lnTo>
                  <a:pt x="5778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400" y="5364"/>
                </a:lnTo>
                <a:lnTo>
                  <a:pt x="5255" y="5502"/>
                </a:lnTo>
                <a:lnTo>
                  <a:pt x="5102" y="5631"/>
                </a:lnTo>
                <a:lnTo>
                  <a:pt x="4941" y="5749"/>
                </a:lnTo>
                <a:lnTo>
                  <a:pt x="4772" y="5857"/>
                </a:lnTo>
                <a:lnTo>
                  <a:pt x="4597" y="5955"/>
                </a:lnTo>
                <a:lnTo>
                  <a:pt x="4416" y="6041"/>
                </a:lnTo>
                <a:lnTo>
                  <a:pt x="4230" y="6115"/>
                </a:lnTo>
                <a:lnTo>
                  <a:pt x="4040" y="6177"/>
                </a:lnTo>
                <a:lnTo>
                  <a:pt x="3847" y="6227"/>
                </a:lnTo>
                <a:lnTo>
                  <a:pt x="3650" y="6265"/>
                </a:lnTo>
                <a:lnTo>
                  <a:pt x="3452" y="6291"/>
                </a:lnTo>
                <a:lnTo>
                  <a:pt x="3252" y="6303"/>
                </a:lnTo>
                <a:lnTo>
                  <a:pt x="3052" y="6303"/>
                </a:lnTo>
                <a:lnTo>
                  <a:pt x="2853" y="6291"/>
                </a:lnTo>
                <a:lnTo>
                  <a:pt x="2654" y="6265"/>
                </a:lnTo>
                <a:lnTo>
                  <a:pt x="2458" y="6227"/>
                </a:lnTo>
                <a:lnTo>
                  <a:pt x="2264" y="6177"/>
                </a:lnTo>
                <a:lnTo>
                  <a:pt x="2074" y="6115"/>
                </a:lnTo>
                <a:lnTo>
                  <a:pt x="1888" y="6041"/>
                </a:lnTo>
                <a:lnTo>
                  <a:pt x="1708" y="5955"/>
                </a:lnTo>
                <a:lnTo>
                  <a:pt x="1533" y="5857"/>
                </a:lnTo>
                <a:lnTo>
                  <a:pt x="1365" y="5749"/>
                </a:lnTo>
                <a:lnTo>
                  <a:pt x="1204" y="5631"/>
                </a:lnTo>
                <a:lnTo>
                  <a:pt x="1050" y="5502"/>
                </a:lnTo>
                <a:lnTo>
                  <a:pt x="906" y="5364"/>
                </a:lnTo>
                <a:lnTo>
                  <a:pt x="770" y="5217"/>
                </a:lnTo>
                <a:lnTo>
                  <a:pt x="644" y="5062"/>
                </a:lnTo>
                <a:lnTo>
                  <a:pt x="528" y="4899"/>
                </a:lnTo>
                <a:lnTo>
                  <a:pt x="422" y="4729"/>
                </a:lnTo>
                <a:lnTo>
                  <a:pt x="328" y="4553"/>
                </a:lnTo>
                <a:lnTo>
                  <a:pt x="245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7" y="3798"/>
                </a:lnTo>
                <a:lnTo>
                  <a:pt x="32" y="3602"/>
                </a:lnTo>
                <a:lnTo>
                  <a:pt x="10" y="3403"/>
                </a:lnTo>
                <a:lnTo>
                  <a:pt x="0" y="3202"/>
                </a:lnTo>
                <a:lnTo>
                  <a:pt x="4" y="3002"/>
                </a:lnTo>
                <a:lnTo>
                  <a:pt x="19" y="2803"/>
                </a:lnTo>
                <a:lnTo>
                  <a:pt x="48" y="2604"/>
                </a:lnTo>
                <a:lnTo>
                  <a:pt x="89" y="2409"/>
                </a:lnTo>
                <a:lnTo>
                  <a:pt x="142" y="2216"/>
                </a:lnTo>
                <a:lnTo>
                  <a:pt x="208" y="2027"/>
                </a:lnTo>
                <a:lnTo>
                  <a:pt x="285" y="1842"/>
                </a:lnTo>
                <a:lnTo>
                  <a:pt x="374" y="1663"/>
                </a:lnTo>
                <a:lnTo>
                  <a:pt x="474" y="1490"/>
                </a:lnTo>
                <a:lnTo>
                  <a:pt x="584" y="1323"/>
                </a:lnTo>
                <a:lnTo>
                  <a:pt x="706" y="1164"/>
                </a:lnTo>
                <a:lnTo>
                  <a:pt x="837" y="1013"/>
                </a:lnTo>
                <a:lnTo>
                  <a:pt x="977" y="871"/>
                </a:lnTo>
                <a:lnTo>
                  <a:pt x="1126" y="737"/>
                </a:lnTo>
                <a:lnTo>
                  <a:pt x="1283" y="614"/>
                </a:lnTo>
                <a:lnTo>
                  <a:pt x="1448" y="500"/>
                </a:lnTo>
                <a:lnTo>
                  <a:pt x="1620" y="397"/>
                </a:lnTo>
                <a:lnTo>
                  <a:pt x="1797" y="306"/>
                </a:lnTo>
                <a:lnTo>
                  <a:pt x="1981" y="226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7"/>
                </a:lnTo>
                <a:lnTo>
                  <a:pt x="2753" y="25"/>
                </a:lnTo>
                <a:lnTo>
                  <a:pt x="2952" y="6"/>
                </a:lnTo>
                <a:lnTo>
                  <a:pt x="3152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3891600" y="11180880"/>
            <a:ext cx="2553480" cy="2552760"/>
          </a:xfrm>
          <a:custGeom>
            <a:avLst/>
            <a:gdLst/>
            <a:ahLst/>
            <a:rect l="0" t="0" r="r" b="b"/>
            <a:pathLst>
              <a:path fill="none" w="7093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7" y="113"/>
                </a:lnTo>
                <a:lnTo>
                  <a:pt x="4653" y="177"/>
                </a:lnTo>
                <a:lnTo>
                  <a:pt x="4864" y="254"/>
                </a:lnTo>
                <a:lnTo>
                  <a:pt x="5070" y="344"/>
                </a:lnTo>
                <a:lnTo>
                  <a:pt x="5270" y="447"/>
                </a:lnTo>
                <a:lnTo>
                  <a:pt x="5463" y="563"/>
                </a:lnTo>
                <a:lnTo>
                  <a:pt x="5649" y="690"/>
                </a:lnTo>
                <a:lnTo>
                  <a:pt x="5826" y="829"/>
                </a:lnTo>
                <a:lnTo>
                  <a:pt x="5993" y="981"/>
                </a:lnTo>
                <a:lnTo>
                  <a:pt x="6151" y="1141"/>
                </a:lnTo>
                <a:lnTo>
                  <a:pt x="6299" y="1311"/>
                </a:lnTo>
                <a:lnTo>
                  <a:pt x="6435" y="1490"/>
                </a:lnTo>
                <a:lnTo>
                  <a:pt x="6559" y="1677"/>
                </a:lnTo>
                <a:lnTo>
                  <a:pt x="6672" y="1872"/>
                </a:lnTo>
                <a:lnTo>
                  <a:pt x="6772" y="2074"/>
                </a:lnTo>
                <a:lnTo>
                  <a:pt x="6859" y="2281"/>
                </a:lnTo>
                <a:lnTo>
                  <a:pt x="6933" y="2494"/>
                </a:lnTo>
                <a:lnTo>
                  <a:pt x="6993" y="2711"/>
                </a:lnTo>
                <a:lnTo>
                  <a:pt x="7039" y="2931"/>
                </a:lnTo>
                <a:lnTo>
                  <a:pt x="7071" y="3154"/>
                </a:lnTo>
                <a:lnTo>
                  <a:pt x="7089" y="3378"/>
                </a:lnTo>
                <a:lnTo>
                  <a:pt x="7093" y="3603"/>
                </a:lnTo>
                <a:lnTo>
                  <a:pt x="7082" y="3828"/>
                </a:lnTo>
                <a:lnTo>
                  <a:pt x="7057" y="4052"/>
                </a:lnTo>
                <a:lnTo>
                  <a:pt x="7018" y="4273"/>
                </a:lnTo>
                <a:lnTo>
                  <a:pt x="6965" y="4492"/>
                </a:lnTo>
                <a:lnTo>
                  <a:pt x="6897" y="4707"/>
                </a:lnTo>
                <a:lnTo>
                  <a:pt x="6817" y="4917"/>
                </a:lnTo>
                <a:lnTo>
                  <a:pt x="6724" y="5122"/>
                </a:lnTo>
                <a:lnTo>
                  <a:pt x="6617" y="5320"/>
                </a:lnTo>
                <a:lnTo>
                  <a:pt x="6498" y="5511"/>
                </a:lnTo>
                <a:lnTo>
                  <a:pt x="6368" y="5695"/>
                </a:lnTo>
                <a:lnTo>
                  <a:pt x="6226" y="5869"/>
                </a:lnTo>
                <a:lnTo>
                  <a:pt x="6074" y="6034"/>
                </a:lnTo>
                <a:lnTo>
                  <a:pt x="5911" y="6190"/>
                </a:lnTo>
                <a:lnTo>
                  <a:pt x="5738" y="6334"/>
                </a:lnTo>
                <a:lnTo>
                  <a:pt x="5557" y="6468"/>
                </a:lnTo>
                <a:lnTo>
                  <a:pt x="5368" y="6589"/>
                </a:lnTo>
                <a:lnTo>
                  <a:pt x="5171" y="6699"/>
                </a:lnTo>
                <a:lnTo>
                  <a:pt x="4968" y="6796"/>
                </a:lnTo>
                <a:lnTo>
                  <a:pt x="4759" y="6879"/>
                </a:lnTo>
                <a:lnTo>
                  <a:pt x="4545" y="6949"/>
                </a:lnTo>
                <a:lnTo>
                  <a:pt x="4327" y="7006"/>
                </a:lnTo>
                <a:lnTo>
                  <a:pt x="4106" y="7048"/>
                </a:lnTo>
                <a:lnTo>
                  <a:pt x="3883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8"/>
                </a:lnTo>
                <a:lnTo>
                  <a:pt x="2765" y="7006"/>
                </a:lnTo>
                <a:lnTo>
                  <a:pt x="2547" y="6949"/>
                </a:lnTo>
                <a:lnTo>
                  <a:pt x="2333" y="6879"/>
                </a:lnTo>
                <a:lnTo>
                  <a:pt x="2124" y="6796"/>
                </a:lnTo>
                <a:lnTo>
                  <a:pt x="1921" y="6699"/>
                </a:lnTo>
                <a:lnTo>
                  <a:pt x="1725" y="6589"/>
                </a:lnTo>
                <a:lnTo>
                  <a:pt x="1535" y="6468"/>
                </a:lnTo>
                <a:lnTo>
                  <a:pt x="1354" y="6334"/>
                </a:lnTo>
                <a:lnTo>
                  <a:pt x="1182" y="6190"/>
                </a:lnTo>
                <a:lnTo>
                  <a:pt x="1019" y="6034"/>
                </a:lnTo>
                <a:lnTo>
                  <a:pt x="866" y="5869"/>
                </a:lnTo>
                <a:lnTo>
                  <a:pt x="724" y="5695"/>
                </a:lnTo>
                <a:lnTo>
                  <a:pt x="594" y="5511"/>
                </a:lnTo>
                <a:lnTo>
                  <a:pt x="475" y="5320"/>
                </a:lnTo>
                <a:lnTo>
                  <a:pt x="369" y="5122"/>
                </a:lnTo>
                <a:lnTo>
                  <a:pt x="275" y="4917"/>
                </a:lnTo>
                <a:lnTo>
                  <a:pt x="195" y="4707"/>
                </a:lnTo>
                <a:lnTo>
                  <a:pt x="128" y="4492"/>
                </a:lnTo>
                <a:lnTo>
                  <a:pt x="75" y="4273"/>
                </a:lnTo>
                <a:lnTo>
                  <a:pt x="36" y="4052"/>
                </a:lnTo>
                <a:lnTo>
                  <a:pt x="11" y="3828"/>
                </a:lnTo>
                <a:lnTo>
                  <a:pt x="0" y="3603"/>
                </a:lnTo>
                <a:lnTo>
                  <a:pt x="4" y="3378"/>
                </a:lnTo>
                <a:lnTo>
                  <a:pt x="22" y="3154"/>
                </a:lnTo>
                <a:lnTo>
                  <a:pt x="54" y="2931"/>
                </a:lnTo>
                <a:lnTo>
                  <a:pt x="100" y="2711"/>
                </a:lnTo>
                <a:lnTo>
                  <a:pt x="160" y="2494"/>
                </a:lnTo>
                <a:lnTo>
                  <a:pt x="234" y="2281"/>
                </a:lnTo>
                <a:lnTo>
                  <a:pt x="320" y="2074"/>
                </a:lnTo>
                <a:lnTo>
                  <a:pt x="420" y="1872"/>
                </a:lnTo>
                <a:lnTo>
                  <a:pt x="533" y="1677"/>
                </a:lnTo>
                <a:lnTo>
                  <a:pt x="658" y="1490"/>
                </a:lnTo>
                <a:lnTo>
                  <a:pt x="794" y="1311"/>
                </a:lnTo>
                <a:lnTo>
                  <a:pt x="941" y="1141"/>
                </a:lnTo>
                <a:lnTo>
                  <a:pt x="1099" y="981"/>
                </a:lnTo>
                <a:lnTo>
                  <a:pt x="1267" y="829"/>
                </a:lnTo>
                <a:lnTo>
                  <a:pt x="1444" y="690"/>
                </a:lnTo>
                <a:lnTo>
                  <a:pt x="1629" y="563"/>
                </a:lnTo>
                <a:lnTo>
                  <a:pt x="1822" y="447"/>
                </a:lnTo>
                <a:lnTo>
                  <a:pt x="2022" y="344"/>
                </a:lnTo>
                <a:lnTo>
                  <a:pt x="2228" y="254"/>
                </a:lnTo>
                <a:lnTo>
                  <a:pt x="2440" y="177"/>
                </a:lnTo>
                <a:lnTo>
                  <a:pt x="2656" y="113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5168160" y="12240360"/>
            <a:ext cx="1135080" cy="434520"/>
          </a:xfrm>
          <a:custGeom>
            <a:avLst/>
            <a:gdLst/>
            <a:ahLst/>
            <a:rect l="0" t="0" r="r" b="b"/>
            <a:pathLst>
              <a:path w="3153" h="1207">
                <a:moveTo>
                  <a:pt x="0" y="604"/>
                </a:moveTo>
                <a:lnTo>
                  <a:pt x="72" y="536"/>
                </a:lnTo>
                <a:lnTo>
                  <a:pt x="146" y="472"/>
                </a:lnTo>
                <a:lnTo>
                  <a:pt x="224" y="411"/>
                </a:lnTo>
                <a:lnTo>
                  <a:pt x="305" y="353"/>
                </a:lnTo>
                <a:lnTo>
                  <a:pt x="388" y="300"/>
                </a:lnTo>
                <a:lnTo>
                  <a:pt x="475" y="251"/>
                </a:lnTo>
                <a:lnTo>
                  <a:pt x="564" y="206"/>
                </a:lnTo>
                <a:lnTo>
                  <a:pt x="655" y="165"/>
                </a:lnTo>
                <a:lnTo>
                  <a:pt x="749" y="129"/>
                </a:lnTo>
                <a:lnTo>
                  <a:pt x="845" y="97"/>
                </a:lnTo>
                <a:lnTo>
                  <a:pt x="943" y="69"/>
                </a:lnTo>
                <a:lnTo>
                  <a:pt x="1043" y="46"/>
                </a:lnTo>
                <a:lnTo>
                  <a:pt x="1144" y="27"/>
                </a:lnTo>
                <a:lnTo>
                  <a:pt x="1247" y="13"/>
                </a:lnTo>
                <a:lnTo>
                  <a:pt x="1351" y="4"/>
                </a:lnTo>
                <a:lnTo>
                  <a:pt x="1456" y="0"/>
                </a:lnTo>
                <a:lnTo>
                  <a:pt x="1562" y="0"/>
                </a:lnTo>
                <a:lnTo>
                  <a:pt x="1670" y="6"/>
                </a:lnTo>
                <a:lnTo>
                  <a:pt x="1777" y="16"/>
                </a:lnTo>
                <a:lnTo>
                  <a:pt x="1885" y="31"/>
                </a:lnTo>
                <a:lnTo>
                  <a:pt x="1994" y="51"/>
                </a:lnTo>
                <a:lnTo>
                  <a:pt x="2102" y="76"/>
                </a:lnTo>
                <a:lnTo>
                  <a:pt x="2211" y="106"/>
                </a:lnTo>
                <a:lnTo>
                  <a:pt x="2319" y="142"/>
                </a:lnTo>
                <a:lnTo>
                  <a:pt x="2426" y="182"/>
                </a:lnTo>
                <a:lnTo>
                  <a:pt x="2534" y="227"/>
                </a:lnTo>
                <a:lnTo>
                  <a:pt x="2640" y="277"/>
                </a:lnTo>
                <a:lnTo>
                  <a:pt x="2745" y="333"/>
                </a:lnTo>
                <a:lnTo>
                  <a:pt x="2849" y="394"/>
                </a:lnTo>
                <a:lnTo>
                  <a:pt x="2952" y="459"/>
                </a:lnTo>
                <a:lnTo>
                  <a:pt x="3054" y="529"/>
                </a:lnTo>
                <a:lnTo>
                  <a:pt x="3153" y="604"/>
                </a:lnTo>
                <a:lnTo>
                  <a:pt x="3054" y="679"/>
                </a:lnTo>
                <a:lnTo>
                  <a:pt x="2952" y="749"/>
                </a:lnTo>
                <a:lnTo>
                  <a:pt x="2849" y="814"/>
                </a:lnTo>
                <a:lnTo>
                  <a:pt x="2745" y="874"/>
                </a:lnTo>
                <a:lnTo>
                  <a:pt x="2640" y="929"/>
                </a:lnTo>
                <a:lnTo>
                  <a:pt x="2534" y="980"/>
                </a:lnTo>
                <a:lnTo>
                  <a:pt x="2426" y="1025"/>
                </a:lnTo>
                <a:lnTo>
                  <a:pt x="2319" y="1065"/>
                </a:lnTo>
                <a:lnTo>
                  <a:pt x="2211" y="1100"/>
                </a:lnTo>
                <a:lnTo>
                  <a:pt x="2102" y="1130"/>
                </a:lnTo>
                <a:lnTo>
                  <a:pt x="1994" y="1156"/>
                </a:lnTo>
                <a:lnTo>
                  <a:pt x="1885" y="1176"/>
                </a:lnTo>
                <a:lnTo>
                  <a:pt x="1777" y="1191"/>
                </a:lnTo>
                <a:lnTo>
                  <a:pt x="1670" y="1201"/>
                </a:lnTo>
                <a:lnTo>
                  <a:pt x="1562" y="1207"/>
                </a:lnTo>
                <a:lnTo>
                  <a:pt x="1456" y="1207"/>
                </a:lnTo>
                <a:lnTo>
                  <a:pt x="1351" y="1203"/>
                </a:lnTo>
                <a:lnTo>
                  <a:pt x="1247" y="1193"/>
                </a:lnTo>
                <a:lnTo>
                  <a:pt x="1144" y="1180"/>
                </a:lnTo>
                <a:lnTo>
                  <a:pt x="1043" y="1161"/>
                </a:lnTo>
                <a:lnTo>
                  <a:pt x="943" y="1138"/>
                </a:lnTo>
                <a:lnTo>
                  <a:pt x="845" y="1110"/>
                </a:lnTo>
                <a:lnTo>
                  <a:pt x="749" y="1078"/>
                </a:lnTo>
                <a:lnTo>
                  <a:pt x="655" y="1042"/>
                </a:lnTo>
                <a:lnTo>
                  <a:pt x="564" y="1001"/>
                </a:lnTo>
                <a:lnTo>
                  <a:pt x="475" y="956"/>
                </a:lnTo>
                <a:lnTo>
                  <a:pt x="388" y="907"/>
                </a:lnTo>
                <a:lnTo>
                  <a:pt x="305" y="854"/>
                </a:lnTo>
                <a:lnTo>
                  <a:pt x="224" y="797"/>
                </a:lnTo>
                <a:lnTo>
                  <a:pt x="146" y="736"/>
                </a:lnTo>
                <a:lnTo>
                  <a:pt x="72" y="672"/>
                </a:lnTo>
                <a:lnTo>
                  <a:pt x="0" y="604"/>
                </a:lnTo>
                <a:close/>
              </a:path>
            </a:pathLst>
          </a:custGeom>
          <a:solidFill>
            <a:srgbClr val="7FB3FF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5168160" y="12240360"/>
            <a:ext cx="1135080" cy="434520"/>
          </a:xfrm>
          <a:custGeom>
            <a:avLst/>
            <a:gdLst/>
            <a:ahLst/>
            <a:rect l="0" t="0" r="r" b="b"/>
            <a:pathLst>
              <a:path w="3153" h="1207">
                <a:moveTo>
                  <a:pt x="0" y="604"/>
                </a:moveTo>
                <a:lnTo>
                  <a:pt x="72" y="536"/>
                </a:lnTo>
                <a:lnTo>
                  <a:pt x="146" y="472"/>
                </a:lnTo>
                <a:lnTo>
                  <a:pt x="224" y="411"/>
                </a:lnTo>
                <a:lnTo>
                  <a:pt x="305" y="353"/>
                </a:lnTo>
                <a:lnTo>
                  <a:pt x="388" y="300"/>
                </a:lnTo>
                <a:lnTo>
                  <a:pt x="475" y="251"/>
                </a:lnTo>
                <a:lnTo>
                  <a:pt x="564" y="206"/>
                </a:lnTo>
                <a:lnTo>
                  <a:pt x="655" y="165"/>
                </a:lnTo>
                <a:lnTo>
                  <a:pt x="749" y="129"/>
                </a:lnTo>
                <a:lnTo>
                  <a:pt x="845" y="97"/>
                </a:lnTo>
                <a:lnTo>
                  <a:pt x="943" y="69"/>
                </a:lnTo>
                <a:lnTo>
                  <a:pt x="1043" y="46"/>
                </a:lnTo>
                <a:lnTo>
                  <a:pt x="1144" y="27"/>
                </a:lnTo>
                <a:lnTo>
                  <a:pt x="1247" y="13"/>
                </a:lnTo>
                <a:lnTo>
                  <a:pt x="1351" y="4"/>
                </a:lnTo>
                <a:lnTo>
                  <a:pt x="1456" y="0"/>
                </a:lnTo>
                <a:lnTo>
                  <a:pt x="1562" y="0"/>
                </a:lnTo>
                <a:lnTo>
                  <a:pt x="1670" y="6"/>
                </a:lnTo>
                <a:lnTo>
                  <a:pt x="1777" y="16"/>
                </a:lnTo>
                <a:lnTo>
                  <a:pt x="1885" y="31"/>
                </a:lnTo>
                <a:lnTo>
                  <a:pt x="1994" y="51"/>
                </a:lnTo>
                <a:lnTo>
                  <a:pt x="2102" y="76"/>
                </a:lnTo>
                <a:lnTo>
                  <a:pt x="2211" y="106"/>
                </a:lnTo>
                <a:lnTo>
                  <a:pt x="2319" y="142"/>
                </a:lnTo>
                <a:lnTo>
                  <a:pt x="2426" y="182"/>
                </a:lnTo>
                <a:lnTo>
                  <a:pt x="2534" y="227"/>
                </a:lnTo>
                <a:lnTo>
                  <a:pt x="2640" y="277"/>
                </a:lnTo>
                <a:lnTo>
                  <a:pt x="2745" y="333"/>
                </a:lnTo>
                <a:lnTo>
                  <a:pt x="2849" y="394"/>
                </a:lnTo>
                <a:lnTo>
                  <a:pt x="2952" y="459"/>
                </a:lnTo>
                <a:lnTo>
                  <a:pt x="3054" y="529"/>
                </a:lnTo>
                <a:lnTo>
                  <a:pt x="3153" y="604"/>
                </a:lnTo>
                <a:lnTo>
                  <a:pt x="3054" y="679"/>
                </a:lnTo>
                <a:lnTo>
                  <a:pt x="2952" y="749"/>
                </a:lnTo>
                <a:lnTo>
                  <a:pt x="2849" y="814"/>
                </a:lnTo>
                <a:lnTo>
                  <a:pt x="2745" y="874"/>
                </a:lnTo>
                <a:lnTo>
                  <a:pt x="2640" y="929"/>
                </a:lnTo>
                <a:lnTo>
                  <a:pt x="2534" y="980"/>
                </a:lnTo>
                <a:lnTo>
                  <a:pt x="2426" y="1025"/>
                </a:lnTo>
                <a:lnTo>
                  <a:pt x="2319" y="1065"/>
                </a:lnTo>
                <a:lnTo>
                  <a:pt x="2211" y="1100"/>
                </a:lnTo>
                <a:lnTo>
                  <a:pt x="2102" y="1130"/>
                </a:lnTo>
                <a:lnTo>
                  <a:pt x="1994" y="1156"/>
                </a:lnTo>
                <a:lnTo>
                  <a:pt x="1885" y="1176"/>
                </a:lnTo>
                <a:lnTo>
                  <a:pt x="1777" y="1191"/>
                </a:lnTo>
                <a:lnTo>
                  <a:pt x="1670" y="1201"/>
                </a:lnTo>
                <a:lnTo>
                  <a:pt x="1562" y="1207"/>
                </a:lnTo>
                <a:lnTo>
                  <a:pt x="1456" y="1207"/>
                </a:lnTo>
                <a:lnTo>
                  <a:pt x="1351" y="1203"/>
                </a:lnTo>
                <a:lnTo>
                  <a:pt x="1247" y="1193"/>
                </a:lnTo>
                <a:lnTo>
                  <a:pt x="1144" y="1180"/>
                </a:lnTo>
                <a:lnTo>
                  <a:pt x="1043" y="1161"/>
                </a:lnTo>
                <a:lnTo>
                  <a:pt x="943" y="1138"/>
                </a:lnTo>
                <a:lnTo>
                  <a:pt x="845" y="1110"/>
                </a:lnTo>
                <a:lnTo>
                  <a:pt x="749" y="1078"/>
                </a:lnTo>
                <a:lnTo>
                  <a:pt x="655" y="1042"/>
                </a:lnTo>
                <a:lnTo>
                  <a:pt x="564" y="1001"/>
                </a:lnTo>
                <a:lnTo>
                  <a:pt x="475" y="956"/>
                </a:lnTo>
                <a:lnTo>
                  <a:pt x="388" y="907"/>
                </a:lnTo>
                <a:lnTo>
                  <a:pt x="305" y="854"/>
                </a:lnTo>
                <a:lnTo>
                  <a:pt x="224" y="797"/>
                </a:lnTo>
                <a:lnTo>
                  <a:pt x="146" y="736"/>
                </a:lnTo>
                <a:lnTo>
                  <a:pt x="72" y="672"/>
                </a:lnTo>
                <a:lnTo>
                  <a:pt x="0" y="604"/>
                </a:lnTo>
                <a:close/>
              </a:path>
            </a:pathLst>
          </a:custGeom>
          <a:noFill/>
          <a:ln w="24840">
            <a:solidFill>
              <a:srgbClr val="7FB3FF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5168160" y="12240360"/>
            <a:ext cx="1135080" cy="434520"/>
          </a:xfrm>
          <a:custGeom>
            <a:avLst/>
            <a:gdLst/>
            <a:ahLst/>
            <a:rect l="0" t="0" r="r" b="b"/>
            <a:pathLst>
              <a:path fill="none" w="3153" h="1207">
                <a:moveTo>
                  <a:pt x="0" y="604"/>
                </a:moveTo>
                <a:lnTo>
                  <a:pt x="72" y="536"/>
                </a:lnTo>
                <a:lnTo>
                  <a:pt x="146" y="472"/>
                </a:lnTo>
                <a:lnTo>
                  <a:pt x="224" y="411"/>
                </a:lnTo>
                <a:lnTo>
                  <a:pt x="305" y="353"/>
                </a:lnTo>
                <a:lnTo>
                  <a:pt x="388" y="300"/>
                </a:lnTo>
                <a:lnTo>
                  <a:pt x="475" y="251"/>
                </a:lnTo>
                <a:lnTo>
                  <a:pt x="564" y="206"/>
                </a:lnTo>
                <a:lnTo>
                  <a:pt x="655" y="165"/>
                </a:lnTo>
                <a:lnTo>
                  <a:pt x="749" y="129"/>
                </a:lnTo>
                <a:lnTo>
                  <a:pt x="845" y="97"/>
                </a:lnTo>
                <a:lnTo>
                  <a:pt x="943" y="69"/>
                </a:lnTo>
                <a:lnTo>
                  <a:pt x="1043" y="46"/>
                </a:lnTo>
                <a:lnTo>
                  <a:pt x="1144" y="27"/>
                </a:lnTo>
                <a:lnTo>
                  <a:pt x="1247" y="13"/>
                </a:lnTo>
                <a:lnTo>
                  <a:pt x="1351" y="4"/>
                </a:lnTo>
                <a:lnTo>
                  <a:pt x="1456" y="0"/>
                </a:lnTo>
                <a:lnTo>
                  <a:pt x="1562" y="0"/>
                </a:lnTo>
                <a:lnTo>
                  <a:pt x="1670" y="6"/>
                </a:lnTo>
                <a:lnTo>
                  <a:pt x="1777" y="16"/>
                </a:lnTo>
                <a:lnTo>
                  <a:pt x="1885" y="31"/>
                </a:lnTo>
                <a:lnTo>
                  <a:pt x="1994" y="51"/>
                </a:lnTo>
                <a:lnTo>
                  <a:pt x="2102" y="76"/>
                </a:lnTo>
                <a:lnTo>
                  <a:pt x="2211" y="106"/>
                </a:lnTo>
                <a:lnTo>
                  <a:pt x="2319" y="142"/>
                </a:lnTo>
                <a:lnTo>
                  <a:pt x="2426" y="182"/>
                </a:lnTo>
                <a:lnTo>
                  <a:pt x="2534" y="227"/>
                </a:lnTo>
                <a:lnTo>
                  <a:pt x="2640" y="277"/>
                </a:lnTo>
                <a:lnTo>
                  <a:pt x="2745" y="333"/>
                </a:lnTo>
                <a:lnTo>
                  <a:pt x="2849" y="394"/>
                </a:lnTo>
                <a:lnTo>
                  <a:pt x="2952" y="459"/>
                </a:lnTo>
                <a:lnTo>
                  <a:pt x="3054" y="529"/>
                </a:lnTo>
                <a:lnTo>
                  <a:pt x="3153" y="604"/>
                </a:lnTo>
                <a:lnTo>
                  <a:pt x="3054" y="679"/>
                </a:lnTo>
                <a:lnTo>
                  <a:pt x="2952" y="749"/>
                </a:lnTo>
                <a:lnTo>
                  <a:pt x="2849" y="814"/>
                </a:lnTo>
                <a:lnTo>
                  <a:pt x="2745" y="874"/>
                </a:lnTo>
                <a:lnTo>
                  <a:pt x="2640" y="929"/>
                </a:lnTo>
                <a:lnTo>
                  <a:pt x="2534" y="980"/>
                </a:lnTo>
                <a:lnTo>
                  <a:pt x="2426" y="1025"/>
                </a:lnTo>
                <a:lnTo>
                  <a:pt x="2319" y="1065"/>
                </a:lnTo>
                <a:lnTo>
                  <a:pt x="2211" y="1100"/>
                </a:lnTo>
                <a:lnTo>
                  <a:pt x="2102" y="1130"/>
                </a:lnTo>
                <a:lnTo>
                  <a:pt x="1994" y="1156"/>
                </a:lnTo>
                <a:lnTo>
                  <a:pt x="1885" y="1176"/>
                </a:lnTo>
                <a:lnTo>
                  <a:pt x="1777" y="1191"/>
                </a:lnTo>
                <a:lnTo>
                  <a:pt x="1670" y="1201"/>
                </a:lnTo>
                <a:lnTo>
                  <a:pt x="1562" y="1207"/>
                </a:lnTo>
                <a:lnTo>
                  <a:pt x="1456" y="1207"/>
                </a:lnTo>
                <a:lnTo>
                  <a:pt x="1351" y="1203"/>
                </a:lnTo>
                <a:lnTo>
                  <a:pt x="1247" y="1193"/>
                </a:lnTo>
                <a:lnTo>
                  <a:pt x="1144" y="1180"/>
                </a:lnTo>
                <a:lnTo>
                  <a:pt x="1043" y="1161"/>
                </a:lnTo>
                <a:lnTo>
                  <a:pt x="943" y="1138"/>
                </a:lnTo>
                <a:lnTo>
                  <a:pt x="845" y="1110"/>
                </a:lnTo>
                <a:lnTo>
                  <a:pt x="749" y="1078"/>
                </a:lnTo>
                <a:lnTo>
                  <a:pt x="655" y="1042"/>
                </a:lnTo>
                <a:lnTo>
                  <a:pt x="564" y="1001"/>
                </a:lnTo>
                <a:lnTo>
                  <a:pt x="475" y="956"/>
                </a:lnTo>
                <a:lnTo>
                  <a:pt x="388" y="907"/>
                </a:lnTo>
                <a:lnTo>
                  <a:pt x="305" y="854"/>
                </a:lnTo>
                <a:lnTo>
                  <a:pt x="224" y="797"/>
                </a:lnTo>
                <a:lnTo>
                  <a:pt x="146" y="736"/>
                </a:lnTo>
                <a:lnTo>
                  <a:pt x="72" y="672"/>
                </a:lnTo>
                <a:lnTo>
                  <a:pt x="0" y="604"/>
                </a:lnTo>
              </a:path>
            </a:pathLst>
          </a:custGeom>
          <a:ln w="24840">
            <a:solidFill>
              <a:srgbClr val="7FB3FF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FB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FB3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FB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FB3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627156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7FB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627156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7FB3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FB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FB3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FB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FB3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FB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FB3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FB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FB3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7FB3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513648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7FB3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 flipV="1">
            <a:off x="5168160" y="1132272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5168160" y="11655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7" y="2152"/>
                </a:lnTo>
                <a:lnTo>
                  <a:pt x="155" y="2075"/>
                </a:lnTo>
                <a:lnTo>
                  <a:pt x="309" y="1921"/>
                </a:lnTo>
                <a:lnTo>
                  <a:pt x="385" y="1845"/>
                </a:lnTo>
                <a:lnTo>
                  <a:pt x="462" y="1768"/>
                </a:lnTo>
                <a:lnTo>
                  <a:pt x="539" y="1691"/>
                </a:lnTo>
                <a:lnTo>
                  <a:pt x="616" y="1614"/>
                </a:lnTo>
                <a:lnTo>
                  <a:pt x="693" y="1537"/>
                </a:lnTo>
                <a:lnTo>
                  <a:pt x="770" y="1460"/>
                </a:lnTo>
                <a:lnTo>
                  <a:pt x="847" y="1383"/>
                </a:lnTo>
                <a:lnTo>
                  <a:pt x="923" y="1307"/>
                </a:lnTo>
                <a:lnTo>
                  <a:pt x="1000" y="1230"/>
                </a:lnTo>
                <a:lnTo>
                  <a:pt x="1154" y="1076"/>
                </a:lnTo>
                <a:lnTo>
                  <a:pt x="1231" y="999"/>
                </a:lnTo>
                <a:lnTo>
                  <a:pt x="1308" y="922"/>
                </a:lnTo>
                <a:lnTo>
                  <a:pt x="1461" y="769"/>
                </a:lnTo>
                <a:lnTo>
                  <a:pt x="1538" y="692"/>
                </a:lnTo>
                <a:lnTo>
                  <a:pt x="1615" y="615"/>
                </a:lnTo>
                <a:lnTo>
                  <a:pt x="1692" y="538"/>
                </a:lnTo>
                <a:lnTo>
                  <a:pt x="1769" y="461"/>
                </a:lnTo>
                <a:lnTo>
                  <a:pt x="1846" y="384"/>
                </a:lnTo>
                <a:lnTo>
                  <a:pt x="1999" y="231"/>
                </a:lnTo>
                <a:lnTo>
                  <a:pt x="2076" y="154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5168160" y="12457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5168160" y="124574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77" y="77"/>
                </a:lnTo>
                <a:lnTo>
                  <a:pt x="155" y="154"/>
                </a:lnTo>
                <a:lnTo>
                  <a:pt x="232" y="231"/>
                </a:lnTo>
                <a:lnTo>
                  <a:pt x="309" y="307"/>
                </a:lnTo>
                <a:lnTo>
                  <a:pt x="385" y="384"/>
                </a:lnTo>
                <a:lnTo>
                  <a:pt x="462" y="461"/>
                </a:lnTo>
                <a:lnTo>
                  <a:pt x="539" y="538"/>
                </a:lnTo>
                <a:lnTo>
                  <a:pt x="616" y="615"/>
                </a:lnTo>
                <a:lnTo>
                  <a:pt x="693" y="692"/>
                </a:lnTo>
                <a:lnTo>
                  <a:pt x="770" y="768"/>
                </a:lnTo>
                <a:lnTo>
                  <a:pt x="847" y="845"/>
                </a:lnTo>
                <a:lnTo>
                  <a:pt x="923" y="922"/>
                </a:lnTo>
                <a:lnTo>
                  <a:pt x="1000" y="999"/>
                </a:lnTo>
                <a:lnTo>
                  <a:pt x="1077" y="1076"/>
                </a:lnTo>
                <a:lnTo>
                  <a:pt x="1154" y="1153"/>
                </a:lnTo>
                <a:lnTo>
                  <a:pt x="1231" y="1230"/>
                </a:lnTo>
                <a:lnTo>
                  <a:pt x="1308" y="1306"/>
                </a:lnTo>
                <a:lnTo>
                  <a:pt x="1385" y="1383"/>
                </a:lnTo>
                <a:lnTo>
                  <a:pt x="1461" y="1460"/>
                </a:lnTo>
                <a:lnTo>
                  <a:pt x="1538" y="1537"/>
                </a:lnTo>
                <a:lnTo>
                  <a:pt x="1615" y="1614"/>
                </a:lnTo>
                <a:lnTo>
                  <a:pt x="1692" y="1691"/>
                </a:lnTo>
                <a:lnTo>
                  <a:pt x="1769" y="1768"/>
                </a:lnTo>
                <a:lnTo>
                  <a:pt x="1846" y="1844"/>
                </a:lnTo>
                <a:lnTo>
                  <a:pt x="1923" y="1921"/>
                </a:lnTo>
                <a:lnTo>
                  <a:pt x="1999" y="1998"/>
                </a:lnTo>
                <a:lnTo>
                  <a:pt x="2076" y="2075"/>
                </a:lnTo>
                <a:lnTo>
                  <a:pt x="2153" y="2152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5168160" y="1245744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4365720" y="124574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076" y="154"/>
                </a:lnTo>
                <a:lnTo>
                  <a:pt x="2000" y="231"/>
                </a:lnTo>
                <a:lnTo>
                  <a:pt x="1923" y="307"/>
                </a:lnTo>
                <a:lnTo>
                  <a:pt x="1846" y="384"/>
                </a:lnTo>
                <a:lnTo>
                  <a:pt x="1769" y="461"/>
                </a:lnTo>
                <a:lnTo>
                  <a:pt x="1692" y="538"/>
                </a:lnTo>
                <a:lnTo>
                  <a:pt x="1615" y="615"/>
                </a:lnTo>
                <a:lnTo>
                  <a:pt x="1538" y="692"/>
                </a:lnTo>
                <a:lnTo>
                  <a:pt x="1462" y="768"/>
                </a:lnTo>
                <a:lnTo>
                  <a:pt x="1385" y="845"/>
                </a:lnTo>
                <a:lnTo>
                  <a:pt x="1231" y="999"/>
                </a:lnTo>
                <a:lnTo>
                  <a:pt x="1154" y="1076"/>
                </a:lnTo>
                <a:lnTo>
                  <a:pt x="1077" y="1153"/>
                </a:lnTo>
                <a:lnTo>
                  <a:pt x="924" y="1306"/>
                </a:lnTo>
                <a:lnTo>
                  <a:pt x="847" y="1383"/>
                </a:lnTo>
                <a:lnTo>
                  <a:pt x="770" y="1460"/>
                </a:lnTo>
                <a:lnTo>
                  <a:pt x="693" y="1537"/>
                </a:lnTo>
                <a:lnTo>
                  <a:pt x="616" y="1614"/>
                </a:lnTo>
                <a:lnTo>
                  <a:pt x="539" y="1691"/>
                </a:lnTo>
                <a:lnTo>
                  <a:pt x="462" y="1768"/>
                </a:lnTo>
                <a:lnTo>
                  <a:pt x="386" y="1844"/>
                </a:lnTo>
                <a:lnTo>
                  <a:pt x="309" y="1921"/>
                </a:lnTo>
                <a:lnTo>
                  <a:pt x="232" y="1998"/>
                </a:lnTo>
                <a:lnTo>
                  <a:pt x="77" y="2152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 flipH="1">
            <a:off x="4033440" y="12457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4365720" y="11655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2"/>
                </a:lnTo>
                <a:lnTo>
                  <a:pt x="2076" y="2075"/>
                </a:lnTo>
                <a:lnTo>
                  <a:pt x="2000" y="1998"/>
                </a:lnTo>
                <a:lnTo>
                  <a:pt x="1923" y="1921"/>
                </a:lnTo>
                <a:lnTo>
                  <a:pt x="1846" y="1845"/>
                </a:lnTo>
                <a:lnTo>
                  <a:pt x="1769" y="1768"/>
                </a:lnTo>
                <a:lnTo>
                  <a:pt x="1692" y="1691"/>
                </a:lnTo>
                <a:lnTo>
                  <a:pt x="1615" y="1614"/>
                </a:lnTo>
                <a:lnTo>
                  <a:pt x="1538" y="1537"/>
                </a:lnTo>
                <a:lnTo>
                  <a:pt x="1462" y="1460"/>
                </a:lnTo>
                <a:lnTo>
                  <a:pt x="1385" y="1383"/>
                </a:lnTo>
                <a:lnTo>
                  <a:pt x="1308" y="1307"/>
                </a:lnTo>
                <a:lnTo>
                  <a:pt x="1231" y="1230"/>
                </a:lnTo>
                <a:lnTo>
                  <a:pt x="1154" y="1153"/>
                </a:lnTo>
                <a:lnTo>
                  <a:pt x="1077" y="1076"/>
                </a:lnTo>
                <a:lnTo>
                  <a:pt x="1000" y="999"/>
                </a:lnTo>
                <a:lnTo>
                  <a:pt x="924" y="922"/>
                </a:lnTo>
                <a:lnTo>
                  <a:pt x="847" y="845"/>
                </a:lnTo>
                <a:lnTo>
                  <a:pt x="770" y="769"/>
                </a:lnTo>
                <a:lnTo>
                  <a:pt x="693" y="692"/>
                </a:lnTo>
                <a:lnTo>
                  <a:pt x="616" y="615"/>
                </a:lnTo>
                <a:lnTo>
                  <a:pt x="539" y="538"/>
                </a:lnTo>
                <a:lnTo>
                  <a:pt x="462" y="461"/>
                </a:lnTo>
                <a:lnTo>
                  <a:pt x="386" y="384"/>
                </a:lnTo>
                <a:lnTo>
                  <a:pt x="309" y="307"/>
                </a:lnTo>
                <a:lnTo>
                  <a:pt x="232" y="231"/>
                </a:lnTo>
                <a:lnTo>
                  <a:pt x="155" y="154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4577760" y="10828080"/>
            <a:ext cx="11502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5, species = 3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5034960" y="1113660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5836320" y="11510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6337080" y="1241316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5823360" y="13315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5022360" y="1368972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4011840" y="13315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3771000" y="1241316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4024440" y="11510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3509640" y="11851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6673680" y="11000880"/>
            <a:ext cx="3302640" cy="3001320"/>
          </a:xfrm>
          <a:custGeom>
            <a:avLst/>
            <a:gdLst/>
            <a:ahLst/>
            <a:rect l="0" t="0" r="r" b="b"/>
            <a:pathLst>
              <a:path w="9174" h="8337">
                <a:moveTo>
                  <a:pt x="0" y="0"/>
                </a:moveTo>
                <a:lnTo>
                  <a:pt x="9174" y="0"/>
                </a:lnTo>
                <a:lnTo>
                  <a:pt x="9174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7002720" y="10518840"/>
            <a:ext cx="2935440" cy="482400"/>
          </a:xfrm>
          <a:custGeom>
            <a:avLst/>
            <a:gdLst/>
            <a:ahLst/>
            <a:rect l="0" t="0" r="r" b="b"/>
            <a:pathLst>
              <a:path w="8154" h="1340">
                <a:moveTo>
                  <a:pt x="0" y="0"/>
                </a:moveTo>
                <a:lnTo>
                  <a:pt x="8154" y="0"/>
                </a:lnTo>
                <a:lnTo>
                  <a:pt x="8154" y="1340"/>
                </a:lnTo>
                <a:lnTo>
                  <a:pt x="0" y="13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3458880" y="1128492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7918200" y="10632240"/>
            <a:ext cx="10832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Caprimulgiformes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7052040" y="11039040"/>
            <a:ext cx="2837160" cy="2837160"/>
          </a:xfrm>
          <a:custGeom>
            <a:avLst/>
            <a:gdLst/>
            <a:ahLst/>
            <a:rect l="0" t="0" r="r" b="b"/>
            <a:pathLst>
              <a:path w="7881" h="7881">
                <a:moveTo>
                  <a:pt x="0" y="0"/>
                </a:moveTo>
                <a:lnTo>
                  <a:pt x="7881" y="0"/>
                </a:lnTo>
                <a:lnTo>
                  <a:pt x="7881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 flipV="1">
            <a:off x="8470440" y="111808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 flipV="1">
            <a:off x="8470440" y="1155456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8470440" y="12457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8470440" y="1245744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8470440" y="1245744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 flipH="1">
            <a:off x="7567560" y="1245744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 flipH="1">
            <a:off x="7193880" y="12457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 flipH="1" flipV="1">
            <a:off x="7567560" y="1155456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7903080" y="11890080"/>
            <a:ext cx="1135080" cy="1134720"/>
          </a:xfrm>
          <a:custGeom>
            <a:avLst/>
            <a:gdLst/>
            <a:ahLst/>
            <a:rect l="0" t="0" r="r" b="b"/>
            <a:pathLst>
              <a:path fill="none" w="3153" h="3152">
                <a:moveTo>
                  <a:pt x="1576" y="0"/>
                </a:moveTo>
                <a:lnTo>
                  <a:pt x="1676" y="3"/>
                </a:lnTo>
                <a:lnTo>
                  <a:pt x="1776" y="13"/>
                </a:lnTo>
                <a:lnTo>
                  <a:pt x="1875" y="28"/>
                </a:lnTo>
                <a:lnTo>
                  <a:pt x="1973" y="50"/>
                </a:lnTo>
                <a:lnTo>
                  <a:pt x="2068" y="80"/>
                </a:lnTo>
                <a:lnTo>
                  <a:pt x="2162" y="114"/>
                </a:lnTo>
                <a:lnTo>
                  <a:pt x="2254" y="154"/>
                </a:lnTo>
                <a:lnTo>
                  <a:pt x="2343" y="200"/>
                </a:lnTo>
                <a:lnTo>
                  <a:pt x="2429" y="251"/>
                </a:lnTo>
                <a:lnTo>
                  <a:pt x="2511" y="308"/>
                </a:lnTo>
                <a:lnTo>
                  <a:pt x="2590" y="370"/>
                </a:lnTo>
                <a:lnTo>
                  <a:pt x="2664" y="436"/>
                </a:lnTo>
                <a:lnTo>
                  <a:pt x="2735" y="507"/>
                </a:lnTo>
                <a:lnTo>
                  <a:pt x="2800" y="583"/>
                </a:lnTo>
                <a:lnTo>
                  <a:pt x="2861" y="663"/>
                </a:lnTo>
                <a:lnTo>
                  <a:pt x="2916" y="746"/>
                </a:lnTo>
                <a:lnTo>
                  <a:pt x="2966" y="833"/>
                </a:lnTo>
                <a:lnTo>
                  <a:pt x="3010" y="922"/>
                </a:lnTo>
                <a:lnTo>
                  <a:pt x="3049" y="1014"/>
                </a:lnTo>
                <a:lnTo>
                  <a:pt x="3082" y="1109"/>
                </a:lnTo>
                <a:lnTo>
                  <a:pt x="3108" y="1205"/>
                </a:lnTo>
                <a:lnTo>
                  <a:pt x="3129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3" y="1602"/>
                </a:lnTo>
                <a:lnTo>
                  <a:pt x="3148" y="1702"/>
                </a:lnTo>
                <a:lnTo>
                  <a:pt x="3137" y="1801"/>
                </a:lnTo>
                <a:lnTo>
                  <a:pt x="3119" y="1900"/>
                </a:lnTo>
                <a:lnTo>
                  <a:pt x="3096" y="1997"/>
                </a:lnTo>
                <a:lnTo>
                  <a:pt x="3066" y="2092"/>
                </a:lnTo>
                <a:lnTo>
                  <a:pt x="3030" y="2186"/>
                </a:lnTo>
                <a:lnTo>
                  <a:pt x="2989" y="2277"/>
                </a:lnTo>
                <a:lnTo>
                  <a:pt x="2942" y="2365"/>
                </a:lnTo>
                <a:lnTo>
                  <a:pt x="2889" y="2450"/>
                </a:lnTo>
                <a:lnTo>
                  <a:pt x="2831" y="2531"/>
                </a:lnTo>
                <a:lnTo>
                  <a:pt x="2768" y="2609"/>
                </a:lnTo>
                <a:lnTo>
                  <a:pt x="2700" y="2682"/>
                </a:lnTo>
                <a:lnTo>
                  <a:pt x="2628" y="2751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8"/>
                </a:lnTo>
                <a:lnTo>
                  <a:pt x="2209" y="3021"/>
                </a:lnTo>
                <a:lnTo>
                  <a:pt x="2116" y="3058"/>
                </a:lnTo>
                <a:lnTo>
                  <a:pt x="2021" y="3089"/>
                </a:lnTo>
                <a:lnTo>
                  <a:pt x="1924" y="3114"/>
                </a:lnTo>
                <a:lnTo>
                  <a:pt x="1826" y="3133"/>
                </a:lnTo>
                <a:lnTo>
                  <a:pt x="1727" y="3146"/>
                </a:lnTo>
                <a:lnTo>
                  <a:pt x="1626" y="3152"/>
                </a:lnTo>
                <a:lnTo>
                  <a:pt x="1526" y="3152"/>
                </a:lnTo>
                <a:lnTo>
                  <a:pt x="1426" y="3146"/>
                </a:lnTo>
                <a:lnTo>
                  <a:pt x="1327" y="3133"/>
                </a:lnTo>
                <a:lnTo>
                  <a:pt x="1229" y="3114"/>
                </a:lnTo>
                <a:lnTo>
                  <a:pt x="1132" y="3089"/>
                </a:lnTo>
                <a:lnTo>
                  <a:pt x="1037" y="3058"/>
                </a:lnTo>
                <a:lnTo>
                  <a:pt x="944" y="3021"/>
                </a:lnTo>
                <a:lnTo>
                  <a:pt x="854" y="2978"/>
                </a:lnTo>
                <a:lnTo>
                  <a:pt x="766" y="2929"/>
                </a:lnTo>
                <a:lnTo>
                  <a:pt x="682" y="2875"/>
                </a:lnTo>
                <a:lnTo>
                  <a:pt x="602" y="2816"/>
                </a:lnTo>
                <a:lnTo>
                  <a:pt x="525" y="2751"/>
                </a:lnTo>
                <a:lnTo>
                  <a:pt x="453" y="2682"/>
                </a:lnTo>
                <a:lnTo>
                  <a:pt x="385" y="2609"/>
                </a:lnTo>
                <a:lnTo>
                  <a:pt x="322" y="2531"/>
                </a:lnTo>
                <a:lnTo>
                  <a:pt x="264" y="2450"/>
                </a:lnTo>
                <a:lnTo>
                  <a:pt x="211" y="2365"/>
                </a:lnTo>
                <a:lnTo>
                  <a:pt x="164" y="2277"/>
                </a:lnTo>
                <a:lnTo>
                  <a:pt x="122" y="2186"/>
                </a:lnTo>
                <a:lnTo>
                  <a:pt x="86" y="2092"/>
                </a:lnTo>
                <a:lnTo>
                  <a:pt x="57" y="1997"/>
                </a:lnTo>
                <a:lnTo>
                  <a:pt x="33" y="1900"/>
                </a:lnTo>
                <a:lnTo>
                  <a:pt x="16" y="1801"/>
                </a:lnTo>
                <a:lnTo>
                  <a:pt x="5" y="1702"/>
                </a:lnTo>
                <a:lnTo>
                  <a:pt x="0" y="1602"/>
                </a:lnTo>
                <a:lnTo>
                  <a:pt x="2" y="1502"/>
                </a:lnTo>
                <a:lnTo>
                  <a:pt x="9" y="1402"/>
                </a:lnTo>
                <a:lnTo>
                  <a:pt x="24" y="1303"/>
                </a:lnTo>
                <a:lnTo>
                  <a:pt x="44" y="1205"/>
                </a:lnTo>
                <a:lnTo>
                  <a:pt x="71" y="1109"/>
                </a:lnTo>
                <a:lnTo>
                  <a:pt x="104" y="1014"/>
                </a:lnTo>
                <a:lnTo>
                  <a:pt x="142" y="922"/>
                </a:lnTo>
                <a:lnTo>
                  <a:pt x="186" y="833"/>
                </a:lnTo>
                <a:lnTo>
                  <a:pt x="237" y="746"/>
                </a:lnTo>
                <a:lnTo>
                  <a:pt x="292" y="663"/>
                </a:lnTo>
                <a:lnTo>
                  <a:pt x="353" y="583"/>
                </a:lnTo>
                <a:lnTo>
                  <a:pt x="418" y="507"/>
                </a:lnTo>
                <a:lnTo>
                  <a:pt x="488" y="436"/>
                </a:lnTo>
                <a:lnTo>
                  <a:pt x="563" y="370"/>
                </a:lnTo>
                <a:lnTo>
                  <a:pt x="641" y="308"/>
                </a:lnTo>
                <a:lnTo>
                  <a:pt x="724" y="251"/>
                </a:lnTo>
                <a:lnTo>
                  <a:pt x="809" y="200"/>
                </a:lnTo>
                <a:lnTo>
                  <a:pt x="898" y="154"/>
                </a:lnTo>
                <a:lnTo>
                  <a:pt x="990" y="114"/>
                </a:lnTo>
                <a:lnTo>
                  <a:pt x="1084" y="80"/>
                </a:lnTo>
                <a:lnTo>
                  <a:pt x="1180" y="50"/>
                </a:lnTo>
                <a:lnTo>
                  <a:pt x="1277" y="28"/>
                </a:lnTo>
                <a:lnTo>
                  <a:pt x="1376" y="13"/>
                </a:lnTo>
                <a:lnTo>
                  <a:pt x="1476" y="3"/>
                </a:lnTo>
                <a:lnTo>
                  <a:pt x="157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7335720" y="11322720"/>
            <a:ext cx="2269440" cy="2269080"/>
          </a:xfrm>
          <a:custGeom>
            <a:avLst/>
            <a:gdLst/>
            <a:ahLst/>
            <a:rect l="0" t="0" r="r" b="b"/>
            <a:pathLst>
              <a:path fill="none" w="6304" h="6303">
                <a:moveTo>
                  <a:pt x="3153" y="0"/>
                </a:moveTo>
                <a:lnTo>
                  <a:pt x="3353" y="6"/>
                </a:lnTo>
                <a:lnTo>
                  <a:pt x="3552" y="25"/>
                </a:lnTo>
                <a:lnTo>
                  <a:pt x="3749" y="57"/>
                </a:lnTo>
                <a:lnTo>
                  <a:pt x="3944" y="101"/>
                </a:lnTo>
                <a:lnTo>
                  <a:pt x="4136" y="157"/>
                </a:lnTo>
                <a:lnTo>
                  <a:pt x="4324" y="226"/>
                </a:lnTo>
                <a:lnTo>
                  <a:pt x="4508" y="306"/>
                </a:lnTo>
                <a:lnTo>
                  <a:pt x="4685" y="397"/>
                </a:lnTo>
                <a:lnTo>
                  <a:pt x="4857" y="500"/>
                </a:lnTo>
                <a:lnTo>
                  <a:pt x="5022" y="614"/>
                </a:lnTo>
                <a:lnTo>
                  <a:pt x="5179" y="737"/>
                </a:lnTo>
                <a:lnTo>
                  <a:pt x="5328" y="871"/>
                </a:lnTo>
                <a:lnTo>
                  <a:pt x="5468" y="1013"/>
                </a:lnTo>
                <a:lnTo>
                  <a:pt x="5599" y="1164"/>
                </a:lnTo>
                <a:lnTo>
                  <a:pt x="5720" y="1323"/>
                </a:lnTo>
                <a:lnTo>
                  <a:pt x="5831" y="1490"/>
                </a:lnTo>
                <a:lnTo>
                  <a:pt x="5931" y="1663"/>
                </a:lnTo>
                <a:lnTo>
                  <a:pt x="6020" y="1842"/>
                </a:lnTo>
                <a:lnTo>
                  <a:pt x="6097" y="2027"/>
                </a:lnTo>
                <a:lnTo>
                  <a:pt x="6163" y="2216"/>
                </a:lnTo>
                <a:lnTo>
                  <a:pt x="6216" y="2409"/>
                </a:lnTo>
                <a:lnTo>
                  <a:pt x="6257" y="2604"/>
                </a:lnTo>
                <a:lnTo>
                  <a:pt x="6285" y="2803"/>
                </a:lnTo>
                <a:lnTo>
                  <a:pt x="6301" y="3002"/>
                </a:lnTo>
                <a:lnTo>
                  <a:pt x="6304" y="3202"/>
                </a:lnTo>
                <a:lnTo>
                  <a:pt x="6295" y="3403"/>
                </a:lnTo>
                <a:lnTo>
                  <a:pt x="6273" y="3602"/>
                </a:lnTo>
                <a:lnTo>
                  <a:pt x="6238" y="3798"/>
                </a:lnTo>
                <a:lnTo>
                  <a:pt x="6191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3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1" y="5631"/>
                </a:lnTo>
                <a:lnTo>
                  <a:pt x="4940" y="5749"/>
                </a:lnTo>
                <a:lnTo>
                  <a:pt x="4772" y="5857"/>
                </a:lnTo>
                <a:lnTo>
                  <a:pt x="4597" y="5955"/>
                </a:lnTo>
                <a:lnTo>
                  <a:pt x="4416" y="6041"/>
                </a:lnTo>
                <a:lnTo>
                  <a:pt x="4231" y="6115"/>
                </a:lnTo>
                <a:lnTo>
                  <a:pt x="4041" y="6177"/>
                </a:lnTo>
                <a:lnTo>
                  <a:pt x="3847" y="6227"/>
                </a:lnTo>
                <a:lnTo>
                  <a:pt x="3651" y="6265"/>
                </a:lnTo>
                <a:lnTo>
                  <a:pt x="3452" y="6291"/>
                </a:lnTo>
                <a:lnTo>
                  <a:pt x="3253" y="6303"/>
                </a:lnTo>
                <a:lnTo>
                  <a:pt x="3053" y="6303"/>
                </a:lnTo>
                <a:lnTo>
                  <a:pt x="2853" y="6291"/>
                </a:lnTo>
                <a:lnTo>
                  <a:pt x="2655" y="6265"/>
                </a:lnTo>
                <a:lnTo>
                  <a:pt x="2458" y="6227"/>
                </a:lnTo>
                <a:lnTo>
                  <a:pt x="2265" y="6177"/>
                </a:lnTo>
                <a:lnTo>
                  <a:pt x="2075" y="6115"/>
                </a:lnTo>
                <a:lnTo>
                  <a:pt x="1889" y="6041"/>
                </a:lnTo>
                <a:lnTo>
                  <a:pt x="1708" y="5955"/>
                </a:lnTo>
                <a:lnTo>
                  <a:pt x="1533" y="5857"/>
                </a:lnTo>
                <a:lnTo>
                  <a:pt x="1364" y="5749"/>
                </a:lnTo>
                <a:lnTo>
                  <a:pt x="1203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70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8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4" y="3993"/>
                </a:lnTo>
                <a:lnTo>
                  <a:pt x="67" y="3798"/>
                </a:lnTo>
                <a:lnTo>
                  <a:pt x="32" y="3602"/>
                </a:lnTo>
                <a:lnTo>
                  <a:pt x="10" y="3403"/>
                </a:lnTo>
                <a:lnTo>
                  <a:pt x="0" y="3202"/>
                </a:lnTo>
                <a:lnTo>
                  <a:pt x="3" y="3002"/>
                </a:lnTo>
                <a:lnTo>
                  <a:pt x="19" y="2803"/>
                </a:lnTo>
                <a:lnTo>
                  <a:pt x="48" y="2604"/>
                </a:lnTo>
                <a:lnTo>
                  <a:pt x="89" y="2409"/>
                </a:lnTo>
                <a:lnTo>
                  <a:pt x="142" y="2216"/>
                </a:lnTo>
                <a:lnTo>
                  <a:pt x="207" y="2027"/>
                </a:lnTo>
                <a:lnTo>
                  <a:pt x="285" y="1842"/>
                </a:lnTo>
                <a:lnTo>
                  <a:pt x="373" y="1663"/>
                </a:lnTo>
                <a:lnTo>
                  <a:pt x="473" y="1490"/>
                </a:lnTo>
                <a:lnTo>
                  <a:pt x="584" y="1323"/>
                </a:lnTo>
                <a:lnTo>
                  <a:pt x="705" y="1164"/>
                </a:lnTo>
                <a:lnTo>
                  <a:pt x="836" y="1013"/>
                </a:lnTo>
                <a:lnTo>
                  <a:pt x="977" y="871"/>
                </a:lnTo>
                <a:lnTo>
                  <a:pt x="1126" y="737"/>
                </a:lnTo>
                <a:lnTo>
                  <a:pt x="1283" y="614"/>
                </a:lnTo>
                <a:lnTo>
                  <a:pt x="1448" y="500"/>
                </a:lnTo>
                <a:lnTo>
                  <a:pt x="1619" y="397"/>
                </a:lnTo>
                <a:lnTo>
                  <a:pt x="1798" y="306"/>
                </a:lnTo>
                <a:lnTo>
                  <a:pt x="1981" y="226"/>
                </a:lnTo>
                <a:lnTo>
                  <a:pt x="2169" y="157"/>
                </a:lnTo>
                <a:lnTo>
                  <a:pt x="2361" y="101"/>
                </a:lnTo>
                <a:lnTo>
                  <a:pt x="2556" y="57"/>
                </a:lnTo>
                <a:lnTo>
                  <a:pt x="2754" y="25"/>
                </a:lnTo>
                <a:lnTo>
                  <a:pt x="2953" y="6"/>
                </a:lnTo>
                <a:lnTo>
                  <a:pt x="3153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7193880" y="1118088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6" y="113"/>
                </a:lnTo>
                <a:lnTo>
                  <a:pt x="4652" y="177"/>
                </a:lnTo>
                <a:lnTo>
                  <a:pt x="4865" y="254"/>
                </a:lnTo>
                <a:lnTo>
                  <a:pt x="5071" y="344"/>
                </a:lnTo>
                <a:lnTo>
                  <a:pt x="5271" y="447"/>
                </a:lnTo>
                <a:lnTo>
                  <a:pt x="5464" y="563"/>
                </a:lnTo>
                <a:lnTo>
                  <a:pt x="5649" y="690"/>
                </a:lnTo>
                <a:lnTo>
                  <a:pt x="5826" y="829"/>
                </a:lnTo>
                <a:lnTo>
                  <a:pt x="5994" y="981"/>
                </a:lnTo>
                <a:lnTo>
                  <a:pt x="6152" y="1141"/>
                </a:lnTo>
                <a:lnTo>
                  <a:pt x="6299" y="1311"/>
                </a:lnTo>
                <a:lnTo>
                  <a:pt x="6435" y="1490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4"/>
                </a:lnTo>
                <a:lnTo>
                  <a:pt x="6859" y="2281"/>
                </a:lnTo>
                <a:lnTo>
                  <a:pt x="6933" y="2494"/>
                </a:lnTo>
                <a:lnTo>
                  <a:pt x="6993" y="2711"/>
                </a:lnTo>
                <a:lnTo>
                  <a:pt x="7039" y="2931"/>
                </a:lnTo>
                <a:lnTo>
                  <a:pt x="7071" y="3154"/>
                </a:lnTo>
                <a:lnTo>
                  <a:pt x="7089" y="3378"/>
                </a:lnTo>
                <a:lnTo>
                  <a:pt x="7092" y="3603"/>
                </a:lnTo>
                <a:lnTo>
                  <a:pt x="7082" y="3828"/>
                </a:lnTo>
                <a:lnTo>
                  <a:pt x="7057" y="4052"/>
                </a:lnTo>
                <a:lnTo>
                  <a:pt x="7018" y="4273"/>
                </a:lnTo>
                <a:lnTo>
                  <a:pt x="6965" y="4492"/>
                </a:lnTo>
                <a:lnTo>
                  <a:pt x="6898" y="4707"/>
                </a:lnTo>
                <a:lnTo>
                  <a:pt x="6818" y="4917"/>
                </a:lnTo>
                <a:lnTo>
                  <a:pt x="6724" y="5122"/>
                </a:lnTo>
                <a:lnTo>
                  <a:pt x="6618" y="5320"/>
                </a:lnTo>
                <a:lnTo>
                  <a:pt x="6499" y="5511"/>
                </a:lnTo>
                <a:lnTo>
                  <a:pt x="6369" y="5695"/>
                </a:lnTo>
                <a:lnTo>
                  <a:pt x="6227" y="5869"/>
                </a:lnTo>
                <a:lnTo>
                  <a:pt x="6074" y="6034"/>
                </a:lnTo>
                <a:lnTo>
                  <a:pt x="5911" y="6190"/>
                </a:lnTo>
                <a:lnTo>
                  <a:pt x="5739" y="6334"/>
                </a:lnTo>
                <a:lnTo>
                  <a:pt x="5558" y="6468"/>
                </a:lnTo>
                <a:lnTo>
                  <a:pt x="5368" y="6589"/>
                </a:lnTo>
                <a:lnTo>
                  <a:pt x="5172" y="6699"/>
                </a:lnTo>
                <a:lnTo>
                  <a:pt x="4969" y="6796"/>
                </a:lnTo>
                <a:lnTo>
                  <a:pt x="4759" y="6879"/>
                </a:lnTo>
                <a:lnTo>
                  <a:pt x="4545" y="6949"/>
                </a:lnTo>
                <a:lnTo>
                  <a:pt x="4327" y="7006"/>
                </a:lnTo>
                <a:lnTo>
                  <a:pt x="4106" y="7048"/>
                </a:lnTo>
                <a:lnTo>
                  <a:pt x="3883" y="7077"/>
                </a:lnTo>
                <a:lnTo>
                  <a:pt x="3658" y="7091"/>
                </a:lnTo>
                <a:lnTo>
                  <a:pt x="3433" y="7091"/>
                </a:lnTo>
                <a:lnTo>
                  <a:pt x="3209" y="7077"/>
                </a:lnTo>
                <a:lnTo>
                  <a:pt x="2986" y="7048"/>
                </a:lnTo>
                <a:lnTo>
                  <a:pt x="2764" y="7006"/>
                </a:lnTo>
                <a:lnTo>
                  <a:pt x="2547" y="6949"/>
                </a:lnTo>
                <a:lnTo>
                  <a:pt x="2333" y="6879"/>
                </a:lnTo>
                <a:lnTo>
                  <a:pt x="2124" y="6796"/>
                </a:lnTo>
                <a:lnTo>
                  <a:pt x="1921" y="6699"/>
                </a:lnTo>
                <a:lnTo>
                  <a:pt x="1724" y="6589"/>
                </a:lnTo>
                <a:lnTo>
                  <a:pt x="1535" y="6468"/>
                </a:lnTo>
                <a:lnTo>
                  <a:pt x="1354" y="6334"/>
                </a:lnTo>
                <a:lnTo>
                  <a:pt x="1181" y="6190"/>
                </a:lnTo>
                <a:lnTo>
                  <a:pt x="1018" y="6034"/>
                </a:lnTo>
                <a:lnTo>
                  <a:pt x="866" y="5869"/>
                </a:lnTo>
                <a:lnTo>
                  <a:pt x="724" y="5695"/>
                </a:lnTo>
                <a:lnTo>
                  <a:pt x="593" y="5511"/>
                </a:lnTo>
                <a:lnTo>
                  <a:pt x="475" y="5320"/>
                </a:lnTo>
                <a:lnTo>
                  <a:pt x="368" y="5122"/>
                </a:lnTo>
                <a:lnTo>
                  <a:pt x="275" y="4917"/>
                </a:lnTo>
                <a:lnTo>
                  <a:pt x="195" y="4707"/>
                </a:lnTo>
                <a:lnTo>
                  <a:pt x="128" y="4492"/>
                </a:lnTo>
                <a:lnTo>
                  <a:pt x="75" y="4273"/>
                </a:lnTo>
                <a:lnTo>
                  <a:pt x="36" y="4052"/>
                </a:lnTo>
                <a:lnTo>
                  <a:pt x="11" y="3828"/>
                </a:lnTo>
                <a:lnTo>
                  <a:pt x="0" y="3603"/>
                </a:lnTo>
                <a:lnTo>
                  <a:pt x="4" y="3378"/>
                </a:lnTo>
                <a:lnTo>
                  <a:pt x="21" y="3154"/>
                </a:lnTo>
                <a:lnTo>
                  <a:pt x="53" y="2931"/>
                </a:lnTo>
                <a:lnTo>
                  <a:pt x="100" y="2711"/>
                </a:lnTo>
                <a:lnTo>
                  <a:pt x="160" y="2494"/>
                </a:lnTo>
                <a:lnTo>
                  <a:pt x="233" y="2281"/>
                </a:lnTo>
                <a:lnTo>
                  <a:pt x="320" y="2074"/>
                </a:lnTo>
                <a:lnTo>
                  <a:pt x="420" y="1872"/>
                </a:lnTo>
                <a:lnTo>
                  <a:pt x="533" y="1677"/>
                </a:lnTo>
                <a:lnTo>
                  <a:pt x="657" y="1490"/>
                </a:lnTo>
                <a:lnTo>
                  <a:pt x="793" y="1311"/>
                </a:lnTo>
                <a:lnTo>
                  <a:pt x="941" y="1141"/>
                </a:lnTo>
                <a:lnTo>
                  <a:pt x="1099" y="981"/>
                </a:lnTo>
                <a:lnTo>
                  <a:pt x="1266" y="829"/>
                </a:lnTo>
                <a:lnTo>
                  <a:pt x="1443" y="690"/>
                </a:lnTo>
                <a:lnTo>
                  <a:pt x="1629" y="563"/>
                </a:lnTo>
                <a:lnTo>
                  <a:pt x="1822" y="447"/>
                </a:lnTo>
                <a:lnTo>
                  <a:pt x="2022" y="344"/>
                </a:lnTo>
                <a:lnTo>
                  <a:pt x="2228" y="254"/>
                </a:lnTo>
                <a:lnTo>
                  <a:pt x="2439" y="177"/>
                </a:lnTo>
                <a:lnTo>
                  <a:pt x="2655" y="113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8234280" y="11322720"/>
            <a:ext cx="1071720" cy="2269800"/>
          </a:xfrm>
          <a:custGeom>
            <a:avLst/>
            <a:gdLst/>
            <a:ahLst/>
            <a:rect l="0" t="0" r="r" b="b"/>
            <a:pathLst>
              <a:path w="2977" h="6305">
                <a:moveTo>
                  <a:pt x="656" y="0"/>
                </a:moveTo>
                <a:lnTo>
                  <a:pt x="763" y="2"/>
                </a:lnTo>
                <a:lnTo>
                  <a:pt x="871" y="7"/>
                </a:lnTo>
                <a:lnTo>
                  <a:pt x="978" y="16"/>
                </a:lnTo>
                <a:lnTo>
                  <a:pt x="1085" y="29"/>
                </a:lnTo>
                <a:lnTo>
                  <a:pt x="1191" y="46"/>
                </a:lnTo>
                <a:lnTo>
                  <a:pt x="1297" y="66"/>
                </a:lnTo>
                <a:lnTo>
                  <a:pt x="1402" y="89"/>
                </a:lnTo>
                <a:lnTo>
                  <a:pt x="1506" y="117"/>
                </a:lnTo>
                <a:lnTo>
                  <a:pt x="1609" y="147"/>
                </a:lnTo>
                <a:lnTo>
                  <a:pt x="1711" y="182"/>
                </a:lnTo>
                <a:lnTo>
                  <a:pt x="1812" y="220"/>
                </a:lnTo>
                <a:lnTo>
                  <a:pt x="1911" y="261"/>
                </a:lnTo>
                <a:lnTo>
                  <a:pt x="2009" y="305"/>
                </a:lnTo>
                <a:lnTo>
                  <a:pt x="2106" y="353"/>
                </a:lnTo>
                <a:lnTo>
                  <a:pt x="2201" y="404"/>
                </a:lnTo>
                <a:lnTo>
                  <a:pt x="2293" y="459"/>
                </a:lnTo>
                <a:lnTo>
                  <a:pt x="2385" y="516"/>
                </a:lnTo>
                <a:lnTo>
                  <a:pt x="2474" y="577"/>
                </a:lnTo>
                <a:lnTo>
                  <a:pt x="2561" y="640"/>
                </a:lnTo>
                <a:lnTo>
                  <a:pt x="2646" y="707"/>
                </a:lnTo>
                <a:lnTo>
                  <a:pt x="2728" y="776"/>
                </a:lnTo>
                <a:lnTo>
                  <a:pt x="2808" y="848"/>
                </a:lnTo>
                <a:lnTo>
                  <a:pt x="2886" y="923"/>
                </a:lnTo>
                <a:lnTo>
                  <a:pt x="2868" y="1046"/>
                </a:lnTo>
                <a:lnTo>
                  <a:pt x="2846" y="1167"/>
                </a:lnTo>
                <a:lnTo>
                  <a:pt x="2820" y="1286"/>
                </a:lnTo>
                <a:lnTo>
                  <a:pt x="2789" y="1402"/>
                </a:lnTo>
                <a:lnTo>
                  <a:pt x="2753" y="1516"/>
                </a:lnTo>
                <a:lnTo>
                  <a:pt x="2740" y="1553"/>
                </a:lnTo>
                <a:lnTo>
                  <a:pt x="2678" y="1429"/>
                </a:lnTo>
                <a:lnTo>
                  <a:pt x="2593" y="1283"/>
                </a:lnTo>
                <a:lnTo>
                  <a:pt x="2498" y="1140"/>
                </a:lnTo>
                <a:lnTo>
                  <a:pt x="2392" y="1003"/>
                </a:lnTo>
                <a:lnTo>
                  <a:pt x="2276" y="871"/>
                </a:lnTo>
                <a:lnTo>
                  <a:pt x="2151" y="745"/>
                </a:lnTo>
                <a:lnTo>
                  <a:pt x="2016" y="626"/>
                </a:lnTo>
                <a:lnTo>
                  <a:pt x="1873" y="515"/>
                </a:lnTo>
                <a:lnTo>
                  <a:pt x="1720" y="412"/>
                </a:lnTo>
                <a:lnTo>
                  <a:pt x="1560" y="318"/>
                </a:lnTo>
                <a:lnTo>
                  <a:pt x="1392" y="233"/>
                </a:lnTo>
                <a:lnTo>
                  <a:pt x="1217" y="158"/>
                </a:lnTo>
                <a:lnTo>
                  <a:pt x="1035" y="94"/>
                </a:lnTo>
                <a:lnTo>
                  <a:pt x="848" y="41"/>
                </a:lnTo>
                <a:lnTo>
                  <a:pt x="656" y="0"/>
                </a:lnTo>
                <a:moveTo>
                  <a:pt x="2714" y="1626"/>
                </a:moveTo>
                <a:lnTo>
                  <a:pt x="2670" y="1734"/>
                </a:lnTo>
                <a:lnTo>
                  <a:pt x="2622" y="1838"/>
                </a:lnTo>
                <a:lnTo>
                  <a:pt x="2571" y="1940"/>
                </a:lnTo>
                <a:lnTo>
                  <a:pt x="2516" y="2038"/>
                </a:lnTo>
                <a:lnTo>
                  <a:pt x="2457" y="2132"/>
                </a:lnTo>
                <a:lnTo>
                  <a:pt x="2393" y="2223"/>
                </a:lnTo>
                <a:lnTo>
                  <a:pt x="2327" y="2310"/>
                </a:lnTo>
                <a:lnTo>
                  <a:pt x="2259" y="2394"/>
                </a:lnTo>
                <a:lnTo>
                  <a:pt x="2187" y="2473"/>
                </a:lnTo>
                <a:lnTo>
                  <a:pt x="2112" y="2549"/>
                </a:lnTo>
                <a:lnTo>
                  <a:pt x="2034" y="2620"/>
                </a:lnTo>
                <a:lnTo>
                  <a:pt x="1954" y="2687"/>
                </a:lnTo>
                <a:lnTo>
                  <a:pt x="1872" y="2750"/>
                </a:lnTo>
                <a:lnTo>
                  <a:pt x="1787" y="2809"/>
                </a:lnTo>
                <a:lnTo>
                  <a:pt x="1700" y="2863"/>
                </a:lnTo>
                <a:lnTo>
                  <a:pt x="1611" y="2913"/>
                </a:lnTo>
                <a:lnTo>
                  <a:pt x="1521" y="2958"/>
                </a:lnTo>
                <a:lnTo>
                  <a:pt x="1429" y="2998"/>
                </a:lnTo>
                <a:lnTo>
                  <a:pt x="1335" y="3034"/>
                </a:lnTo>
                <a:lnTo>
                  <a:pt x="1240" y="3065"/>
                </a:lnTo>
                <a:lnTo>
                  <a:pt x="1145" y="3092"/>
                </a:lnTo>
                <a:lnTo>
                  <a:pt x="1048" y="3113"/>
                </a:lnTo>
                <a:lnTo>
                  <a:pt x="950" y="3130"/>
                </a:lnTo>
                <a:lnTo>
                  <a:pt x="852" y="3142"/>
                </a:lnTo>
                <a:lnTo>
                  <a:pt x="754" y="3149"/>
                </a:lnTo>
                <a:lnTo>
                  <a:pt x="656" y="3152"/>
                </a:lnTo>
                <a:lnTo>
                  <a:pt x="724" y="3224"/>
                </a:lnTo>
                <a:lnTo>
                  <a:pt x="788" y="3299"/>
                </a:lnTo>
                <a:lnTo>
                  <a:pt x="849" y="3377"/>
                </a:lnTo>
                <a:lnTo>
                  <a:pt x="906" y="3458"/>
                </a:lnTo>
                <a:lnTo>
                  <a:pt x="959" y="3541"/>
                </a:lnTo>
                <a:lnTo>
                  <a:pt x="1008" y="3628"/>
                </a:lnTo>
                <a:lnTo>
                  <a:pt x="1053" y="3717"/>
                </a:lnTo>
                <a:lnTo>
                  <a:pt x="1094" y="3808"/>
                </a:lnTo>
                <a:lnTo>
                  <a:pt x="1130" y="3902"/>
                </a:lnTo>
                <a:lnTo>
                  <a:pt x="1162" y="3998"/>
                </a:lnTo>
                <a:lnTo>
                  <a:pt x="1190" y="4096"/>
                </a:lnTo>
                <a:lnTo>
                  <a:pt x="1213" y="4195"/>
                </a:lnTo>
                <a:lnTo>
                  <a:pt x="1232" y="4297"/>
                </a:lnTo>
                <a:lnTo>
                  <a:pt x="1245" y="4400"/>
                </a:lnTo>
                <a:lnTo>
                  <a:pt x="1255" y="4504"/>
                </a:lnTo>
                <a:lnTo>
                  <a:pt x="1259" y="4608"/>
                </a:lnTo>
                <a:lnTo>
                  <a:pt x="1311" y="4606"/>
                </a:lnTo>
                <a:lnTo>
                  <a:pt x="1416" y="4594"/>
                </a:lnTo>
                <a:lnTo>
                  <a:pt x="1522" y="4574"/>
                </a:lnTo>
                <a:lnTo>
                  <a:pt x="1628" y="4547"/>
                </a:lnTo>
                <a:lnTo>
                  <a:pt x="1734" y="4512"/>
                </a:lnTo>
                <a:lnTo>
                  <a:pt x="1840" y="4470"/>
                </a:lnTo>
                <a:lnTo>
                  <a:pt x="1944" y="4419"/>
                </a:lnTo>
                <a:lnTo>
                  <a:pt x="2047" y="4360"/>
                </a:lnTo>
                <a:lnTo>
                  <a:pt x="2147" y="4293"/>
                </a:lnTo>
                <a:lnTo>
                  <a:pt x="2244" y="4219"/>
                </a:lnTo>
                <a:lnTo>
                  <a:pt x="2337" y="4137"/>
                </a:lnTo>
                <a:lnTo>
                  <a:pt x="2427" y="4047"/>
                </a:lnTo>
                <a:lnTo>
                  <a:pt x="2512" y="3950"/>
                </a:lnTo>
                <a:lnTo>
                  <a:pt x="2590" y="3846"/>
                </a:lnTo>
                <a:lnTo>
                  <a:pt x="2663" y="3735"/>
                </a:lnTo>
                <a:lnTo>
                  <a:pt x="2730" y="3618"/>
                </a:lnTo>
                <a:lnTo>
                  <a:pt x="2790" y="3495"/>
                </a:lnTo>
                <a:lnTo>
                  <a:pt x="2842" y="3366"/>
                </a:lnTo>
                <a:lnTo>
                  <a:pt x="2887" y="3232"/>
                </a:lnTo>
                <a:lnTo>
                  <a:pt x="2923" y="3092"/>
                </a:lnTo>
                <a:lnTo>
                  <a:pt x="2950" y="2949"/>
                </a:lnTo>
                <a:lnTo>
                  <a:pt x="2968" y="2803"/>
                </a:lnTo>
                <a:lnTo>
                  <a:pt x="2977" y="2653"/>
                </a:lnTo>
                <a:lnTo>
                  <a:pt x="2975" y="2501"/>
                </a:lnTo>
                <a:lnTo>
                  <a:pt x="2964" y="2348"/>
                </a:lnTo>
                <a:lnTo>
                  <a:pt x="2943" y="2193"/>
                </a:lnTo>
                <a:lnTo>
                  <a:pt x="2911" y="2038"/>
                </a:lnTo>
                <a:lnTo>
                  <a:pt x="2869" y="1883"/>
                </a:lnTo>
                <a:lnTo>
                  <a:pt x="2816" y="1730"/>
                </a:lnTo>
                <a:lnTo>
                  <a:pt x="2752" y="1578"/>
                </a:lnTo>
                <a:lnTo>
                  <a:pt x="2740" y="1553"/>
                </a:lnTo>
                <a:lnTo>
                  <a:pt x="2714" y="1626"/>
                </a:lnTo>
                <a:moveTo>
                  <a:pt x="1259" y="4609"/>
                </a:moveTo>
                <a:lnTo>
                  <a:pt x="1258" y="4715"/>
                </a:lnTo>
                <a:lnTo>
                  <a:pt x="1253" y="4822"/>
                </a:lnTo>
                <a:lnTo>
                  <a:pt x="1243" y="4930"/>
                </a:lnTo>
                <a:lnTo>
                  <a:pt x="1228" y="5038"/>
                </a:lnTo>
                <a:lnTo>
                  <a:pt x="1207" y="5147"/>
                </a:lnTo>
                <a:lnTo>
                  <a:pt x="1182" y="5255"/>
                </a:lnTo>
                <a:lnTo>
                  <a:pt x="1152" y="5363"/>
                </a:lnTo>
                <a:lnTo>
                  <a:pt x="1117" y="5472"/>
                </a:lnTo>
                <a:lnTo>
                  <a:pt x="1077" y="5579"/>
                </a:lnTo>
                <a:lnTo>
                  <a:pt x="1032" y="5686"/>
                </a:lnTo>
                <a:lnTo>
                  <a:pt x="981" y="5792"/>
                </a:lnTo>
                <a:lnTo>
                  <a:pt x="926" y="5898"/>
                </a:lnTo>
                <a:lnTo>
                  <a:pt x="866" y="6002"/>
                </a:lnTo>
                <a:lnTo>
                  <a:pt x="801" y="6104"/>
                </a:lnTo>
                <a:lnTo>
                  <a:pt x="731" y="6206"/>
                </a:lnTo>
                <a:lnTo>
                  <a:pt x="656" y="6305"/>
                </a:lnTo>
                <a:lnTo>
                  <a:pt x="581" y="6206"/>
                </a:lnTo>
                <a:lnTo>
                  <a:pt x="511" y="6104"/>
                </a:lnTo>
                <a:lnTo>
                  <a:pt x="446" y="6002"/>
                </a:lnTo>
                <a:lnTo>
                  <a:pt x="385" y="5898"/>
                </a:lnTo>
                <a:lnTo>
                  <a:pt x="330" y="5792"/>
                </a:lnTo>
                <a:lnTo>
                  <a:pt x="280" y="5686"/>
                </a:lnTo>
                <a:lnTo>
                  <a:pt x="235" y="5579"/>
                </a:lnTo>
                <a:lnTo>
                  <a:pt x="195" y="5472"/>
                </a:lnTo>
                <a:lnTo>
                  <a:pt x="159" y="5363"/>
                </a:lnTo>
                <a:lnTo>
                  <a:pt x="129" y="5255"/>
                </a:lnTo>
                <a:lnTo>
                  <a:pt x="104" y="5147"/>
                </a:lnTo>
                <a:lnTo>
                  <a:pt x="84" y="5038"/>
                </a:lnTo>
                <a:lnTo>
                  <a:pt x="69" y="4930"/>
                </a:lnTo>
                <a:lnTo>
                  <a:pt x="58" y="4822"/>
                </a:lnTo>
                <a:lnTo>
                  <a:pt x="53" y="4715"/>
                </a:lnTo>
                <a:lnTo>
                  <a:pt x="53" y="4609"/>
                </a:lnTo>
                <a:lnTo>
                  <a:pt x="57" y="4504"/>
                </a:lnTo>
                <a:lnTo>
                  <a:pt x="66" y="4400"/>
                </a:lnTo>
                <a:lnTo>
                  <a:pt x="80" y="4297"/>
                </a:lnTo>
                <a:lnTo>
                  <a:pt x="99" y="4195"/>
                </a:lnTo>
                <a:lnTo>
                  <a:pt x="122" y="4096"/>
                </a:lnTo>
                <a:lnTo>
                  <a:pt x="131" y="4063"/>
                </a:lnTo>
                <a:lnTo>
                  <a:pt x="144" y="4084"/>
                </a:lnTo>
                <a:lnTo>
                  <a:pt x="187" y="4146"/>
                </a:lnTo>
                <a:lnTo>
                  <a:pt x="236" y="4206"/>
                </a:lnTo>
                <a:lnTo>
                  <a:pt x="291" y="4263"/>
                </a:lnTo>
                <a:lnTo>
                  <a:pt x="351" y="4318"/>
                </a:lnTo>
                <a:lnTo>
                  <a:pt x="417" y="4369"/>
                </a:lnTo>
                <a:lnTo>
                  <a:pt x="487" y="4417"/>
                </a:lnTo>
                <a:lnTo>
                  <a:pt x="563" y="4460"/>
                </a:lnTo>
                <a:lnTo>
                  <a:pt x="644" y="4499"/>
                </a:lnTo>
                <a:lnTo>
                  <a:pt x="729" y="4532"/>
                </a:lnTo>
                <a:lnTo>
                  <a:pt x="818" y="4560"/>
                </a:lnTo>
                <a:lnTo>
                  <a:pt x="911" y="4582"/>
                </a:lnTo>
                <a:lnTo>
                  <a:pt x="1007" y="4598"/>
                </a:lnTo>
                <a:lnTo>
                  <a:pt x="1106" y="4608"/>
                </a:lnTo>
                <a:lnTo>
                  <a:pt x="1207" y="4610"/>
                </a:lnTo>
                <a:lnTo>
                  <a:pt x="1259" y="4608"/>
                </a:lnTo>
                <a:lnTo>
                  <a:pt x="1259" y="4609"/>
                </a:lnTo>
                <a:moveTo>
                  <a:pt x="149" y="3998"/>
                </a:moveTo>
                <a:lnTo>
                  <a:pt x="181" y="3902"/>
                </a:lnTo>
                <a:lnTo>
                  <a:pt x="218" y="3808"/>
                </a:lnTo>
                <a:lnTo>
                  <a:pt x="259" y="3717"/>
                </a:lnTo>
                <a:lnTo>
                  <a:pt x="304" y="3628"/>
                </a:lnTo>
                <a:lnTo>
                  <a:pt x="353" y="3541"/>
                </a:lnTo>
                <a:lnTo>
                  <a:pt x="406" y="3458"/>
                </a:lnTo>
                <a:lnTo>
                  <a:pt x="463" y="3377"/>
                </a:lnTo>
                <a:lnTo>
                  <a:pt x="523" y="3299"/>
                </a:lnTo>
                <a:lnTo>
                  <a:pt x="588" y="3224"/>
                </a:lnTo>
                <a:lnTo>
                  <a:pt x="656" y="3152"/>
                </a:lnTo>
                <a:lnTo>
                  <a:pt x="629" y="3128"/>
                </a:lnTo>
                <a:lnTo>
                  <a:pt x="600" y="3108"/>
                </a:lnTo>
                <a:lnTo>
                  <a:pt x="568" y="3092"/>
                </a:lnTo>
                <a:lnTo>
                  <a:pt x="534" y="3079"/>
                </a:lnTo>
                <a:lnTo>
                  <a:pt x="498" y="3071"/>
                </a:lnTo>
                <a:lnTo>
                  <a:pt x="461" y="3066"/>
                </a:lnTo>
                <a:lnTo>
                  <a:pt x="423" y="3066"/>
                </a:lnTo>
                <a:lnTo>
                  <a:pt x="384" y="3071"/>
                </a:lnTo>
                <a:lnTo>
                  <a:pt x="345" y="3079"/>
                </a:lnTo>
                <a:lnTo>
                  <a:pt x="306" y="3093"/>
                </a:lnTo>
                <a:lnTo>
                  <a:pt x="268" y="3111"/>
                </a:lnTo>
                <a:lnTo>
                  <a:pt x="231" y="3133"/>
                </a:lnTo>
                <a:lnTo>
                  <a:pt x="195" y="3160"/>
                </a:lnTo>
                <a:lnTo>
                  <a:pt x="162" y="3191"/>
                </a:lnTo>
                <a:lnTo>
                  <a:pt x="130" y="3228"/>
                </a:lnTo>
                <a:lnTo>
                  <a:pt x="101" y="3267"/>
                </a:lnTo>
                <a:lnTo>
                  <a:pt x="75" y="3310"/>
                </a:lnTo>
                <a:lnTo>
                  <a:pt x="52" y="3357"/>
                </a:lnTo>
                <a:lnTo>
                  <a:pt x="33" y="3408"/>
                </a:lnTo>
                <a:lnTo>
                  <a:pt x="18" y="3461"/>
                </a:lnTo>
                <a:lnTo>
                  <a:pt x="7" y="3517"/>
                </a:lnTo>
                <a:lnTo>
                  <a:pt x="1" y="3576"/>
                </a:lnTo>
                <a:lnTo>
                  <a:pt x="0" y="3636"/>
                </a:lnTo>
                <a:lnTo>
                  <a:pt x="4" y="3699"/>
                </a:lnTo>
                <a:lnTo>
                  <a:pt x="13" y="3762"/>
                </a:lnTo>
                <a:lnTo>
                  <a:pt x="28" y="3827"/>
                </a:lnTo>
                <a:lnTo>
                  <a:pt x="48" y="3891"/>
                </a:lnTo>
                <a:lnTo>
                  <a:pt x="74" y="3956"/>
                </a:lnTo>
                <a:lnTo>
                  <a:pt x="106" y="4020"/>
                </a:lnTo>
                <a:lnTo>
                  <a:pt x="131" y="4063"/>
                </a:lnTo>
                <a:lnTo>
                  <a:pt x="149" y="3998"/>
                </a:lnTo>
                <a:close/>
              </a:path>
            </a:pathLst>
          </a:custGeom>
          <a:solidFill>
            <a:srgbClr val="C3A4FF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8234280" y="11322720"/>
            <a:ext cx="1071720" cy="2269800"/>
          </a:xfrm>
          <a:custGeom>
            <a:avLst/>
            <a:gdLst/>
            <a:ahLst/>
            <a:rect l="0" t="0" r="r" b="b"/>
            <a:pathLst>
              <a:path w="2977" h="6305">
                <a:moveTo>
                  <a:pt x="656" y="0"/>
                </a:moveTo>
                <a:lnTo>
                  <a:pt x="763" y="2"/>
                </a:lnTo>
                <a:lnTo>
                  <a:pt x="871" y="7"/>
                </a:lnTo>
                <a:lnTo>
                  <a:pt x="978" y="16"/>
                </a:lnTo>
                <a:lnTo>
                  <a:pt x="1085" y="29"/>
                </a:lnTo>
                <a:lnTo>
                  <a:pt x="1191" y="46"/>
                </a:lnTo>
                <a:lnTo>
                  <a:pt x="1297" y="66"/>
                </a:lnTo>
                <a:lnTo>
                  <a:pt x="1402" y="89"/>
                </a:lnTo>
                <a:lnTo>
                  <a:pt x="1506" y="117"/>
                </a:lnTo>
                <a:lnTo>
                  <a:pt x="1609" y="147"/>
                </a:lnTo>
                <a:lnTo>
                  <a:pt x="1711" y="182"/>
                </a:lnTo>
                <a:lnTo>
                  <a:pt x="1812" y="220"/>
                </a:lnTo>
                <a:lnTo>
                  <a:pt x="1911" y="261"/>
                </a:lnTo>
                <a:lnTo>
                  <a:pt x="2009" y="305"/>
                </a:lnTo>
                <a:lnTo>
                  <a:pt x="2106" y="353"/>
                </a:lnTo>
                <a:lnTo>
                  <a:pt x="2201" y="404"/>
                </a:lnTo>
                <a:lnTo>
                  <a:pt x="2293" y="459"/>
                </a:lnTo>
                <a:lnTo>
                  <a:pt x="2385" y="516"/>
                </a:lnTo>
                <a:lnTo>
                  <a:pt x="2474" y="577"/>
                </a:lnTo>
                <a:lnTo>
                  <a:pt x="2561" y="640"/>
                </a:lnTo>
                <a:lnTo>
                  <a:pt x="2646" y="707"/>
                </a:lnTo>
                <a:lnTo>
                  <a:pt x="2728" y="776"/>
                </a:lnTo>
                <a:lnTo>
                  <a:pt x="2808" y="848"/>
                </a:lnTo>
                <a:lnTo>
                  <a:pt x="2886" y="923"/>
                </a:lnTo>
                <a:lnTo>
                  <a:pt x="2868" y="1046"/>
                </a:lnTo>
                <a:lnTo>
                  <a:pt x="2846" y="1167"/>
                </a:lnTo>
                <a:lnTo>
                  <a:pt x="2820" y="1286"/>
                </a:lnTo>
                <a:lnTo>
                  <a:pt x="2789" y="1402"/>
                </a:lnTo>
                <a:lnTo>
                  <a:pt x="2753" y="1516"/>
                </a:lnTo>
                <a:lnTo>
                  <a:pt x="2714" y="1626"/>
                </a:lnTo>
                <a:lnTo>
                  <a:pt x="2670" y="1734"/>
                </a:lnTo>
                <a:lnTo>
                  <a:pt x="2622" y="1838"/>
                </a:lnTo>
                <a:lnTo>
                  <a:pt x="2571" y="1940"/>
                </a:lnTo>
                <a:lnTo>
                  <a:pt x="2516" y="2038"/>
                </a:lnTo>
                <a:lnTo>
                  <a:pt x="2457" y="2132"/>
                </a:lnTo>
                <a:lnTo>
                  <a:pt x="2393" y="2223"/>
                </a:lnTo>
                <a:lnTo>
                  <a:pt x="2327" y="2310"/>
                </a:lnTo>
                <a:lnTo>
                  <a:pt x="2259" y="2394"/>
                </a:lnTo>
                <a:lnTo>
                  <a:pt x="2187" y="2473"/>
                </a:lnTo>
                <a:lnTo>
                  <a:pt x="2112" y="2549"/>
                </a:lnTo>
                <a:lnTo>
                  <a:pt x="2034" y="2620"/>
                </a:lnTo>
                <a:lnTo>
                  <a:pt x="1954" y="2687"/>
                </a:lnTo>
                <a:lnTo>
                  <a:pt x="1872" y="2750"/>
                </a:lnTo>
                <a:lnTo>
                  <a:pt x="1787" y="2809"/>
                </a:lnTo>
                <a:lnTo>
                  <a:pt x="1700" y="2863"/>
                </a:lnTo>
                <a:lnTo>
                  <a:pt x="1611" y="2913"/>
                </a:lnTo>
                <a:lnTo>
                  <a:pt x="1521" y="2958"/>
                </a:lnTo>
                <a:lnTo>
                  <a:pt x="1429" y="2998"/>
                </a:lnTo>
                <a:lnTo>
                  <a:pt x="1335" y="3034"/>
                </a:lnTo>
                <a:lnTo>
                  <a:pt x="1240" y="3065"/>
                </a:lnTo>
                <a:lnTo>
                  <a:pt x="1145" y="3092"/>
                </a:lnTo>
                <a:lnTo>
                  <a:pt x="1048" y="3113"/>
                </a:lnTo>
                <a:lnTo>
                  <a:pt x="950" y="3130"/>
                </a:lnTo>
                <a:lnTo>
                  <a:pt x="852" y="3142"/>
                </a:lnTo>
                <a:lnTo>
                  <a:pt x="754" y="3149"/>
                </a:lnTo>
                <a:lnTo>
                  <a:pt x="656" y="3152"/>
                </a:lnTo>
                <a:lnTo>
                  <a:pt x="724" y="3224"/>
                </a:lnTo>
                <a:lnTo>
                  <a:pt x="788" y="3299"/>
                </a:lnTo>
                <a:lnTo>
                  <a:pt x="849" y="3377"/>
                </a:lnTo>
                <a:lnTo>
                  <a:pt x="906" y="3458"/>
                </a:lnTo>
                <a:lnTo>
                  <a:pt x="959" y="3541"/>
                </a:lnTo>
                <a:lnTo>
                  <a:pt x="1008" y="3628"/>
                </a:lnTo>
                <a:lnTo>
                  <a:pt x="1053" y="3717"/>
                </a:lnTo>
                <a:lnTo>
                  <a:pt x="1094" y="3808"/>
                </a:lnTo>
                <a:lnTo>
                  <a:pt x="1130" y="3902"/>
                </a:lnTo>
                <a:lnTo>
                  <a:pt x="1162" y="3998"/>
                </a:lnTo>
                <a:lnTo>
                  <a:pt x="1190" y="4096"/>
                </a:lnTo>
                <a:lnTo>
                  <a:pt x="1213" y="4195"/>
                </a:lnTo>
                <a:lnTo>
                  <a:pt x="1232" y="4297"/>
                </a:lnTo>
                <a:lnTo>
                  <a:pt x="1245" y="4400"/>
                </a:lnTo>
                <a:lnTo>
                  <a:pt x="1255" y="4504"/>
                </a:lnTo>
                <a:lnTo>
                  <a:pt x="1259" y="4609"/>
                </a:lnTo>
                <a:lnTo>
                  <a:pt x="1258" y="4715"/>
                </a:lnTo>
                <a:lnTo>
                  <a:pt x="1253" y="4822"/>
                </a:lnTo>
                <a:lnTo>
                  <a:pt x="1243" y="4930"/>
                </a:lnTo>
                <a:lnTo>
                  <a:pt x="1228" y="5038"/>
                </a:lnTo>
                <a:lnTo>
                  <a:pt x="1207" y="5147"/>
                </a:lnTo>
                <a:lnTo>
                  <a:pt x="1182" y="5255"/>
                </a:lnTo>
                <a:lnTo>
                  <a:pt x="1152" y="5363"/>
                </a:lnTo>
                <a:lnTo>
                  <a:pt x="1117" y="5472"/>
                </a:lnTo>
                <a:lnTo>
                  <a:pt x="1077" y="5579"/>
                </a:lnTo>
                <a:lnTo>
                  <a:pt x="1032" y="5686"/>
                </a:lnTo>
                <a:lnTo>
                  <a:pt x="981" y="5792"/>
                </a:lnTo>
                <a:lnTo>
                  <a:pt x="926" y="5898"/>
                </a:lnTo>
                <a:lnTo>
                  <a:pt x="866" y="6002"/>
                </a:lnTo>
                <a:lnTo>
                  <a:pt x="801" y="6104"/>
                </a:lnTo>
                <a:lnTo>
                  <a:pt x="731" y="6206"/>
                </a:lnTo>
                <a:lnTo>
                  <a:pt x="656" y="6305"/>
                </a:lnTo>
                <a:lnTo>
                  <a:pt x="581" y="6206"/>
                </a:lnTo>
                <a:lnTo>
                  <a:pt x="511" y="6104"/>
                </a:lnTo>
                <a:lnTo>
                  <a:pt x="446" y="6002"/>
                </a:lnTo>
                <a:lnTo>
                  <a:pt x="385" y="5898"/>
                </a:lnTo>
                <a:lnTo>
                  <a:pt x="330" y="5792"/>
                </a:lnTo>
                <a:lnTo>
                  <a:pt x="280" y="5686"/>
                </a:lnTo>
                <a:lnTo>
                  <a:pt x="235" y="5579"/>
                </a:lnTo>
                <a:lnTo>
                  <a:pt x="195" y="5472"/>
                </a:lnTo>
                <a:lnTo>
                  <a:pt x="159" y="5363"/>
                </a:lnTo>
                <a:lnTo>
                  <a:pt x="129" y="5255"/>
                </a:lnTo>
                <a:lnTo>
                  <a:pt x="104" y="5147"/>
                </a:lnTo>
                <a:lnTo>
                  <a:pt x="84" y="5038"/>
                </a:lnTo>
                <a:lnTo>
                  <a:pt x="69" y="4930"/>
                </a:lnTo>
                <a:lnTo>
                  <a:pt x="58" y="4822"/>
                </a:lnTo>
                <a:lnTo>
                  <a:pt x="53" y="4715"/>
                </a:lnTo>
                <a:lnTo>
                  <a:pt x="53" y="4609"/>
                </a:lnTo>
                <a:lnTo>
                  <a:pt x="57" y="4504"/>
                </a:lnTo>
                <a:lnTo>
                  <a:pt x="66" y="4400"/>
                </a:lnTo>
                <a:lnTo>
                  <a:pt x="80" y="4297"/>
                </a:lnTo>
                <a:lnTo>
                  <a:pt x="99" y="4195"/>
                </a:lnTo>
                <a:lnTo>
                  <a:pt x="122" y="4096"/>
                </a:lnTo>
                <a:lnTo>
                  <a:pt x="149" y="3998"/>
                </a:lnTo>
                <a:lnTo>
                  <a:pt x="181" y="3902"/>
                </a:lnTo>
                <a:lnTo>
                  <a:pt x="218" y="3808"/>
                </a:lnTo>
                <a:lnTo>
                  <a:pt x="259" y="3717"/>
                </a:lnTo>
                <a:lnTo>
                  <a:pt x="304" y="3628"/>
                </a:lnTo>
                <a:lnTo>
                  <a:pt x="353" y="3541"/>
                </a:lnTo>
                <a:lnTo>
                  <a:pt x="406" y="3458"/>
                </a:lnTo>
                <a:lnTo>
                  <a:pt x="463" y="3377"/>
                </a:lnTo>
                <a:lnTo>
                  <a:pt x="523" y="3299"/>
                </a:lnTo>
                <a:lnTo>
                  <a:pt x="588" y="3224"/>
                </a:lnTo>
                <a:lnTo>
                  <a:pt x="656" y="3152"/>
                </a:lnTo>
                <a:lnTo>
                  <a:pt x="629" y="3128"/>
                </a:lnTo>
                <a:lnTo>
                  <a:pt x="600" y="3108"/>
                </a:lnTo>
                <a:lnTo>
                  <a:pt x="568" y="3092"/>
                </a:lnTo>
                <a:lnTo>
                  <a:pt x="534" y="3079"/>
                </a:lnTo>
                <a:lnTo>
                  <a:pt x="498" y="3071"/>
                </a:lnTo>
                <a:lnTo>
                  <a:pt x="461" y="3066"/>
                </a:lnTo>
                <a:lnTo>
                  <a:pt x="423" y="3066"/>
                </a:lnTo>
                <a:lnTo>
                  <a:pt x="384" y="3071"/>
                </a:lnTo>
                <a:lnTo>
                  <a:pt x="345" y="3079"/>
                </a:lnTo>
                <a:lnTo>
                  <a:pt x="306" y="3093"/>
                </a:lnTo>
                <a:lnTo>
                  <a:pt x="268" y="3111"/>
                </a:lnTo>
                <a:lnTo>
                  <a:pt x="231" y="3133"/>
                </a:lnTo>
                <a:lnTo>
                  <a:pt x="195" y="3160"/>
                </a:lnTo>
                <a:lnTo>
                  <a:pt x="162" y="3191"/>
                </a:lnTo>
                <a:lnTo>
                  <a:pt x="130" y="3228"/>
                </a:lnTo>
                <a:lnTo>
                  <a:pt x="101" y="3267"/>
                </a:lnTo>
                <a:lnTo>
                  <a:pt x="75" y="3310"/>
                </a:lnTo>
                <a:lnTo>
                  <a:pt x="52" y="3357"/>
                </a:lnTo>
                <a:lnTo>
                  <a:pt x="33" y="3408"/>
                </a:lnTo>
                <a:lnTo>
                  <a:pt x="18" y="3461"/>
                </a:lnTo>
                <a:lnTo>
                  <a:pt x="7" y="3517"/>
                </a:lnTo>
                <a:lnTo>
                  <a:pt x="1" y="3576"/>
                </a:lnTo>
                <a:lnTo>
                  <a:pt x="0" y="3636"/>
                </a:lnTo>
                <a:lnTo>
                  <a:pt x="4" y="3699"/>
                </a:lnTo>
                <a:lnTo>
                  <a:pt x="13" y="3762"/>
                </a:lnTo>
                <a:lnTo>
                  <a:pt x="28" y="3827"/>
                </a:lnTo>
                <a:lnTo>
                  <a:pt x="48" y="3891"/>
                </a:lnTo>
                <a:lnTo>
                  <a:pt x="74" y="3956"/>
                </a:lnTo>
                <a:lnTo>
                  <a:pt x="106" y="4020"/>
                </a:lnTo>
                <a:lnTo>
                  <a:pt x="144" y="4084"/>
                </a:lnTo>
                <a:lnTo>
                  <a:pt x="187" y="4146"/>
                </a:lnTo>
                <a:lnTo>
                  <a:pt x="236" y="4206"/>
                </a:lnTo>
                <a:lnTo>
                  <a:pt x="291" y="4263"/>
                </a:lnTo>
                <a:lnTo>
                  <a:pt x="351" y="4318"/>
                </a:lnTo>
                <a:lnTo>
                  <a:pt x="417" y="4369"/>
                </a:lnTo>
                <a:lnTo>
                  <a:pt x="487" y="4417"/>
                </a:lnTo>
                <a:lnTo>
                  <a:pt x="563" y="4460"/>
                </a:lnTo>
                <a:lnTo>
                  <a:pt x="644" y="4499"/>
                </a:lnTo>
                <a:lnTo>
                  <a:pt x="729" y="4532"/>
                </a:lnTo>
                <a:lnTo>
                  <a:pt x="818" y="4560"/>
                </a:lnTo>
                <a:lnTo>
                  <a:pt x="911" y="4582"/>
                </a:lnTo>
                <a:lnTo>
                  <a:pt x="1007" y="4598"/>
                </a:lnTo>
                <a:lnTo>
                  <a:pt x="1106" y="4608"/>
                </a:lnTo>
                <a:lnTo>
                  <a:pt x="1207" y="4610"/>
                </a:lnTo>
                <a:lnTo>
                  <a:pt x="1311" y="4606"/>
                </a:lnTo>
                <a:lnTo>
                  <a:pt x="1416" y="4594"/>
                </a:lnTo>
                <a:lnTo>
                  <a:pt x="1522" y="4574"/>
                </a:lnTo>
                <a:lnTo>
                  <a:pt x="1628" y="4547"/>
                </a:lnTo>
                <a:lnTo>
                  <a:pt x="1734" y="4512"/>
                </a:lnTo>
                <a:lnTo>
                  <a:pt x="1840" y="4470"/>
                </a:lnTo>
                <a:lnTo>
                  <a:pt x="1944" y="4419"/>
                </a:lnTo>
                <a:lnTo>
                  <a:pt x="2047" y="4360"/>
                </a:lnTo>
                <a:lnTo>
                  <a:pt x="2147" y="4293"/>
                </a:lnTo>
                <a:lnTo>
                  <a:pt x="2244" y="4219"/>
                </a:lnTo>
                <a:lnTo>
                  <a:pt x="2337" y="4137"/>
                </a:lnTo>
                <a:lnTo>
                  <a:pt x="2427" y="4047"/>
                </a:lnTo>
                <a:lnTo>
                  <a:pt x="2512" y="3950"/>
                </a:lnTo>
                <a:lnTo>
                  <a:pt x="2590" y="3846"/>
                </a:lnTo>
                <a:lnTo>
                  <a:pt x="2663" y="3735"/>
                </a:lnTo>
                <a:lnTo>
                  <a:pt x="2730" y="3618"/>
                </a:lnTo>
                <a:lnTo>
                  <a:pt x="2790" y="3495"/>
                </a:lnTo>
                <a:lnTo>
                  <a:pt x="2842" y="3366"/>
                </a:lnTo>
                <a:lnTo>
                  <a:pt x="2887" y="3232"/>
                </a:lnTo>
                <a:lnTo>
                  <a:pt x="2923" y="3092"/>
                </a:lnTo>
                <a:lnTo>
                  <a:pt x="2950" y="2949"/>
                </a:lnTo>
                <a:lnTo>
                  <a:pt x="2968" y="2803"/>
                </a:lnTo>
                <a:lnTo>
                  <a:pt x="2977" y="2653"/>
                </a:lnTo>
                <a:lnTo>
                  <a:pt x="2975" y="2501"/>
                </a:lnTo>
                <a:lnTo>
                  <a:pt x="2964" y="2348"/>
                </a:lnTo>
                <a:lnTo>
                  <a:pt x="2943" y="2193"/>
                </a:lnTo>
                <a:lnTo>
                  <a:pt x="2911" y="2038"/>
                </a:lnTo>
                <a:lnTo>
                  <a:pt x="2869" y="1883"/>
                </a:lnTo>
                <a:lnTo>
                  <a:pt x="2816" y="1730"/>
                </a:lnTo>
                <a:lnTo>
                  <a:pt x="2752" y="1578"/>
                </a:lnTo>
                <a:lnTo>
                  <a:pt x="2678" y="1429"/>
                </a:lnTo>
                <a:lnTo>
                  <a:pt x="2593" y="1283"/>
                </a:lnTo>
                <a:lnTo>
                  <a:pt x="2498" y="1140"/>
                </a:lnTo>
                <a:lnTo>
                  <a:pt x="2392" y="1003"/>
                </a:lnTo>
                <a:lnTo>
                  <a:pt x="2276" y="871"/>
                </a:lnTo>
                <a:lnTo>
                  <a:pt x="2151" y="745"/>
                </a:lnTo>
                <a:lnTo>
                  <a:pt x="2016" y="626"/>
                </a:lnTo>
                <a:lnTo>
                  <a:pt x="1873" y="515"/>
                </a:lnTo>
                <a:lnTo>
                  <a:pt x="1720" y="412"/>
                </a:lnTo>
                <a:lnTo>
                  <a:pt x="1560" y="318"/>
                </a:lnTo>
                <a:lnTo>
                  <a:pt x="1392" y="233"/>
                </a:lnTo>
                <a:lnTo>
                  <a:pt x="1217" y="158"/>
                </a:lnTo>
                <a:lnTo>
                  <a:pt x="1035" y="94"/>
                </a:lnTo>
                <a:lnTo>
                  <a:pt x="848" y="41"/>
                </a:lnTo>
                <a:lnTo>
                  <a:pt x="656" y="0"/>
                </a:lnTo>
                <a:close/>
              </a:path>
            </a:pathLst>
          </a:custGeom>
          <a:noFill/>
          <a:ln w="24840">
            <a:solidFill>
              <a:srgbClr val="C3A4FF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8253360" y="11322720"/>
            <a:ext cx="1019880" cy="2269800"/>
          </a:xfrm>
          <a:custGeom>
            <a:avLst/>
            <a:gdLst/>
            <a:ahLst/>
            <a:rect l="0" t="0" r="r" b="b"/>
            <a:pathLst>
              <a:path fill="none" w="2833" h="6305">
                <a:moveTo>
                  <a:pt x="603" y="0"/>
                </a:moveTo>
                <a:lnTo>
                  <a:pt x="710" y="2"/>
                </a:lnTo>
                <a:lnTo>
                  <a:pt x="818" y="7"/>
                </a:lnTo>
                <a:lnTo>
                  <a:pt x="925" y="16"/>
                </a:lnTo>
                <a:lnTo>
                  <a:pt x="1032" y="29"/>
                </a:lnTo>
                <a:lnTo>
                  <a:pt x="1139" y="46"/>
                </a:lnTo>
                <a:lnTo>
                  <a:pt x="1245" y="66"/>
                </a:lnTo>
                <a:lnTo>
                  <a:pt x="1350" y="89"/>
                </a:lnTo>
                <a:lnTo>
                  <a:pt x="1454" y="117"/>
                </a:lnTo>
                <a:lnTo>
                  <a:pt x="1557" y="147"/>
                </a:lnTo>
                <a:lnTo>
                  <a:pt x="1659" y="182"/>
                </a:lnTo>
                <a:lnTo>
                  <a:pt x="1760" y="220"/>
                </a:lnTo>
                <a:lnTo>
                  <a:pt x="1859" y="261"/>
                </a:lnTo>
                <a:lnTo>
                  <a:pt x="1957" y="305"/>
                </a:lnTo>
                <a:lnTo>
                  <a:pt x="2054" y="353"/>
                </a:lnTo>
                <a:lnTo>
                  <a:pt x="2149" y="404"/>
                </a:lnTo>
                <a:lnTo>
                  <a:pt x="2241" y="459"/>
                </a:lnTo>
                <a:lnTo>
                  <a:pt x="2333" y="516"/>
                </a:lnTo>
                <a:lnTo>
                  <a:pt x="2421" y="577"/>
                </a:lnTo>
                <a:lnTo>
                  <a:pt x="2508" y="640"/>
                </a:lnTo>
                <a:lnTo>
                  <a:pt x="2593" y="707"/>
                </a:lnTo>
                <a:lnTo>
                  <a:pt x="2675" y="776"/>
                </a:lnTo>
                <a:lnTo>
                  <a:pt x="2755" y="848"/>
                </a:lnTo>
                <a:lnTo>
                  <a:pt x="2833" y="923"/>
                </a:lnTo>
                <a:lnTo>
                  <a:pt x="2815" y="1046"/>
                </a:lnTo>
                <a:lnTo>
                  <a:pt x="2793" y="1167"/>
                </a:lnTo>
                <a:lnTo>
                  <a:pt x="2767" y="1286"/>
                </a:lnTo>
                <a:lnTo>
                  <a:pt x="2736" y="1402"/>
                </a:lnTo>
                <a:lnTo>
                  <a:pt x="2700" y="1516"/>
                </a:lnTo>
                <a:lnTo>
                  <a:pt x="2661" y="1626"/>
                </a:lnTo>
                <a:lnTo>
                  <a:pt x="2617" y="1734"/>
                </a:lnTo>
                <a:lnTo>
                  <a:pt x="2569" y="1838"/>
                </a:lnTo>
                <a:lnTo>
                  <a:pt x="2518" y="1940"/>
                </a:lnTo>
                <a:lnTo>
                  <a:pt x="2463" y="2038"/>
                </a:lnTo>
                <a:lnTo>
                  <a:pt x="2404" y="2132"/>
                </a:lnTo>
                <a:lnTo>
                  <a:pt x="2341" y="2223"/>
                </a:lnTo>
                <a:lnTo>
                  <a:pt x="2275" y="2310"/>
                </a:lnTo>
                <a:lnTo>
                  <a:pt x="2207" y="2394"/>
                </a:lnTo>
                <a:lnTo>
                  <a:pt x="2135" y="2473"/>
                </a:lnTo>
                <a:lnTo>
                  <a:pt x="2060" y="2549"/>
                </a:lnTo>
                <a:lnTo>
                  <a:pt x="1982" y="2620"/>
                </a:lnTo>
                <a:lnTo>
                  <a:pt x="1902" y="2687"/>
                </a:lnTo>
                <a:lnTo>
                  <a:pt x="1820" y="2750"/>
                </a:lnTo>
                <a:lnTo>
                  <a:pt x="1735" y="2809"/>
                </a:lnTo>
                <a:lnTo>
                  <a:pt x="1648" y="2863"/>
                </a:lnTo>
                <a:lnTo>
                  <a:pt x="1559" y="2913"/>
                </a:lnTo>
                <a:lnTo>
                  <a:pt x="1469" y="2958"/>
                </a:lnTo>
                <a:lnTo>
                  <a:pt x="1377" y="2998"/>
                </a:lnTo>
                <a:lnTo>
                  <a:pt x="1283" y="3034"/>
                </a:lnTo>
                <a:lnTo>
                  <a:pt x="1188" y="3065"/>
                </a:lnTo>
                <a:lnTo>
                  <a:pt x="1092" y="3092"/>
                </a:lnTo>
                <a:lnTo>
                  <a:pt x="995" y="3113"/>
                </a:lnTo>
                <a:lnTo>
                  <a:pt x="897" y="3130"/>
                </a:lnTo>
                <a:lnTo>
                  <a:pt x="799" y="3142"/>
                </a:lnTo>
                <a:lnTo>
                  <a:pt x="701" y="3149"/>
                </a:lnTo>
                <a:lnTo>
                  <a:pt x="603" y="3152"/>
                </a:lnTo>
                <a:lnTo>
                  <a:pt x="671" y="3224"/>
                </a:lnTo>
                <a:lnTo>
                  <a:pt x="735" y="3299"/>
                </a:lnTo>
                <a:lnTo>
                  <a:pt x="796" y="3377"/>
                </a:lnTo>
                <a:lnTo>
                  <a:pt x="853" y="3458"/>
                </a:lnTo>
                <a:lnTo>
                  <a:pt x="906" y="3541"/>
                </a:lnTo>
                <a:lnTo>
                  <a:pt x="955" y="3628"/>
                </a:lnTo>
                <a:lnTo>
                  <a:pt x="1000" y="3717"/>
                </a:lnTo>
                <a:lnTo>
                  <a:pt x="1041" y="3808"/>
                </a:lnTo>
                <a:lnTo>
                  <a:pt x="1077" y="3902"/>
                </a:lnTo>
                <a:lnTo>
                  <a:pt x="1109" y="3998"/>
                </a:lnTo>
                <a:lnTo>
                  <a:pt x="1137" y="4096"/>
                </a:lnTo>
                <a:lnTo>
                  <a:pt x="1161" y="4195"/>
                </a:lnTo>
                <a:lnTo>
                  <a:pt x="1180" y="4297"/>
                </a:lnTo>
                <a:lnTo>
                  <a:pt x="1193" y="4400"/>
                </a:lnTo>
                <a:lnTo>
                  <a:pt x="1203" y="4504"/>
                </a:lnTo>
                <a:lnTo>
                  <a:pt x="1207" y="4609"/>
                </a:lnTo>
                <a:lnTo>
                  <a:pt x="1206" y="4715"/>
                </a:lnTo>
                <a:lnTo>
                  <a:pt x="1201" y="4822"/>
                </a:lnTo>
                <a:lnTo>
                  <a:pt x="1191" y="4930"/>
                </a:lnTo>
                <a:lnTo>
                  <a:pt x="1176" y="5038"/>
                </a:lnTo>
                <a:lnTo>
                  <a:pt x="1155" y="5147"/>
                </a:lnTo>
                <a:lnTo>
                  <a:pt x="1129" y="5255"/>
                </a:lnTo>
                <a:lnTo>
                  <a:pt x="1099" y="5363"/>
                </a:lnTo>
                <a:lnTo>
                  <a:pt x="1064" y="5472"/>
                </a:lnTo>
                <a:lnTo>
                  <a:pt x="1024" y="5579"/>
                </a:lnTo>
                <a:lnTo>
                  <a:pt x="979" y="5686"/>
                </a:lnTo>
                <a:lnTo>
                  <a:pt x="928" y="5792"/>
                </a:lnTo>
                <a:lnTo>
                  <a:pt x="873" y="5898"/>
                </a:lnTo>
                <a:lnTo>
                  <a:pt x="813" y="6002"/>
                </a:lnTo>
                <a:lnTo>
                  <a:pt x="748" y="6104"/>
                </a:lnTo>
                <a:lnTo>
                  <a:pt x="678" y="6206"/>
                </a:lnTo>
                <a:lnTo>
                  <a:pt x="603" y="6305"/>
                </a:lnTo>
                <a:lnTo>
                  <a:pt x="528" y="6206"/>
                </a:lnTo>
                <a:lnTo>
                  <a:pt x="458" y="6104"/>
                </a:lnTo>
                <a:lnTo>
                  <a:pt x="393" y="6002"/>
                </a:lnTo>
                <a:lnTo>
                  <a:pt x="332" y="5898"/>
                </a:lnTo>
                <a:lnTo>
                  <a:pt x="277" y="5792"/>
                </a:lnTo>
                <a:lnTo>
                  <a:pt x="227" y="5686"/>
                </a:lnTo>
                <a:lnTo>
                  <a:pt x="182" y="5579"/>
                </a:lnTo>
                <a:lnTo>
                  <a:pt x="142" y="5472"/>
                </a:lnTo>
                <a:lnTo>
                  <a:pt x="106" y="5363"/>
                </a:lnTo>
                <a:lnTo>
                  <a:pt x="76" y="5255"/>
                </a:lnTo>
                <a:lnTo>
                  <a:pt x="51" y="5147"/>
                </a:lnTo>
                <a:lnTo>
                  <a:pt x="31" y="5038"/>
                </a:lnTo>
                <a:lnTo>
                  <a:pt x="16" y="4930"/>
                </a:lnTo>
                <a:lnTo>
                  <a:pt x="5" y="4822"/>
                </a:lnTo>
                <a:lnTo>
                  <a:pt x="0" y="4715"/>
                </a:lnTo>
                <a:lnTo>
                  <a:pt x="0" y="4609"/>
                </a:lnTo>
                <a:lnTo>
                  <a:pt x="4" y="4504"/>
                </a:lnTo>
                <a:lnTo>
                  <a:pt x="13" y="4400"/>
                </a:lnTo>
                <a:lnTo>
                  <a:pt x="27" y="4297"/>
                </a:lnTo>
                <a:lnTo>
                  <a:pt x="46" y="4195"/>
                </a:lnTo>
                <a:lnTo>
                  <a:pt x="69" y="4096"/>
                </a:lnTo>
                <a:lnTo>
                  <a:pt x="96" y="3998"/>
                </a:lnTo>
                <a:lnTo>
                  <a:pt x="128" y="3902"/>
                </a:lnTo>
                <a:lnTo>
                  <a:pt x="165" y="3808"/>
                </a:lnTo>
                <a:lnTo>
                  <a:pt x="206" y="3717"/>
                </a:lnTo>
                <a:lnTo>
                  <a:pt x="251" y="3628"/>
                </a:lnTo>
                <a:lnTo>
                  <a:pt x="300" y="3541"/>
                </a:lnTo>
                <a:lnTo>
                  <a:pt x="353" y="3458"/>
                </a:lnTo>
                <a:lnTo>
                  <a:pt x="410" y="3377"/>
                </a:lnTo>
                <a:lnTo>
                  <a:pt x="470" y="3299"/>
                </a:lnTo>
                <a:lnTo>
                  <a:pt x="535" y="3224"/>
                </a:lnTo>
                <a:lnTo>
                  <a:pt x="603" y="3152"/>
                </a:lnTo>
              </a:path>
            </a:pathLst>
          </a:custGeom>
          <a:ln w="24840">
            <a:solidFill>
              <a:srgbClr val="C3A4FF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8438760" y="1129104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C3A4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8438760" y="1129104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3A4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9241200" y="11623320"/>
            <a:ext cx="63360" cy="63720"/>
          </a:xfrm>
          <a:custGeom>
            <a:avLst/>
            <a:gdLst/>
            <a:ahLst/>
            <a:rect l="0" t="0" r="r" b="b"/>
            <a:pathLst>
              <a:path w="176" h="177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7"/>
                  <a:pt x="0" y="207"/>
                  <a:pt x="0" y="89"/>
                </a:cubicBezTo>
                <a:close/>
              </a:path>
            </a:pathLst>
          </a:custGeom>
          <a:solidFill>
            <a:srgbClr val="C3A4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9241200" y="11623320"/>
            <a:ext cx="63360" cy="63720"/>
          </a:xfrm>
          <a:custGeom>
            <a:avLst/>
            <a:gdLst/>
            <a:ahLst/>
            <a:rect l="0" t="0" r="r" b="b"/>
            <a:pathLst>
              <a:path fill="none" w="176" h="177">
                <a:moveTo>
                  <a:pt x="176" y="89"/>
                </a:moveTo>
                <a:cubicBezTo>
                  <a:pt x="176" y="207"/>
                  <a:pt x="0" y="207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C3A4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C3A4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3A4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C3A4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3A4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8438760" y="1356048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C3A4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8438760" y="1356048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3A4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C3A4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3A4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C3A4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3A4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9"/>
                </a:moveTo>
                <a:cubicBezTo>
                  <a:pt x="0" y="-29"/>
                  <a:pt x="177" y="-29"/>
                  <a:pt x="177" y="89"/>
                </a:cubicBezTo>
                <a:cubicBezTo>
                  <a:pt x="177" y="206"/>
                  <a:pt x="0" y="206"/>
                  <a:pt x="0" y="89"/>
                </a:cubicBezTo>
                <a:close/>
              </a:path>
            </a:pathLst>
          </a:custGeom>
          <a:solidFill>
            <a:srgbClr val="C3A4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8438760" y="1242576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9"/>
                </a:moveTo>
                <a:cubicBezTo>
                  <a:pt x="177" y="206"/>
                  <a:pt x="0" y="206"/>
                  <a:pt x="0" y="89"/>
                </a:cubicBezTo>
                <a:cubicBezTo>
                  <a:pt x="0" y="-29"/>
                  <a:pt x="177" y="-29"/>
                  <a:pt x="177" y="89"/>
                </a:cubicBezTo>
              </a:path>
            </a:pathLst>
          </a:custGeom>
          <a:ln cap="rnd" w="8640">
            <a:solidFill>
              <a:srgbClr val="C3A4FF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 flipV="1">
            <a:off x="8470440" y="1132272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8470440" y="11655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230" y="1998"/>
                </a:lnTo>
                <a:lnTo>
                  <a:pt x="307" y="1921"/>
                </a:lnTo>
                <a:lnTo>
                  <a:pt x="384" y="1845"/>
                </a:lnTo>
                <a:lnTo>
                  <a:pt x="1383" y="845"/>
                </a:lnTo>
                <a:lnTo>
                  <a:pt x="1460" y="769"/>
                </a:lnTo>
                <a:lnTo>
                  <a:pt x="1537" y="692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8470440" y="12457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8470440" y="124574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77" y="77"/>
                </a:lnTo>
                <a:lnTo>
                  <a:pt x="768" y="768"/>
                </a:lnTo>
                <a:lnTo>
                  <a:pt x="845" y="845"/>
                </a:lnTo>
                <a:lnTo>
                  <a:pt x="922" y="922"/>
                </a:lnTo>
                <a:lnTo>
                  <a:pt x="1076" y="1076"/>
                </a:lnTo>
                <a:lnTo>
                  <a:pt x="1153" y="1153"/>
                </a:lnTo>
                <a:lnTo>
                  <a:pt x="1229" y="1230"/>
                </a:lnTo>
                <a:lnTo>
                  <a:pt x="1921" y="1921"/>
                </a:lnTo>
                <a:lnTo>
                  <a:pt x="1998" y="1998"/>
                </a:lnTo>
                <a:lnTo>
                  <a:pt x="2075" y="2075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8470440" y="1245744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7668000" y="124574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1460" y="768"/>
                </a:lnTo>
                <a:lnTo>
                  <a:pt x="1383" y="845"/>
                </a:lnTo>
                <a:lnTo>
                  <a:pt x="1306" y="922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 flipH="1">
            <a:off x="7335720" y="12457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7668000" y="11655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2"/>
                </a:lnTo>
                <a:lnTo>
                  <a:pt x="1998" y="1998"/>
                </a:lnTo>
                <a:lnTo>
                  <a:pt x="1921" y="1921"/>
                </a:lnTo>
                <a:lnTo>
                  <a:pt x="1844" y="1845"/>
                </a:lnTo>
                <a:lnTo>
                  <a:pt x="1153" y="1153"/>
                </a:lnTo>
                <a:lnTo>
                  <a:pt x="1076" y="1076"/>
                </a:lnTo>
                <a:lnTo>
                  <a:pt x="999" y="999"/>
                </a:lnTo>
                <a:lnTo>
                  <a:pt x="845" y="845"/>
                </a:lnTo>
                <a:lnTo>
                  <a:pt x="769" y="769"/>
                </a:lnTo>
                <a:lnTo>
                  <a:pt x="692" y="692"/>
                </a:lnTo>
                <a:lnTo>
                  <a:pt x="307" y="307"/>
                </a:lnTo>
                <a:lnTo>
                  <a:pt x="231" y="231"/>
                </a:lnTo>
                <a:lnTo>
                  <a:pt x="154" y="154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7880040" y="10828080"/>
            <a:ext cx="11502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3, species = 3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8337240" y="1113660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9138240" y="11510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9639360" y="1241316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9125640" y="13315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 txBox="1"/>
          <p:nvPr/>
        </p:nvSpPr>
        <p:spPr>
          <a:xfrm>
            <a:off x="8324640" y="1368972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7313760" y="13315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7073280" y="1241316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7326720" y="11510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6811560" y="11851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9975960" y="11000880"/>
            <a:ext cx="3302280" cy="3001320"/>
          </a:xfrm>
          <a:custGeom>
            <a:avLst/>
            <a:gdLst/>
            <a:ahLst/>
            <a:rect l="0" t="0" r="r" b="b"/>
            <a:pathLst>
              <a:path w="9173" h="8337">
                <a:moveTo>
                  <a:pt x="0" y="0"/>
                </a:moveTo>
                <a:lnTo>
                  <a:pt x="9173" y="0"/>
                </a:lnTo>
                <a:lnTo>
                  <a:pt x="9173" y="8337"/>
                </a:lnTo>
                <a:lnTo>
                  <a:pt x="0" y="833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10305000" y="10518840"/>
            <a:ext cx="2935440" cy="482400"/>
          </a:xfrm>
          <a:custGeom>
            <a:avLst/>
            <a:gdLst/>
            <a:ahLst/>
            <a:rect l="0" t="0" r="r" b="b"/>
            <a:pathLst>
              <a:path w="8154" h="1340">
                <a:moveTo>
                  <a:pt x="0" y="0"/>
                </a:moveTo>
                <a:lnTo>
                  <a:pt x="8154" y="0"/>
                </a:lnTo>
                <a:lnTo>
                  <a:pt x="8154" y="1340"/>
                </a:lnTo>
                <a:lnTo>
                  <a:pt x="0" y="1340"/>
                </a:ln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13320">
            <a:solidFill>
              <a:srgbClr val="6B6B6B"/>
            </a:solidFill>
            <a:miter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6760800" y="1128492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11391480" y="10632240"/>
            <a:ext cx="7318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89" b="1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Gaviiformes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10353960" y="11039040"/>
            <a:ext cx="2837520" cy="2837160"/>
          </a:xfrm>
          <a:custGeom>
            <a:avLst/>
            <a:gdLst/>
            <a:ahLst/>
            <a:rect l="0" t="0" r="r" b="b"/>
            <a:pathLst>
              <a:path w="7882" h="7881">
                <a:moveTo>
                  <a:pt x="0" y="0"/>
                </a:moveTo>
                <a:lnTo>
                  <a:pt x="7882" y="0"/>
                </a:lnTo>
                <a:lnTo>
                  <a:pt x="7882" y="7881"/>
                </a:lnTo>
                <a:lnTo>
                  <a:pt x="0" y="78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 flipV="1">
            <a:off x="11772360" y="1118088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 flipV="1">
            <a:off x="11772360" y="11554560"/>
            <a:ext cx="90324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11772360" y="12457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11772360" y="12457440"/>
            <a:ext cx="90324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11772360" y="12457440"/>
            <a:ext cx="0" cy="127656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 flipH="1">
            <a:off x="10869840" y="12457440"/>
            <a:ext cx="902880" cy="90288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 flipH="1">
            <a:off x="10495800" y="12457440"/>
            <a:ext cx="1276560" cy="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-7200" rIns="7200" bIns="-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 flipH="1" flipV="1">
            <a:off x="10869840" y="11554560"/>
            <a:ext cx="902880" cy="903240"/>
          </a:xfrm>
          <a:prstGeom prst="line">
            <a:avLst/>
          </a:pr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11205360" y="11890080"/>
            <a:ext cx="1134720" cy="1134720"/>
          </a:xfrm>
          <a:custGeom>
            <a:avLst/>
            <a:gdLst/>
            <a:ahLst/>
            <a:rect l="0" t="0" r="r" b="b"/>
            <a:pathLst>
              <a:path fill="none" w="3152" h="3152">
                <a:moveTo>
                  <a:pt x="1575" y="0"/>
                </a:moveTo>
                <a:lnTo>
                  <a:pt x="1675" y="3"/>
                </a:lnTo>
                <a:lnTo>
                  <a:pt x="1775" y="13"/>
                </a:lnTo>
                <a:lnTo>
                  <a:pt x="1874" y="28"/>
                </a:lnTo>
                <a:lnTo>
                  <a:pt x="1972" y="50"/>
                </a:lnTo>
                <a:lnTo>
                  <a:pt x="2068" y="80"/>
                </a:lnTo>
                <a:lnTo>
                  <a:pt x="2162" y="114"/>
                </a:lnTo>
                <a:lnTo>
                  <a:pt x="2254" y="154"/>
                </a:lnTo>
                <a:lnTo>
                  <a:pt x="2343" y="200"/>
                </a:lnTo>
                <a:lnTo>
                  <a:pt x="2428" y="251"/>
                </a:lnTo>
                <a:lnTo>
                  <a:pt x="2511" y="308"/>
                </a:lnTo>
                <a:lnTo>
                  <a:pt x="2589" y="370"/>
                </a:lnTo>
                <a:lnTo>
                  <a:pt x="2664" y="436"/>
                </a:lnTo>
                <a:lnTo>
                  <a:pt x="2734" y="507"/>
                </a:lnTo>
                <a:lnTo>
                  <a:pt x="2800" y="583"/>
                </a:lnTo>
                <a:lnTo>
                  <a:pt x="2860" y="663"/>
                </a:lnTo>
                <a:lnTo>
                  <a:pt x="2915" y="746"/>
                </a:lnTo>
                <a:lnTo>
                  <a:pt x="2965" y="833"/>
                </a:lnTo>
                <a:lnTo>
                  <a:pt x="3010" y="922"/>
                </a:lnTo>
                <a:lnTo>
                  <a:pt x="3049" y="1014"/>
                </a:lnTo>
                <a:lnTo>
                  <a:pt x="3081" y="1109"/>
                </a:lnTo>
                <a:lnTo>
                  <a:pt x="3108" y="1205"/>
                </a:lnTo>
                <a:lnTo>
                  <a:pt x="3128" y="1303"/>
                </a:lnTo>
                <a:lnTo>
                  <a:pt x="3143" y="1402"/>
                </a:lnTo>
                <a:lnTo>
                  <a:pt x="3151" y="1502"/>
                </a:lnTo>
                <a:lnTo>
                  <a:pt x="3152" y="1602"/>
                </a:lnTo>
                <a:lnTo>
                  <a:pt x="3147" y="1702"/>
                </a:lnTo>
                <a:lnTo>
                  <a:pt x="3136" y="1801"/>
                </a:lnTo>
                <a:lnTo>
                  <a:pt x="3119" y="1900"/>
                </a:lnTo>
                <a:lnTo>
                  <a:pt x="3095" y="1997"/>
                </a:lnTo>
                <a:lnTo>
                  <a:pt x="3066" y="2092"/>
                </a:lnTo>
                <a:lnTo>
                  <a:pt x="3030" y="2186"/>
                </a:lnTo>
                <a:lnTo>
                  <a:pt x="2989" y="2277"/>
                </a:lnTo>
                <a:lnTo>
                  <a:pt x="2941" y="2365"/>
                </a:lnTo>
                <a:lnTo>
                  <a:pt x="2888" y="2450"/>
                </a:lnTo>
                <a:lnTo>
                  <a:pt x="2830" y="2531"/>
                </a:lnTo>
                <a:lnTo>
                  <a:pt x="2767" y="2609"/>
                </a:lnTo>
                <a:lnTo>
                  <a:pt x="2700" y="2682"/>
                </a:lnTo>
                <a:lnTo>
                  <a:pt x="2627" y="2751"/>
                </a:lnTo>
                <a:lnTo>
                  <a:pt x="2551" y="2816"/>
                </a:lnTo>
                <a:lnTo>
                  <a:pt x="2470" y="2875"/>
                </a:lnTo>
                <a:lnTo>
                  <a:pt x="2386" y="2929"/>
                </a:lnTo>
                <a:lnTo>
                  <a:pt x="2299" y="2978"/>
                </a:lnTo>
                <a:lnTo>
                  <a:pt x="2208" y="3021"/>
                </a:lnTo>
                <a:lnTo>
                  <a:pt x="2115" y="3058"/>
                </a:lnTo>
                <a:lnTo>
                  <a:pt x="2020" y="3089"/>
                </a:lnTo>
                <a:lnTo>
                  <a:pt x="1923" y="3114"/>
                </a:lnTo>
                <a:lnTo>
                  <a:pt x="1824" y="3133"/>
                </a:lnTo>
                <a:lnTo>
                  <a:pt x="1725" y="3146"/>
                </a:lnTo>
                <a:lnTo>
                  <a:pt x="1625" y="3152"/>
                </a:lnTo>
                <a:lnTo>
                  <a:pt x="1525" y="3152"/>
                </a:lnTo>
                <a:lnTo>
                  <a:pt x="1426" y="3146"/>
                </a:lnTo>
                <a:lnTo>
                  <a:pt x="1326" y="3133"/>
                </a:lnTo>
                <a:lnTo>
                  <a:pt x="1228" y="3114"/>
                </a:lnTo>
                <a:lnTo>
                  <a:pt x="1131" y="3089"/>
                </a:lnTo>
                <a:lnTo>
                  <a:pt x="1036" y="3058"/>
                </a:lnTo>
                <a:lnTo>
                  <a:pt x="943" y="3021"/>
                </a:lnTo>
                <a:lnTo>
                  <a:pt x="853" y="2978"/>
                </a:lnTo>
                <a:lnTo>
                  <a:pt x="766" y="2929"/>
                </a:lnTo>
                <a:lnTo>
                  <a:pt x="682" y="2875"/>
                </a:lnTo>
                <a:lnTo>
                  <a:pt x="601" y="2816"/>
                </a:lnTo>
                <a:lnTo>
                  <a:pt x="524" y="2751"/>
                </a:lnTo>
                <a:lnTo>
                  <a:pt x="452" y="2682"/>
                </a:lnTo>
                <a:lnTo>
                  <a:pt x="384" y="2609"/>
                </a:lnTo>
                <a:lnTo>
                  <a:pt x="321" y="2531"/>
                </a:lnTo>
                <a:lnTo>
                  <a:pt x="263" y="2450"/>
                </a:lnTo>
                <a:lnTo>
                  <a:pt x="211" y="2365"/>
                </a:lnTo>
                <a:lnTo>
                  <a:pt x="163" y="2277"/>
                </a:lnTo>
                <a:lnTo>
                  <a:pt x="122" y="2186"/>
                </a:lnTo>
                <a:lnTo>
                  <a:pt x="86" y="2092"/>
                </a:lnTo>
                <a:lnTo>
                  <a:pt x="56" y="1997"/>
                </a:lnTo>
                <a:lnTo>
                  <a:pt x="33" y="1900"/>
                </a:lnTo>
                <a:lnTo>
                  <a:pt x="15" y="1801"/>
                </a:lnTo>
                <a:lnTo>
                  <a:pt x="4" y="1702"/>
                </a:lnTo>
                <a:lnTo>
                  <a:pt x="0" y="1602"/>
                </a:lnTo>
                <a:lnTo>
                  <a:pt x="1" y="1502"/>
                </a:lnTo>
                <a:lnTo>
                  <a:pt x="9" y="1402"/>
                </a:lnTo>
                <a:lnTo>
                  <a:pt x="23" y="1303"/>
                </a:lnTo>
                <a:lnTo>
                  <a:pt x="44" y="1205"/>
                </a:lnTo>
                <a:lnTo>
                  <a:pt x="70" y="1109"/>
                </a:lnTo>
                <a:lnTo>
                  <a:pt x="103" y="1014"/>
                </a:lnTo>
                <a:lnTo>
                  <a:pt x="142" y="922"/>
                </a:lnTo>
                <a:lnTo>
                  <a:pt x="186" y="833"/>
                </a:lnTo>
                <a:lnTo>
                  <a:pt x="236" y="746"/>
                </a:lnTo>
                <a:lnTo>
                  <a:pt x="292" y="663"/>
                </a:lnTo>
                <a:lnTo>
                  <a:pt x="352" y="583"/>
                </a:lnTo>
                <a:lnTo>
                  <a:pt x="418" y="507"/>
                </a:lnTo>
                <a:lnTo>
                  <a:pt x="488" y="436"/>
                </a:lnTo>
                <a:lnTo>
                  <a:pt x="562" y="370"/>
                </a:lnTo>
                <a:lnTo>
                  <a:pt x="641" y="308"/>
                </a:lnTo>
                <a:lnTo>
                  <a:pt x="723" y="251"/>
                </a:lnTo>
                <a:lnTo>
                  <a:pt x="809" y="200"/>
                </a:lnTo>
                <a:lnTo>
                  <a:pt x="898" y="154"/>
                </a:lnTo>
                <a:lnTo>
                  <a:pt x="990" y="114"/>
                </a:lnTo>
                <a:lnTo>
                  <a:pt x="1083" y="80"/>
                </a:lnTo>
                <a:lnTo>
                  <a:pt x="1180" y="50"/>
                </a:lnTo>
                <a:lnTo>
                  <a:pt x="1277" y="28"/>
                </a:lnTo>
                <a:lnTo>
                  <a:pt x="1376" y="13"/>
                </a:lnTo>
                <a:lnTo>
                  <a:pt x="1475" y="3"/>
                </a:lnTo>
                <a:lnTo>
                  <a:pt x="1575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10638000" y="11322720"/>
            <a:ext cx="2269440" cy="2269080"/>
          </a:xfrm>
          <a:custGeom>
            <a:avLst/>
            <a:gdLst/>
            <a:ahLst/>
            <a:rect l="0" t="0" r="r" b="b"/>
            <a:pathLst>
              <a:path fill="none" w="6304" h="6303">
                <a:moveTo>
                  <a:pt x="3151" y="0"/>
                </a:moveTo>
                <a:lnTo>
                  <a:pt x="3351" y="6"/>
                </a:lnTo>
                <a:lnTo>
                  <a:pt x="3550" y="25"/>
                </a:lnTo>
                <a:lnTo>
                  <a:pt x="3748" y="57"/>
                </a:lnTo>
                <a:lnTo>
                  <a:pt x="3943" y="101"/>
                </a:lnTo>
                <a:lnTo>
                  <a:pt x="4135" y="157"/>
                </a:lnTo>
                <a:lnTo>
                  <a:pt x="4323" y="226"/>
                </a:lnTo>
                <a:lnTo>
                  <a:pt x="4506" y="306"/>
                </a:lnTo>
                <a:lnTo>
                  <a:pt x="4684" y="397"/>
                </a:lnTo>
                <a:lnTo>
                  <a:pt x="4856" y="500"/>
                </a:lnTo>
                <a:lnTo>
                  <a:pt x="5020" y="614"/>
                </a:lnTo>
                <a:lnTo>
                  <a:pt x="5178" y="737"/>
                </a:lnTo>
                <a:lnTo>
                  <a:pt x="5328" y="871"/>
                </a:lnTo>
                <a:lnTo>
                  <a:pt x="5468" y="1013"/>
                </a:lnTo>
                <a:lnTo>
                  <a:pt x="5599" y="1164"/>
                </a:lnTo>
                <a:lnTo>
                  <a:pt x="5720" y="1323"/>
                </a:lnTo>
                <a:lnTo>
                  <a:pt x="5831" y="1490"/>
                </a:lnTo>
                <a:lnTo>
                  <a:pt x="5931" y="1663"/>
                </a:lnTo>
                <a:lnTo>
                  <a:pt x="6020" y="1842"/>
                </a:lnTo>
                <a:lnTo>
                  <a:pt x="6097" y="2027"/>
                </a:lnTo>
                <a:lnTo>
                  <a:pt x="6162" y="2216"/>
                </a:lnTo>
                <a:lnTo>
                  <a:pt x="6216" y="2409"/>
                </a:lnTo>
                <a:lnTo>
                  <a:pt x="6256" y="2604"/>
                </a:lnTo>
                <a:lnTo>
                  <a:pt x="6285" y="2803"/>
                </a:lnTo>
                <a:lnTo>
                  <a:pt x="6301" y="3002"/>
                </a:lnTo>
                <a:lnTo>
                  <a:pt x="6304" y="3202"/>
                </a:lnTo>
                <a:lnTo>
                  <a:pt x="6295" y="3403"/>
                </a:lnTo>
                <a:lnTo>
                  <a:pt x="6272" y="3602"/>
                </a:lnTo>
                <a:lnTo>
                  <a:pt x="6238" y="3798"/>
                </a:lnTo>
                <a:lnTo>
                  <a:pt x="6190" y="3993"/>
                </a:lnTo>
                <a:lnTo>
                  <a:pt x="6131" y="4184"/>
                </a:lnTo>
                <a:lnTo>
                  <a:pt x="6060" y="4371"/>
                </a:lnTo>
                <a:lnTo>
                  <a:pt x="5977" y="4553"/>
                </a:lnTo>
                <a:lnTo>
                  <a:pt x="5882" y="4729"/>
                </a:lnTo>
                <a:lnTo>
                  <a:pt x="5777" y="4899"/>
                </a:lnTo>
                <a:lnTo>
                  <a:pt x="5661" y="5062"/>
                </a:lnTo>
                <a:lnTo>
                  <a:pt x="5535" y="5217"/>
                </a:lnTo>
                <a:lnTo>
                  <a:pt x="5399" y="5364"/>
                </a:lnTo>
                <a:lnTo>
                  <a:pt x="5254" y="5502"/>
                </a:lnTo>
                <a:lnTo>
                  <a:pt x="5100" y="5631"/>
                </a:lnTo>
                <a:lnTo>
                  <a:pt x="4939" y="5749"/>
                </a:lnTo>
                <a:lnTo>
                  <a:pt x="4771" y="5857"/>
                </a:lnTo>
                <a:lnTo>
                  <a:pt x="4596" y="5955"/>
                </a:lnTo>
                <a:lnTo>
                  <a:pt x="4415" y="6041"/>
                </a:lnTo>
                <a:lnTo>
                  <a:pt x="4229" y="6115"/>
                </a:lnTo>
                <a:lnTo>
                  <a:pt x="4039" y="6177"/>
                </a:lnTo>
                <a:lnTo>
                  <a:pt x="3846" y="6227"/>
                </a:lnTo>
                <a:lnTo>
                  <a:pt x="3649" y="6265"/>
                </a:lnTo>
                <a:lnTo>
                  <a:pt x="3451" y="6291"/>
                </a:lnTo>
                <a:lnTo>
                  <a:pt x="3251" y="6303"/>
                </a:lnTo>
                <a:lnTo>
                  <a:pt x="3051" y="6303"/>
                </a:lnTo>
                <a:lnTo>
                  <a:pt x="2852" y="6291"/>
                </a:lnTo>
                <a:lnTo>
                  <a:pt x="2653" y="6265"/>
                </a:lnTo>
                <a:lnTo>
                  <a:pt x="2457" y="6227"/>
                </a:lnTo>
                <a:lnTo>
                  <a:pt x="2263" y="6177"/>
                </a:lnTo>
                <a:lnTo>
                  <a:pt x="2073" y="6115"/>
                </a:lnTo>
                <a:lnTo>
                  <a:pt x="1888" y="6041"/>
                </a:lnTo>
                <a:lnTo>
                  <a:pt x="1707" y="5955"/>
                </a:lnTo>
                <a:lnTo>
                  <a:pt x="1532" y="5857"/>
                </a:lnTo>
                <a:lnTo>
                  <a:pt x="1364" y="5749"/>
                </a:lnTo>
                <a:lnTo>
                  <a:pt x="1203" y="5631"/>
                </a:lnTo>
                <a:lnTo>
                  <a:pt x="1050" y="5502"/>
                </a:lnTo>
                <a:lnTo>
                  <a:pt x="905" y="5364"/>
                </a:lnTo>
                <a:lnTo>
                  <a:pt x="769" y="5217"/>
                </a:lnTo>
                <a:lnTo>
                  <a:pt x="643" y="5062"/>
                </a:lnTo>
                <a:lnTo>
                  <a:pt x="527" y="4899"/>
                </a:lnTo>
                <a:lnTo>
                  <a:pt x="422" y="4729"/>
                </a:lnTo>
                <a:lnTo>
                  <a:pt x="327" y="4553"/>
                </a:lnTo>
                <a:lnTo>
                  <a:pt x="244" y="4371"/>
                </a:lnTo>
                <a:lnTo>
                  <a:pt x="173" y="4184"/>
                </a:lnTo>
                <a:lnTo>
                  <a:pt x="113" y="3993"/>
                </a:lnTo>
                <a:lnTo>
                  <a:pt x="66" y="3798"/>
                </a:lnTo>
                <a:lnTo>
                  <a:pt x="31" y="3602"/>
                </a:lnTo>
                <a:lnTo>
                  <a:pt x="9" y="3403"/>
                </a:lnTo>
                <a:lnTo>
                  <a:pt x="0" y="3202"/>
                </a:lnTo>
                <a:lnTo>
                  <a:pt x="3" y="3002"/>
                </a:lnTo>
                <a:lnTo>
                  <a:pt x="19" y="2803"/>
                </a:lnTo>
                <a:lnTo>
                  <a:pt x="47" y="2604"/>
                </a:lnTo>
                <a:lnTo>
                  <a:pt x="88" y="2409"/>
                </a:lnTo>
                <a:lnTo>
                  <a:pt x="141" y="2216"/>
                </a:lnTo>
                <a:lnTo>
                  <a:pt x="207" y="2027"/>
                </a:lnTo>
                <a:lnTo>
                  <a:pt x="284" y="1842"/>
                </a:lnTo>
                <a:lnTo>
                  <a:pt x="373" y="1663"/>
                </a:lnTo>
                <a:lnTo>
                  <a:pt x="473" y="1490"/>
                </a:lnTo>
                <a:lnTo>
                  <a:pt x="584" y="1323"/>
                </a:lnTo>
                <a:lnTo>
                  <a:pt x="705" y="1164"/>
                </a:lnTo>
                <a:lnTo>
                  <a:pt x="836" y="1013"/>
                </a:lnTo>
                <a:lnTo>
                  <a:pt x="976" y="871"/>
                </a:lnTo>
                <a:lnTo>
                  <a:pt x="1125" y="737"/>
                </a:lnTo>
                <a:lnTo>
                  <a:pt x="1282" y="614"/>
                </a:lnTo>
                <a:lnTo>
                  <a:pt x="1447" y="500"/>
                </a:lnTo>
                <a:lnTo>
                  <a:pt x="1619" y="397"/>
                </a:lnTo>
                <a:lnTo>
                  <a:pt x="1797" y="306"/>
                </a:lnTo>
                <a:lnTo>
                  <a:pt x="1980" y="226"/>
                </a:lnTo>
                <a:lnTo>
                  <a:pt x="2168" y="157"/>
                </a:lnTo>
                <a:lnTo>
                  <a:pt x="2360" y="101"/>
                </a:lnTo>
                <a:lnTo>
                  <a:pt x="2555" y="57"/>
                </a:lnTo>
                <a:lnTo>
                  <a:pt x="2752" y="25"/>
                </a:lnTo>
                <a:lnTo>
                  <a:pt x="2951" y="6"/>
                </a:lnTo>
                <a:lnTo>
                  <a:pt x="3151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10496160" y="11180880"/>
            <a:ext cx="2553120" cy="2552760"/>
          </a:xfrm>
          <a:custGeom>
            <a:avLst/>
            <a:gdLst/>
            <a:ahLst/>
            <a:rect l="0" t="0" r="r" b="b"/>
            <a:pathLst>
              <a:path fill="none" w="7092" h="7091">
                <a:moveTo>
                  <a:pt x="3546" y="0"/>
                </a:moveTo>
                <a:lnTo>
                  <a:pt x="3771" y="7"/>
                </a:lnTo>
                <a:lnTo>
                  <a:pt x="3995" y="28"/>
                </a:lnTo>
                <a:lnTo>
                  <a:pt x="4217" y="64"/>
                </a:lnTo>
                <a:lnTo>
                  <a:pt x="4437" y="113"/>
                </a:lnTo>
                <a:lnTo>
                  <a:pt x="4653" y="177"/>
                </a:lnTo>
                <a:lnTo>
                  <a:pt x="4864" y="254"/>
                </a:lnTo>
                <a:lnTo>
                  <a:pt x="5070" y="344"/>
                </a:lnTo>
                <a:lnTo>
                  <a:pt x="5270" y="447"/>
                </a:lnTo>
                <a:lnTo>
                  <a:pt x="5464" y="563"/>
                </a:lnTo>
                <a:lnTo>
                  <a:pt x="5649" y="690"/>
                </a:lnTo>
                <a:lnTo>
                  <a:pt x="5826" y="829"/>
                </a:lnTo>
                <a:lnTo>
                  <a:pt x="5993" y="981"/>
                </a:lnTo>
                <a:lnTo>
                  <a:pt x="6151" y="1141"/>
                </a:lnTo>
                <a:lnTo>
                  <a:pt x="6299" y="1311"/>
                </a:lnTo>
                <a:lnTo>
                  <a:pt x="6435" y="1490"/>
                </a:lnTo>
                <a:lnTo>
                  <a:pt x="6560" y="1677"/>
                </a:lnTo>
                <a:lnTo>
                  <a:pt x="6672" y="1872"/>
                </a:lnTo>
                <a:lnTo>
                  <a:pt x="6772" y="2074"/>
                </a:lnTo>
                <a:lnTo>
                  <a:pt x="6859" y="2281"/>
                </a:lnTo>
                <a:lnTo>
                  <a:pt x="6933" y="2494"/>
                </a:lnTo>
                <a:lnTo>
                  <a:pt x="6993" y="2711"/>
                </a:lnTo>
                <a:lnTo>
                  <a:pt x="7039" y="2931"/>
                </a:lnTo>
                <a:lnTo>
                  <a:pt x="7071" y="3154"/>
                </a:lnTo>
                <a:lnTo>
                  <a:pt x="7088" y="3378"/>
                </a:lnTo>
                <a:lnTo>
                  <a:pt x="7092" y="3603"/>
                </a:lnTo>
                <a:lnTo>
                  <a:pt x="7081" y="3828"/>
                </a:lnTo>
                <a:lnTo>
                  <a:pt x="7056" y="4052"/>
                </a:lnTo>
                <a:lnTo>
                  <a:pt x="7017" y="4273"/>
                </a:lnTo>
                <a:lnTo>
                  <a:pt x="6964" y="4492"/>
                </a:lnTo>
                <a:lnTo>
                  <a:pt x="6897" y="4707"/>
                </a:lnTo>
                <a:lnTo>
                  <a:pt x="6817" y="4917"/>
                </a:lnTo>
                <a:lnTo>
                  <a:pt x="6724" y="5122"/>
                </a:lnTo>
                <a:lnTo>
                  <a:pt x="6617" y="5320"/>
                </a:lnTo>
                <a:lnTo>
                  <a:pt x="6499" y="5511"/>
                </a:lnTo>
                <a:lnTo>
                  <a:pt x="6368" y="5695"/>
                </a:lnTo>
                <a:lnTo>
                  <a:pt x="6226" y="5869"/>
                </a:lnTo>
                <a:lnTo>
                  <a:pt x="6074" y="6034"/>
                </a:lnTo>
                <a:lnTo>
                  <a:pt x="5911" y="6190"/>
                </a:lnTo>
                <a:lnTo>
                  <a:pt x="5738" y="6334"/>
                </a:lnTo>
                <a:lnTo>
                  <a:pt x="5557" y="6468"/>
                </a:lnTo>
                <a:lnTo>
                  <a:pt x="5368" y="6589"/>
                </a:lnTo>
                <a:lnTo>
                  <a:pt x="5171" y="6699"/>
                </a:lnTo>
                <a:lnTo>
                  <a:pt x="4968" y="6796"/>
                </a:lnTo>
                <a:lnTo>
                  <a:pt x="4759" y="6879"/>
                </a:lnTo>
                <a:lnTo>
                  <a:pt x="4545" y="6949"/>
                </a:lnTo>
                <a:lnTo>
                  <a:pt x="4328" y="7006"/>
                </a:lnTo>
                <a:lnTo>
                  <a:pt x="4107" y="7048"/>
                </a:lnTo>
                <a:lnTo>
                  <a:pt x="3883" y="7077"/>
                </a:lnTo>
                <a:lnTo>
                  <a:pt x="3659" y="7091"/>
                </a:lnTo>
                <a:lnTo>
                  <a:pt x="3434" y="7091"/>
                </a:lnTo>
                <a:lnTo>
                  <a:pt x="3209" y="7077"/>
                </a:lnTo>
                <a:lnTo>
                  <a:pt x="2986" y="7048"/>
                </a:lnTo>
                <a:lnTo>
                  <a:pt x="2765" y="7006"/>
                </a:lnTo>
                <a:lnTo>
                  <a:pt x="2546" y="6949"/>
                </a:lnTo>
                <a:lnTo>
                  <a:pt x="2333" y="6879"/>
                </a:lnTo>
                <a:lnTo>
                  <a:pt x="2124" y="6796"/>
                </a:lnTo>
                <a:lnTo>
                  <a:pt x="1920" y="6699"/>
                </a:lnTo>
                <a:lnTo>
                  <a:pt x="1724" y="6589"/>
                </a:lnTo>
                <a:lnTo>
                  <a:pt x="1534" y="6468"/>
                </a:lnTo>
                <a:lnTo>
                  <a:pt x="1353" y="6334"/>
                </a:lnTo>
                <a:lnTo>
                  <a:pt x="1181" y="6190"/>
                </a:lnTo>
                <a:lnTo>
                  <a:pt x="1018" y="6034"/>
                </a:lnTo>
                <a:lnTo>
                  <a:pt x="865" y="5869"/>
                </a:lnTo>
                <a:lnTo>
                  <a:pt x="723" y="5695"/>
                </a:lnTo>
                <a:lnTo>
                  <a:pt x="593" y="5511"/>
                </a:lnTo>
                <a:lnTo>
                  <a:pt x="474" y="5320"/>
                </a:lnTo>
                <a:lnTo>
                  <a:pt x="368" y="5122"/>
                </a:lnTo>
                <a:lnTo>
                  <a:pt x="275" y="4917"/>
                </a:lnTo>
                <a:lnTo>
                  <a:pt x="194" y="4707"/>
                </a:lnTo>
                <a:lnTo>
                  <a:pt x="128" y="4492"/>
                </a:lnTo>
                <a:lnTo>
                  <a:pt x="74" y="4273"/>
                </a:lnTo>
                <a:lnTo>
                  <a:pt x="35" y="4052"/>
                </a:lnTo>
                <a:lnTo>
                  <a:pt x="10" y="3828"/>
                </a:lnTo>
                <a:lnTo>
                  <a:pt x="0" y="3603"/>
                </a:lnTo>
                <a:lnTo>
                  <a:pt x="3" y="3378"/>
                </a:lnTo>
                <a:lnTo>
                  <a:pt x="21" y="3154"/>
                </a:lnTo>
                <a:lnTo>
                  <a:pt x="53" y="2931"/>
                </a:lnTo>
                <a:lnTo>
                  <a:pt x="99" y="2711"/>
                </a:lnTo>
                <a:lnTo>
                  <a:pt x="159" y="2494"/>
                </a:lnTo>
                <a:lnTo>
                  <a:pt x="233" y="2281"/>
                </a:lnTo>
                <a:lnTo>
                  <a:pt x="320" y="2074"/>
                </a:lnTo>
                <a:lnTo>
                  <a:pt x="420" y="1872"/>
                </a:lnTo>
                <a:lnTo>
                  <a:pt x="532" y="1677"/>
                </a:lnTo>
                <a:lnTo>
                  <a:pt x="657" y="1490"/>
                </a:lnTo>
                <a:lnTo>
                  <a:pt x="793" y="1311"/>
                </a:lnTo>
                <a:lnTo>
                  <a:pt x="940" y="1141"/>
                </a:lnTo>
                <a:lnTo>
                  <a:pt x="1098" y="981"/>
                </a:lnTo>
                <a:lnTo>
                  <a:pt x="1266" y="829"/>
                </a:lnTo>
                <a:lnTo>
                  <a:pt x="1443" y="690"/>
                </a:lnTo>
                <a:lnTo>
                  <a:pt x="1628" y="563"/>
                </a:lnTo>
                <a:lnTo>
                  <a:pt x="1821" y="447"/>
                </a:lnTo>
                <a:lnTo>
                  <a:pt x="2021" y="344"/>
                </a:lnTo>
                <a:lnTo>
                  <a:pt x="2227" y="254"/>
                </a:lnTo>
                <a:lnTo>
                  <a:pt x="2439" y="177"/>
                </a:lnTo>
                <a:lnTo>
                  <a:pt x="2655" y="113"/>
                </a:lnTo>
                <a:lnTo>
                  <a:pt x="2875" y="64"/>
                </a:lnTo>
                <a:lnTo>
                  <a:pt x="3097" y="28"/>
                </a:lnTo>
                <a:lnTo>
                  <a:pt x="3321" y="7"/>
                </a:lnTo>
                <a:lnTo>
                  <a:pt x="3546" y="0"/>
                </a:lnTo>
              </a:path>
            </a:pathLst>
          </a:custGeom>
          <a:ln w="14760">
            <a:solidFill>
              <a:srgbClr val="79CBE3"/>
            </a:solidFill>
            <a:custDash>
              <a:ds d="200000" sp="200000"/>
            </a:custDash>
            <a:round/>
          </a:ln>
        </p:spPr>
        <p:txBody>
          <a:bodyPr lIns="7200" tIns="7200" rIns="7200" bIns="72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11664000" y="12457440"/>
            <a:ext cx="911160" cy="826560"/>
          </a:xfrm>
          <a:custGeom>
            <a:avLst/>
            <a:gdLst/>
            <a:ahLst/>
            <a:rect l="0" t="0" r="r" b="b"/>
            <a:pathLst>
              <a:path w="2531" h="2296">
                <a:moveTo>
                  <a:pt x="301" y="0"/>
                </a:moveTo>
                <a:lnTo>
                  <a:pt x="400" y="2"/>
                </a:lnTo>
                <a:lnTo>
                  <a:pt x="498" y="10"/>
                </a:lnTo>
                <a:lnTo>
                  <a:pt x="596" y="22"/>
                </a:lnTo>
                <a:lnTo>
                  <a:pt x="694" y="39"/>
                </a:lnTo>
                <a:lnTo>
                  <a:pt x="790" y="60"/>
                </a:lnTo>
                <a:lnTo>
                  <a:pt x="886" y="87"/>
                </a:lnTo>
                <a:lnTo>
                  <a:pt x="981" y="118"/>
                </a:lnTo>
                <a:lnTo>
                  <a:pt x="1074" y="154"/>
                </a:lnTo>
                <a:lnTo>
                  <a:pt x="1166" y="194"/>
                </a:lnTo>
                <a:lnTo>
                  <a:pt x="1257" y="239"/>
                </a:lnTo>
                <a:lnTo>
                  <a:pt x="1346" y="289"/>
                </a:lnTo>
                <a:lnTo>
                  <a:pt x="1433" y="343"/>
                </a:lnTo>
                <a:lnTo>
                  <a:pt x="1517" y="402"/>
                </a:lnTo>
                <a:lnTo>
                  <a:pt x="1600" y="465"/>
                </a:lnTo>
                <a:lnTo>
                  <a:pt x="1680" y="532"/>
                </a:lnTo>
                <a:lnTo>
                  <a:pt x="1758" y="603"/>
                </a:lnTo>
                <a:lnTo>
                  <a:pt x="1833" y="678"/>
                </a:lnTo>
                <a:lnTo>
                  <a:pt x="1905" y="758"/>
                </a:lnTo>
                <a:lnTo>
                  <a:pt x="1974" y="841"/>
                </a:lnTo>
                <a:lnTo>
                  <a:pt x="2040" y="929"/>
                </a:lnTo>
                <a:lnTo>
                  <a:pt x="2102" y="1020"/>
                </a:lnTo>
                <a:lnTo>
                  <a:pt x="2161" y="1115"/>
                </a:lnTo>
                <a:lnTo>
                  <a:pt x="2216" y="1213"/>
                </a:lnTo>
                <a:lnTo>
                  <a:pt x="2268" y="1314"/>
                </a:lnTo>
                <a:lnTo>
                  <a:pt x="2316" y="1419"/>
                </a:lnTo>
                <a:lnTo>
                  <a:pt x="2359" y="1526"/>
                </a:lnTo>
                <a:lnTo>
                  <a:pt x="2399" y="1637"/>
                </a:lnTo>
                <a:lnTo>
                  <a:pt x="2434" y="1751"/>
                </a:lnTo>
                <a:lnTo>
                  <a:pt x="2465" y="1867"/>
                </a:lnTo>
                <a:lnTo>
                  <a:pt x="2492" y="1985"/>
                </a:lnTo>
                <a:lnTo>
                  <a:pt x="2514" y="2106"/>
                </a:lnTo>
                <a:lnTo>
                  <a:pt x="2531" y="2230"/>
                </a:lnTo>
                <a:lnTo>
                  <a:pt x="2401" y="2255"/>
                </a:lnTo>
                <a:lnTo>
                  <a:pt x="2273" y="2275"/>
                </a:lnTo>
                <a:lnTo>
                  <a:pt x="2145" y="2288"/>
                </a:lnTo>
                <a:lnTo>
                  <a:pt x="2020" y="2295"/>
                </a:lnTo>
                <a:lnTo>
                  <a:pt x="1896" y="2296"/>
                </a:lnTo>
                <a:lnTo>
                  <a:pt x="1774" y="2291"/>
                </a:lnTo>
                <a:lnTo>
                  <a:pt x="1654" y="2281"/>
                </a:lnTo>
                <a:lnTo>
                  <a:pt x="1537" y="2264"/>
                </a:lnTo>
                <a:lnTo>
                  <a:pt x="1424" y="2243"/>
                </a:lnTo>
                <a:lnTo>
                  <a:pt x="1313" y="2216"/>
                </a:lnTo>
                <a:lnTo>
                  <a:pt x="1206" y="2185"/>
                </a:lnTo>
                <a:lnTo>
                  <a:pt x="1102" y="2149"/>
                </a:lnTo>
                <a:lnTo>
                  <a:pt x="1003" y="2108"/>
                </a:lnTo>
                <a:lnTo>
                  <a:pt x="907" y="2063"/>
                </a:lnTo>
                <a:lnTo>
                  <a:pt x="815" y="2014"/>
                </a:lnTo>
                <a:lnTo>
                  <a:pt x="728" y="1961"/>
                </a:lnTo>
                <a:lnTo>
                  <a:pt x="645" y="1904"/>
                </a:lnTo>
                <a:lnTo>
                  <a:pt x="566" y="1845"/>
                </a:lnTo>
                <a:lnTo>
                  <a:pt x="493" y="1782"/>
                </a:lnTo>
                <a:lnTo>
                  <a:pt x="424" y="1716"/>
                </a:lnTo>
                <a:lnTo>
                  <a:pt x="360" y="1648"/>
                </a:lnTo>
                <a:lnTo>
                  <a:pt x="301" y="1577"/>
                </a:lnTo>
                <a:lnTo>
                  <a:pt x="240" y="1493"/>
                </a:lnTo>
                <a:lnTo>
                  <a:pt x="185" y="1406"/>
                </a:lnTo>
                <a:lnTo>
                  <a:pt x="137" y="1318"/>
                </a:lnTo>
                <a:lnTo>
                  <a:pt x="97" y="1228"/>
                </a:lnTo>
                <a:lnTo>
                  <a:pt x="63" y="1137"/>
                </a:lnTo>
                <a:lnTo>
                  <a:pt x="37" y="1046"/>
                </a:lnTo>
                <a:lnTo>
                  <a:pt x="17" y="955"/>
                </a:lnTo>
                <a:lnTo>
                  <a:pt x="5" y="863"/>
                </a:lnTo>
                <a:lnTo>
                  <a:pt x="0" y="773"/>
                </a:lnTo>
                <a:lnTo>
                  <a:pt x="1" y="684"/>
                </a:lnTo>
                <a:lnTo>
                  <a:pt x="10" y="596"/>
                </a:lnTo>
                <a:lnTo>
                  <a:pt x="25" y="511"/>
                </a:lnTo>
                <a:lnTo>
                  <a:pt x="47" y="427"/>
                </a:lnTo>
                <a:lnTo>
                  <a:pt x="74" y="347"/>
                </a:lnTo>
                <a:lnTo>
                  <a:pt x="109" y="270"/>
                </a:lnTo>
                <a:lnTo>
                  <a:pt x="148" y="196"/>
                </a:lnTo>
                <a:lnTo>
                  <a:pt x="194" y="126"/>
                </a:lnTo>
                <a:lnTo>
                  <a:pt x="245" y="61"/>
                </a:lnTo>
                <a:lnTo>
                  <a:pt x="301" y="0"/>
                </a:lnTo>
                <a:close/>
              </a:path>
            </a:pathLst>
          </a:custGeom>
          <a:solidFill>
            <a:srgbClr val="E2A9E5">
              <a:alpha val="2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11664000" y="12457440"/>
            <a:ext cx="911160" cy="826560"/>
          </a:xfrm>
          <a:custGeom>
            <a:avLst/>
            <a:gdLst/>
            <a:ahLst/>
            <a:rect l="0" t="0" r="r" b="b"/>
            <a:pathLst>
              <a:path w="2531" h="2296">
                <a:moveTo>
                  <a:pt x="301" y="0"/>
                </a:moveTo>
                <a:lnTo>
                  <a:pt x="400" y="2"/>
                </a:lnTo>
                <a:lnTo>
                  <a:pt x="498" y="10"/>
                </a:lnTo>
                <a:lnTo>
                  <a:pt x="596" y="22"/>
                </a:lnTo>
                <a:lnTo>
                  <a:pt x="694" y="39"/>
                </a:lnTo>
                <a:lnTo>
                  <a:pt x="790" y="60"/>
                </a:lnTo>
                <a:lnTo>
                  <a:pt x="886" y="87"/>
                </a:lnTo>
                <a:lnTo>
                  <a:pt x="981" y="118"/>
                </a:lnTo>
                <a:lnTo>
                  <a:pt x="1074" y="154"/>
                </a:lnTo>
                <a:lnTo>
                  <a:pt x="1166" y="194"/>
                </a:lnTo>
                <a:lnTo>
                  <a:pt x="1257" y="239"/>
                </a:lnTo>
                <a:lnTo>
                  <a:pt x="1346" y="289"/>
                </a:lnTo>
                <a:lnTo>
                  <a:pt x="1433" y="343"/>
                </a:lnTo>
                <a:lnTo>
                  <a:pt x="1517" y="402"/>
                </a:lnTo>
                <a:lnTo>
                  <a:pt x="1600" y="465"/>
                </a:lnTo>
                <a:lnTo>
                  <a:pt x="1680" y="532"/>
                </a:lnTo>
                <a:lnTo>
                  <a:pt x="1758" y="603"/>
                </a:lnTo>
                <a:lnTo>
                  <a:pt x="1833" y="678"/>
                </a:lnTo>
                <a:lnTo>
                  <a:pt x="1905" y="758"/>
                </a:lnTo>
                <a:lnTo>
                  <a:pt x="1974" y="841"/>
                </a:lnTo>
                <a:lnTo>
                  <a:pt x="2040" y="929"/>
                </a:lnTo>
                <a:lnTo>
                  <a:pt x="2102" y="1020"/>
                </a:lnTo>
                <a:lnTo>
                  <a:pt x="2161" y="1115"/>
                </a:lnTo>
                <a:lnTo>
                  <a:pt x="2216" y="1213"/>
                </a:lnTo>
                <a:lnTo>
                  <a:pt x="2268" y="1314"/>
                </a:lnTo>
                <a:lnTo>
                  <a:pt x="2316" y="1419"/>
                </a:lnTo>
                <a:lnTo>
                  <a:pt x="2359" y="1526"/>
                </a:lnTo>
                <a:lnTo>
                  <a:pt x="2399" y="1637"/>
                </a:lnTo>
                <a:lnTo>
                  <a:pt x="2434" y="1751"/>
                </a:lnTo>
                <a:lnTo>
                  <a:pt x="2465" y="1867"/>
                </a:lnTo>
                <a:lnTo>
                  <a:pt x="2492" y="1985"/>
                </a:lnTo>
                <a:lnTo>
                  <a:pt x="2514" y="2106"/>
                </a:lnTo>
                <a:lnTo>
                  <a:pt x="2531" y="2230"/>
                </a:lnTo>
                <a:lnTo>
                  <a:pt x="2401" y="2255"/>
                </a:lnTo>
                <a:lnTo>
                  <a:pt x="2273" y="2275"/>
                </a:lnTo>
                <a:lnTo>
                  <a:pt x="2145" y="2288"/>
                </a:lnTo>
                <a:lnTo>
                  <a:pt x="2020" y="2295"/>
                </a:lnTo>
                <a:lnTo>
                  <a:pt x="1896" y="2296"/>
                </a:lnTo>
                <a:lnTo>
                  <a:pt x="1774" y="2291"/>
                </a:lnTo>
                <a:lnTo>
                  <a:pt x="1654" y="2281"/>
                </a:lnTo>
                <a:lnTo>
                  <a:pt x="1537" y="2264"/>
                </a:lnTo>
                <a:lnTo>
                  <a:pt x="1424" y="2243"/>
                </a:lnTo>
                <a:lnTo>
                  <a:pt x="1313" y="2216"/>
                </a:lnTo>
                <a:lnTo>
                  <a:pt x="1206" y="2185"/>
                </a:lnTo>
                <a:lnTo>
                  <a:pt x="1102" y="2149"/>
                </a:lnTo>
                <a:lnTo>
                  <a:pt x="1003" y="2108"/>
                </a:lnTo>
                <a:lnTo>
                  <a:pt x="907" y="2063"/>
                </a:lnTo>
                <a:lnTo>
                  <a:pt x="815" y="2014"/>
                </a:lnTo>
                <a:lnTo>
                  <a:pt x="728" y="1961"/>
                </a:lnTo>
                <a:lnTo>
                  <a:pt x="645" y="1904"/>
                </a:lnTo>
                <a:lnTo>
                  <a:pt x="566" y="1845"/>
                </a:lnTo>
                <a:lnTo>
                  <a:pt x="493" y="1782"/>
                </a:lnTo>
                <a:lnTo>
                  <a:pt x="424" y="1716"/>
                </a:lnTo>
                <a:lnTo>
                  <a:pt x="360" y="1648"/>
                </a:lnTo>
                <a:lnTo>
                  <a:pt x="301" y="1577"/>
                </a:lnTo>
                <a:lnTo>
                  <a:pt x="240" y="1493"/>
                </a:lnTo>
                <a:lnTo>
                  <a:pt x="185" y="1406"/>
                </a:lnTo>
                <a:lnTo>
                  <a:pt x="137" y="1318"/>
                </a:lnTo>
                <a:lnTo>
                  <a:pt x="97" y="1228"/>
                </a:lnTo>
                <a:lnTo>
                  <a:pt x="63" y="1137"/>
                </a:lnTo>
                <a:lnTo>
                  <a:pt x="37" y="1046"/>
                </a:lnTo>
                <a:lnTo>
                  <a:pt x="17" y="955"/>
                </a:lnTo>
                <a:lnTo>
                  <a:pt x="5" y="863"/>
                </a:lnTo>
                <a:lnTo>
                  <a:pt x="0" y="773"/>
                </a:lnTo>
                <a:lnTo>
                  <a:pt x="1" y="684"/>
                </a:lnTo>
                <a:lnTo>
                  <a:pt x="10" y="596"/>
                </a:lnTo>
                <a:lnTo>
                  <a:pt x="25" y="511"/>
                </a:lnTo>
                <a:lnTo>
                  <a:pt x="47" y="427"/>
                </a:lnTo>
                <a:lnTo>
                  <a:pt x="74" y="347"/>
                </a:lnTo>
                <a:lnTo>
                  <a:pt x="109" y="270"/>
                </a:lnTo>
                <a:lnTo>
                  <a:pt x="148" y="196"/>
                </a:lnTo>
                <a:lnTo>
                  <a:pt x="194" y="126"/>
                </a:lnTo>
                <a:lnTo>
                  <a:pt x="245" y="61"/>
                </a:lnTo>
                <a:lnTo>
                  <a:pt x="301" y="0"/>
                </a:lnTo>
                <a:close/>
              </a:path>
            </a:pathLst>
          </a:custGeom>
          <a:noFill/>
          <a:ln w="24840">
            <a:solidFill>
              <a:srgbClr val="E2A9E5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11664000" y="12457440"/>
            <a:ext cx="911160" cy="826560"/>
          </a:xfrm>
          <a:custGeom>
            <a:avLst/>
            <a:gdLst/>
            <a:ahLst/>
            <a:rect l="0" t="0" r="r" b="b"/>
            <a:pathLst>
              <a:path fill="none" w="2531" h="2296">
                <a:moveTo>
                  <a:pt x="301" y="0"/>
                </a:moveTo>
                <a:lnTo>
                  <a:pt x="400" y="2"/>
                </a:lnTo>
                <a:lnTo>
                  <a:pt x="498" y="10"/>
                </a:lnTo>
                <a:lnTo>
                  <a:pt x="596" y="22"/>
                </a:lnTo>
                <a:lnTo>
                  <a:pt x="694" y="39"/>
                </a:lnTo>
                <a:lnTo>
                  <a:pt x="790" y="60"/>
                </a:lnTo>
                <a:lnTo>
                  <a:pt x="886" y="87"/>
                </a:lnTo>
                <a:lnTo>
                  <a:pt x="981" y="118"/>
                </a:lnTo>
                <a:lnTo>
                  <a:pt x="1074" y="154"/>
                </a:lnTo>
                <a:lnTo>
                  <a:pt x="1166" y="194"/>
                </a:lnTo>
                <a:lnTo>
                  <a:pt x="1257" y="239"/>
                </a:lnTo>
                <a:lnTo>
                  <a:pt x="1346" y="289"/>
                </a:lnTo>
                <a:lnTo>
                  <a:pt x="1433" y="343"/>
                </a:lnTo>
                <a:lnTo>
                  <a:pt x="1517" y="402"/>
                </a:lnTo>
                <a:lnTo>
                  <a:pt x="1600" y="465"/>
                </a:lnTo>
                <a:lnTo>
                  <a:pt x="1680" y="532"/>
                </a:lnTo>
                <a:lnTo>
                  <a:pt x="1758" y="603"/>
                </a:lnTo>
                <a:lnTo>
                  <a:pt x="1833" y="678"/>
                </a:lnTo>
                <a:lnTo>
                  <a:pt x="1905" y="758"/>
                </a:lnTo>
                <a:lnTo>
                  <a:pt x="1974" y="841"/>
                </a:lnTo>
                <a:lnTo>
                  <a:pt x="2040" y="929"/>
                </a:lnTo>
                <a:lnTo>
                  <a:pt x="2102" y="1020"/>
                </a:lnTo>
                <a:lnTo>
                  <a:pt x="2161" y="1115"/>
                </a:lnTo>
                <a:lnTo>
                  <a:pt x="2216" y="1213"/>
                </a:lnTo>
                <a:lnTo>
                  <a:pt x="2268" y="1314"/>
                </a:lnTo>
                <a:lnTo>
                  <a:pt x="2316" y="1419"/>
                </a:lnTo>
                <a:lnTo>
                  <a:pt x="2359" y="1526"/>
                </a:lnTo>
                <a:lnTo>
                  <a:pt x="2399" y="1637"/>
                </a:lnTo>
                <a:lnTo>
                  <a:pt x="2434" y="1751"/>
                </a:lnTo>
                <a:lnTo>
                  <a:pt x="2465" y="1867"/>
                </a:lnTo>
                <a:lnTo>
                  <a:pt x="2492" y="1985"/>
                </a:lnTo>
                <a:lnTo>
                  <a:pt x="2514" y="2106"/>
                </a:lnTo>
                <a:lnTo>
                  <a:pt x="2531" y="2230"/>
                </a:lnTo>
                <a:lnTo>
                  <a:pt x="2401" y="2255"/>
                </a:lnTo>
                <a:lnTo>
                  <a:pt x="2273" y="2275"/>
                </a:lnTo>
                <a:lnTo>
                  <a:pt x="2145" y="2288"/>
                </a:lnTo>
                <a:lnTo>
                  <a:pt x="2020" y="2295"/>
                </a:lnTo>
                <a:lnTo>
                  <a:pt x="1896" y="2296"/>
                </a:lnTo>
                <a:lnTo>
                  <a:pt x="1774" y="2291"/>
                </a:lnTo>
                <a:lnTo>
                  <a:pt x="1654" y="2281"/>
                </a:lnTo>
                <a:lnTo>
                  <a:pt x="1537" y="2264"/>
                </a:lnTo>
                <a:lnTo>
                  <a:pt x="1424" y="2243"/>
                </a:lnTo>
                <a:lnTo>
                  <a:pt x="1313" y="2216"/>
                </a:lnTo>
                <a:lnTo>
                  <a:pt x="1206" y="2185"/>
                </a:lnTo>
                <a:lnTo>
                  <a:pt x="1102" y="2149"/>
                </a:lnTo>
                <a:lnTo>
                  <a:pt x="1003" y="2108"/>
                </a:lnTo>
                <a:lnTo>
                  <a:pt x="907" y="2063"/>
                </a:lnTo>
                <a:lnTo>
                  <a:pt x="815" y="2014"/>
                </a:lnTo>
                <a:lnTo>
                  <a:pt x="728" y="1961"/>
                </a:lnTo>
                <a:lnTo>
                  <a:pt x="645" y="1904"/>
                </a:lnTo>
                <a:lnTo>
                  <a:pt x="566" y="1845"/>
                </a:lnTo>
                <a:lnTo>
                  <a:pt x="493" y="1782"/>
                </a:lnTo>
                <a:lnTo>
                  <a:pt x="424" y="1716"/>
                </a:lnTo>
                <a:lnTo>
                  <a:pt x="360" y="1648"/>
                </a:lnTo>
                <a:lnTo>
                  <a:pt x="301" y="1577"/>
                </a:lnTo>
                <a:lnTo>
                  <a:pt x="240" y="1493"/>
                </a:lnTo>
                <a:lnTo>
                  <a:pt x="185" y="1406"/>
                </a:lnTo>
                <a:lnTo>
                  <a:pt x="137" y="1318"/>
                </a:lnTo>
                <a:lnTo>
                  <a:pt x="97" y="1228"/>
                </a:lnTo>
                <a:lnTo>
                  <a:pt x="63" y="1137"/>
                </a:lnTo>
                <a:lnTo>
                  <a:pt x="37" y="1046"/>
                </a:lnTo>
                <a:lnTo>
                  <a:pt x="17" y="955"/>
                </a:lnTo>
                <a:lnTo>
                  <a:pt x="5" y="863"/>
                </a:lnTo>
                <a:lnTo>
                  <a:pt x="0" y="773"/>
                </a:lnTo>
                <a:lnTo>
                  <a:pt x="1" y="684"/>
                </a:lnTo>
                <a:lnTo>
                  <a:pt x="10" y="596"/>
                </a:lnTo>
                <a:lnTo>
                  <a:pt x="25" y="511"/>
                </a:lnTo>
                <a:lnTo>
                  <a:pt x="47" y="427"/>
                </a:lnTo>
                <a:lnTo>
                  <a:pt x="74" y="347"/>
                </a:lnTo>
                <a:lnTo>
                  <a:pt x="109" y="270"/>
                </a:lnTo>
                <a:lnTo>
                  <a:pt x="148" y="196"/>
                </a:lnTo>
                <a:lnTo>
                  <a:pt x="194" y="126"/>
                </a:lnTo>
                <a:lnTo>
                  <a:pt x="245" y="61"/>
                </a:lnTo>
                <a:lnTo>
                  <a:pt x="301" y="0"/>
                </a:lnTo>
              </a:path>
            </a:pathLst>
          </a:custGeom>
          <a:ln w="24840">
            <a:solidFill>
              <a:srgbClr val="E2A9E5"/>
            </a:solidFill>
            <a:round/>
          </a:ln>
        </p:spPr>
        <p:txBody>
          <a:bodyPr lIns="12240" tIns="12240" rIns="12240" bIns="12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E2A9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E2A9E5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E2A9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E2A9E5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E2A9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E2A9E5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12543120" y="13228200"/>
            <a:ext cx="63720" cy="63360"/>
          </a:xfrm>
          <a:custGeom>
            <a:avLst/>
            <a:gdLst/>
            <a:ahLst/>
            <a:rect l="0" t="0" r="r" b="b"/>
            <a:pathLst>
              <a:path w="177" h="176">
                <a:moveTo>
                  <a:pt x="0" y="88"/>
                </a:moveTo>
                <a:cubicBezTo>
                  <a:pt x="0" y="-29"/>
                  <a:pt x="177" y="-29"/>
                  <a:pt x="177" y="88"/>
                </a:cubicBezTo>
                <a:cubicBezTo>
                  <a:pt x="177" y="206"/>
                  <a:pt x="0" y="206"/>
                  <a:pt x="0" y="88"/>
                </a:cubicBezTo>
                <a:close/>
              </a:path>
            </a:pathLst>
          </a:custGeom>
          <a:solidFill>
            <a:srgbClr val="E2A9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12543120" y="13228200"/>
            <a:ext cx="63720" cy="63360"/>
          </a:xfrm>
          <a:custGeom>
            <a:avLst/>
            <a:gdLst/>
            <a:ahLst/>
            <a:rect l="0" t="0" r="r" b="b"/>
            <a:pathLst>
              <a:path fill="none" w="177" h="176">
                <a:moveTo>
                  <a:pt x="177" y="88"/>
                </a:moveTo>
                <a:cubicBezTo>
                  <a:pt x="177" y="206"/>
                  <a:pt x="0" y="206"/>
                  <a:pt x="0" y="88"/>
                </a:cubicBezTo>
                <a:cubicBezTo>
                  <a:pt x="0" y="-29"/>
                  <a:pt x="177" y="-29"/>
                  <a:pt x="177" y="88"/>
                </a:cubicBezTo>
              </a:path>
            </a:pathLst>
          </a:custGeom>
          <a:ln cap="rnd" w="8640">
            <a:solidFill>
              <a:srgbClr val="E2A9E5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11741040" y="1299312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E2A9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11741040" y="1299312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E2A9E5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E2A9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E2A9E5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E2A9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E2A9E5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w="176" h="176">
                <a:moveTo>
                  <a:pt x="0" y="89"/>
                </a:moveTo>
                <a:cubicBezTo>
                  <a:pt x="0" y="-29"/>
                  <a:pt x="176" y="-29"/>
                  <a:pt x="176" y="89"/>
                </a:cubicBezTo>
                <a:cubicBezTo>
                  <a:pt x="176" y="206"/>
                  <a:pt x="0" y="206"/>
                  <a:pt x="0" y="89"/>
                </a:cubicBezTo>
                <a:close/>
              </a:path>
            </a:pathLst>
          </a:custGeom>
          <a:solidFill>
            <a:srgbClr val="E2A9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11741040" y="12425760"/>
            <a:ext cx="63360" cy="63360"/>
          </a:xfrm>
          <a:custGeom>
            <a:avLst/>
            <a:gdLst/>
            <a:ahLst/>
            <a:rect l="0" t="0" r="r" b="b"/>
            <a:pathLst>
              <a:path fill="none" w="176" h="176">
                <a:moveTo>
                  <a:pt x="176" y="89"/>
                </a:moveTo>
                <a:cubicBezTo>
                  <a:pt x="176" y="206"/>
                  <a:pt x="0" y="206"/>
                  <a:pt x="0" y="89"/>
                </a:cubicBezTo>
                <a:cubicBezTo>
                  <a:pt x="0" y="-29"/>
                  <a:pt x="176" y="-29"/>
                  <a:pt x="176" y="89"/>
                </a:cubicBezTo>
              </a:path>
            </a:pathLst>
          </a:custGeom>
          <a:ln cap="rnd" w="8640">
            <a:solidFill>
              <a:srgbClr val="E2A9E5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 flipV="1">
            <a:off x="11772360" y="1132272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11772360" y="11655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2230"/>
                </a:moveTo>
                <a:lnTo>
                  <a:pt x="77" y="2152"/>
                </a:lnTo>
                <a:lnTo>
                  <a:pt x="154" y="2075"/>
                </a:lnTo>
                <a:lnTo>
                  <a:pt x="231" y="1998"/>
                </a:lnTo>
                <a:lnTo>
                  <a:pt x="308" y="1921"/>
                </a:lnTo>
                <a:lnTo>
                  <a:pt x="385" y="1845"/>
                </a:lnTo>
                <a:lnTo>
                  <a:pt x="462" y="1768"/>
                </a:lnTo>
                <a:lnTo>
                  <a:pt x="538" y="1691"/>
                </a:lnTo>
                <a:lnTo>
                  <a:pt x="615" y="1614"/>
                </a:lnTo>
                <a:lnTo>
                  <a:pt x="692" y="1537"/>
                </a:lnTo>
                <a:lnTo>
                  <a:pt x="769" y="1460"/>
                </a:lnTo>
                <a:lnTo>
                  <a:pt x="846" y="1383"/>
                </a:lnTo>
                <a:lnTo>
                  <a:pt x="923" y="1307"/>
                </a:lnTo>
                <a:lnTo>
                  <a:pt x="1000" y="1230"/>
                </a:lnTo>
                <a:lnTo>
                  <a:pt x="1076" y="1153"/>
                </a:lnTo>
                <a:lnTo>
                  <a:pt x="1153" y="1076"/>
                </a:lnTo>
                <a:lnTo>
                  <a:pt x="1230" y="999"/>
                </a:lnTo>
                <a:lnTo>
                  <a:pt x="1307" y="922"/>
                </a:lnTo>
                <a:lnTo>
                  <a:pt x="1384" y="845"/>
                </a:lnTo>
                <a:lnTo>
                  <a:pt x="1461" y="769"/>
                </a:lnTo>
                <a:lnTo>
                  <a:pt x="1538" y="692"/>
                </a:lnTo>
                <a:lnTo>
                  <a:pt x="1614" y="615"/>
                </a:lnTo>
                <a:lnTo>
                  <a:pt x="1691" y="538"/>
                </a:lnTo>
                <a:lnTo>
                  <a:pt x="1768" y="461"/>
                </a:lnTo>
                <a:lnTo>
                  <a:pt x="1846" y="384"/>
                </a:lnTo>
                <a:lnTo>
                  <a:pt x="1923" y="307"/>
                </a:lnTo>
                <a:lnTo>
                  <a:pt x="2000" y="231"/>
                </a:lnTo>
                <a:lnTo>
                  <a:pt x="2077" y="154"/>
                </a:lnTo>
                <a:lnTo>
                  <a:pt x="2153" y="77"/>
                </a:lnTo>
                <a:lnTo>
                  <a:pt x="223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11772360" y="12457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11772360" y="124574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0" y="0"/>
                </a:moveTo>
                <a:lnTo>
                  <a:pt x="154" y="154"/>
                </a:lnTo>
                <a:lnTo>
                  <a:pt x="231" y="231"/>
                </a:lnTo>
                <a:lnTo>
                  <a:pt x="308" y="307"/>
                </a:lnTo>
                <a:lnTo>
                  <a:pt x="462" y="461"/>
                </a:lnTo>
                <a:lnTo>
                  <a:pt x="538" y="538"/>
                </a:lnTo>
                <a:lnTo>
                  <a:pt x="615" y="615"/>
                </a:lnTo>
                <a:lnTo>
                  <a:pt x="692" y="692"/>
                </a:lnTo>
                <a:lnTo>
                  <a:pt x="769" y="768"/>
                </a:lnTo>
                <a:lnTo>
                  <a:pt x="846" y="845"/>
                </a:lnTo>
                <a:lnTo>
                  <a:pt x="1000" y="999"/>
                </a:lnTo>
                <a:lnTo>
                  <a:pt x="1076" y="1076"/>
                </a:lnTo>
                <a:lnTo>
                  <a:pt x="1153" y="1153"/>
                </a:lnTo>
                <a:lnTo>
                  <a:pt x="1307" y="1306"/>
                </a:lnTo>
                <a:lnTo>
                  <a:pt x="1384" y="1383"/>
                </a:lnTo>
                <a:lnTo>
                  <a:pt x="1461" y="1460"/>
                </a:lnTo>
                <a:lnTo>
                  <a:pt x="1614" y="1614"/>
                </a:lnTo>
                <a:lnTo>
                  <a:pt x="1691" y="1691"/>
                </a:lnTo>
                <a:lnTo>
                  <a:pt x="1768" y="1768"/>
                </a:lnTo>
                <a:lnTo>
                  <a:pt x="1846" y="1844"/>
                </a:lnTo>
                <a:lnTo>
                  <a:pt x="1923" y="1921"/>
                </a:lnTo>
                <a:lnTo>
                  <a:pt x="2000" y="1998"/>
                </a:lnTo>
                <a:lnTo>
                  <a:pt x="2153" y="2152"/>
                </a:lnTo>
                <a:lnTo>
                  <a:pt x="223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11772360" y="12457440"/>
            <a:ext cx="0" cy="113472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10969920" y="1245744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0"/>
                </a:moveTo>
                <a:lnTo>
                  <a:pt x="2153" y="77"/>
                </a:lnTo>
                <a:lnTo>
                  <a:pt x="2077" y="154"/>
                </a:lnTo>
                <a:lnTo>
                  <a:pt x="2000" y="231"/>
                </a:lnTo>
                <a:lnTo>
                  <a:pt x="1923" y="307"/>
                </a:lnTo>
                <a:lnTo>
                  <a:pt x="1846" y="384"/>
                </a:lnTo>
                <a:lnTo>
                  <a:pt x="1691" y="538"/>
                </a:lnTo>
                <a:lnTo>
                  <a:pt x="1614" y="615"/>
                </a:lnTo>
                <a:lnTo>
                  <a:pt x="1538" y="692"/>
                </a:lnTo>
                <a:lnTo>
                  <a:pt x="1461" y="768"/>
                </a:lnTo>
                <a:lnTo>
                  <a:pt x="1384" y="845"/>
                </a:lnTo>
                <a:lnTo>
                  <a:pt x="1307" y="922"/>
                </a:lnTo>
                <a:lnTo>
                  <a:pt x="1230" y="999"/>
                </a:lnTo>
                <a:lnTo>
                  <a:pt x="1153" y="1076"/>
                </a:lnTo>
                <a:lnTo>
                  <a:pt x="1076" y="1153"/>
                </a:lnTo>
                <a:lnTo>
                  <a:pt x="1000" y="1230"/>
                </a:lnTo>
                <a:lnTo>
                  <a:pt x="923" y="1306"/>
                </a:lnTo>
                <a:lnTo>
                  <a:pt x="846" y="1383"/>
                </a:lnTo>
                <a:lnTo>
                  <a:pt x="769" y="1460"/>
                </a:lnTo>
                <a:lnTo>
                  <a:pt x="692" y="1537"/>
                </a:lnTo>
                <a:lnTo>
                  <a:pt x="538" y="1691"/>
                </a:lnTo>
                <a:lnTo>
                  <a:pt x="462" y="1768"/>
                </a:lnTo>
                <a:lnTo>
                  <a:pt x="385" y="1844"/>
                </a:lnTo>
                <a:lnTo>
                  <a:pt x="308" y="1921"/>
                </a:lnTo>
                <a:lnTo>
                  <a:pt x="231" y="1998"/>
                </a:lnTo>
                <a:lnTo>
                  <a:pt x="154" y="2075"/>
                </a:lnTo>
                <a:lnTo>
                  <a:pt x="77" y="2152"/>
                </a:lnTo>
                <a:lnTo>
                  <a:pt x="0" y="223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 flipH="1">
            <a:off x="10637640" y="12457440"/>
            <a:ext cx="1134720" cy="0"/>
          </a:xfrm>
          <a:prstGeom prst="line">
            <a:avLst/>
          </a:prstGeom>
          <a:ln w="8640">
            <a:solidFill>
              <a:srgbClr val="7070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320" tIns="-4320" rIns="432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10969920" y="11655000"/>
            <a:ext cx="802800" cy="802800"/>
          </a:xfrm>
          <a:custGeom>
            <a:avLst/>
            <a:gdLst/>
            <a:ahLst/>
            <a:rect l="0" t="0" r="r" b="b"/>
            <a:pathLst>
              <a:path fill="none" w="2230" h="2230">
                <a:moveTo>
                  <a:pt x="2230" y="2230"/>
                </a:moveTo>
                <a:lnTo>
                  <a:pt x="2153" y="2152"/>
                </a:lnTo>
                <a:lnTo>
                  <a:pt x="2077" y="2075"/>
                </a:lnTo>
                <a:lnTo>
                  <a:pt x="1691" y="1691"/>
                </a:lnTo>
                <a:lnTo>
                  <a:pt x="1614" y="1614"/>
                </a:lnTo>
                <a:lnTo>
                  <a:pt x="1538" y="1537"/>
                </a:lnTo>
                <a:lnTo>
                  <a:pt x="1384" y="1383"/>
                </a:lnTo>
                <a:lnTo>
                  <a:pt x="1307" y="1307"/>
                </a:lnTo>
                <a:lnTo>
                  <a:pt x="1230" y="1230"/>
                </a:lnTo>
                <a:lnTo>
                  <a:pt x="1076" y="1076"/>
                </a:lnTo>
                <a:lnTo>
                  <a:pt x="1000" y="999"/>
                </a:lnTo>
                <a:lnTo>
                  <a:pt x="923" y="922"/>
                </a:lnTo>
                <a:lnTo>
                  <a:pt x="538" y="538"/>
                </a:lnTo>
                <a:lnTo>
                  <a:pt x="462" y="461"/>
                </a:lnTo>
                <a:lnTo>
                  <a:pt x="385" y="384"/>
                </a:lnTo>
                <a:lnTo>
                  <a:pt x="231" y="231"/>
                </a:lnTo>
                <a:lnTo>
                  <a:pt x="154" y="154"/>
                </a:lnTo>
                <a:lnTo>
                  <a:pt x="77" y="77"/>
                </a:lnTo>
                <a:lnTo>
                  <a:pt x="0" y="0"/>
                </a:lnTo>
              </a:path>
            </a:pathLst>
          </a:custGeom>
          <a:ln w="8640">
            <a:solidFill>
              <a:srgbClr val="707070"/>
            </a:solidFill>
            <a:round/>
          </a:ln>
        </p:spPr>
        <p:txBody>
          <a:bodyPr lIns="4320" tIns="4320" rIns="4320" bIns="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11181960" y="10828080"/>
            <a:ext cx="1150200" cy="90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10" b="0" u="none" strike="noStrike">
                <a:solidFill>
                  <a:srgbClr val="444444"/>
                </a:solidFill>
                <a:effectLst/>
                <a:uFillTx/>
                <a:latin typeface="Arial"/>
                <a:ea typeface="Arial"/>
              </a:rPr>
              <a:t>new records = 3, species = 1</a:t>
            </a:r>
            <a:endParaRPr lang="en-US" sz="7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11639160" y="11136600"/>
            <a:ext cx="265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12440520" y="11510280"/>
            <a:ext cx="469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12941280" y="12413160"/>
            <a:ext cx="21708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12427560" y="13315680"/>
            <a:ext cx="48816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Southeast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11626560" y="13689720"/>
            <a:ext cx="283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10616040" y="13315680"/>
            <a:ext cx="505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Southwest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10375560" y="12413160"/>
            <a:ext cx="24732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10628640" y="11510280"/>
            <a:ext cx="487800" cy="108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50" b="0" u="none" strike="noStrike">
                <a:solidFill>
                  <a:srgbClr val="222222"/>
                </a:solidFill>
                <a:effectLst/>
                <a:uFillTx/>
                <a:latin typeface="Arial"/>
                <a:ea typeface="Arial"/>
              </a:rPr>
              <a:t>Northwest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10113840" y="11851920"/>
            <a:ext cx="17748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50%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10063080" y="11284920"/>
            <a:ext cx="226800" cy="8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6B6B6B"/>
                </a:solidFill>
                <a:effectLst/>
                <a:uFillTx/>
                <a:latin typeface="Arial"/>
                <a:ea typeface="Arial"/>
              </a:rPr>
              <a:t>100%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order_direction_windrose_facets</dc:title>
</cp:coreProperties>
</file>