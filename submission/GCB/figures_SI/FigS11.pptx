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1328400" cy="69469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66280" y="262800"/>
            <a:ext cx="10194840" cy="109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66280" y="1541160"/>
            <a:ext cx="10194840" cy="381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1328480" cy="6946920"/>
          </a:xfrm>
          <a:custGeom>
            <a:avLst/>
            <a:gdLst/>
            <a:ahLst/>
            <a:rect l="0" t="0" r="r" b="b"/>
            <a:pathLst>
              <a:path w="31468" h="19297">
                <a:moveTo>
                  <a:pt x="0" y="0"/>
                </a:moveTo>
                <a:lnTo>
                  <a:pt x="31468" y="0"/>
                </a:lnTo>
                <a:lnTo>
                  <a:pt x="31468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1328480" cy="6946920"/>
          </a:xfrm>
          <a:custGeom>
            <a:avLst/>
            <a:gdLst/>
            <a:ahLst/>
            <a:rect l="0" t="0" r="r" b="b"/>
            <a:pathLst>
              <a:path w="31468" h="19297">
                <a:moveTo>
                  <a:pt x="0" y="0"/>
                </a:moveTo>
                <a:lnTo>
                  <a:pt x="31468" y="0"/>
                </a:lnTo>
                <a:lnTo>
                  <a:pt x="31468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11189520" cy="3309480"/>
          </a:xfrm>
          <a:custGeom>
            <a:avLst/>
            <a:gdLst/>
            <a:ahLst/>
            <a:rect l="0" t="0" r="r" b="b"/>
            <a:pathLst>
              <a:path w="31082" h="9193">
                <a:moveTo>
                  <a:pt x="0" y="0"/>
                </a:moveTo>
                <a:lnTo>
                  <a:pt x="31082" y="0"/>
                </a:lnTo>
                <a:lnTo>
                  <a:pt x="31082" y="9193"/>
                </a:lnTo>
                <a:lnTo>
                  <a:pt x="0" y="91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1326240" y="926280"/>
            <a:ext cx="2326680" cy="2059560"/>
          </a:xfrm>
          <a:custGeom>
            <a:avLst/>
            <a:gdLst/>
            <a:ahLst/>
            <a:rect l="0" t="0" r="r" b="b"/>
            <a:pathLst>
              <a:path w="6463" h="5721">
                <a:moveTo>
                  <a:pt x="0" y="0"/>
                </a:moveTo>
                <a:lnTo>
                  <a:pt x="6463" y="0"/>
                </a:lnTo>
                <a:lnTo>
                  <a:pt x="6463" y="5721"/>
                </a:lnTo>
                <a:lnTo>
                  <a:pt x="0" y="57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1425600" y="1019880"/>
            <a:ext cx="1988640" cy="1872360"/>
          </a:xfrm>
          <a:custGeom>
            <a:avLst/>
            <a:gdLst/>
            <a:ahLst/>
            <a:rect l="0" t="0" r="r" b="b"/>
            <a:pathLst>
              <a:path w="5524" h="5201">
                <a:moveTo>
                  <a:pt x="0" y="5161"/>
                </a:moveTo>
                <a:lnTo>
                  <a:pt x="11" y="5158"/>
                </a:lnTo>
                <a:lnTo>
                  <a:pt x="21" y="5155"/>
                </a:lnTo>
                <a:lnTo>
                  <a:pt x="32" y="5152"/>
                </a:lnTo>
                <a:lnTo>
                  <a:pt x="54" y="5145"/>
                </a:lnTo>
                <a:lnTo>
                  <a:pt x="65" y="5141"/>
                </a:lnTo>
                <a:lnTo>
                  <a:pt x="75" y="5138"/>
                </a:lnTo>
                <a:lnTo>
                  <a:pt x="86" y="5134"/>
                </a:lnTo>
                <a:lnTo>
                  <a:pt x="97" y="5130"/>
                </a:lnTo>
                <a:lnTo>
                  <a:pt x="108" y="5126"/>
                </a:lnTo>
                <a:lnTo>
                  <a:pt x="130" y="5117"/>
                </a:lnTo>
                <a:lnTo>
                  <a:pt x="140" y="5113"/>
                </a:lnTo>
                <a:lnTo>
                  <a:pt x="151" y="5108"/>
                </a:lnTo>
                <a:lnTo>
                  <a:pt x="162" y="5103"/>
                </a:lnTo>
                <a:lnTo>
                  <a:pt x="173" y="5099"/>
                </a:lnTo>
                <a:lnTo>
                  <a:pt x="184" y="5093"/>
                </a:lnTo>
                <a:lnTo>
                  <a:pt x="194" y="5088"/>
                </a:lnTo>
                <a:lnTo>
                  <a:pt x="205" y="5083"/>
                </a:lnTo>
                <a:lnTo>
                  <a:pt x="216" y="5077"/>
                </a:lnTo>
                <a:lnTo>
                  <a:pt x="227" y="5072"/>
                </a:lnTo>
                <a:lnTo>
                  <a:pt x="238" y="5066"/>
                </a:lnTo>
                <a:lnTo>
                  <a:pt x="248" y="5060"/>
                </a:lnTo>
                <a:lnTo>
                  <a:pt x="259" y="5054"/>
                </a:lnTo>
                <a:lnTo>
                  <a:pt x="270" y="5048"/>
                </a:lnTo>
                <a:lnTo>
                  <a:pt x="281" y="5041"/>
                </a:lnTo>
                <a:lnTo>
                  <a:pt x="292" y="5035"/>
                </a:lnTo>
                <a:lnTo>
                  <a:pt x="302" y="5028"/>
                </a:lnTo>
                <a:lnTo>
                  <a:pt x="313" y="5021"/>
                </a:lnTo>
                <a:lnTo>
                  <a:pt x="324" y="5014"/>
                </a:lnTo>
                <a:lnTo>
                  <a:pt x="335" y="5007"/>
                </a:lnTo>
                <a:lnTo>
                  <a:pt x="346" y="4999"/>
                </a:lnTo>
                <a:lnTo>
                  <a:pt x="357" y="4992"/>
                </a:lnTo>
                <a:lnTo>
                  <a:pt x="367" y="4984"/>
                </a:lnTo>
                <a:lnTo>
                  <a:pt x="378" y="4976"/>
                </a:lnTo>
                <a:lnTo>
                  <a:pt x="389" y="4967"/>
                </a:lnTo>
                <a:lnTo>
                  <a:pt x="400" y="4959"/>
                </a:lnTo>
                <a:lnTo>
                  <a:pt x="411" y="4950"/>
                </a:lnTo>
                <a:lnTo>
                  <a:pt x="421" y="4941"/>
                </a:lnTo>
                <a:lnTo>
                  <a:pt x="432" y="4933"/>
                </a:lnTo>
                <a:lnTo>
                  <a:pt x="443" y="4923"/>
                </a:lnTo>
                <a:lnTo>
                  <a:pt x="454" y="4914"/>
                </a:lnTo>
                <a:lnTo>
                  <a:pt x="465" y="4905"/>
                </a:lnTo>
                <a:lnTo>
                  <a:pt x="475" y="4895"/>
                </a:lnTo>
                <a:lnTo>
                  <a:pt x="486" y="4885"/>
                </a:lnTo>
                <a:lnTo>
                  <a:pt x="497" y="4876"/>
                </a:lnTo>
                <a:lnTo>
                  <a:pt x="508" y="4865"/>
                </a:lnTo>
                <a:lnTo>
                  <a:pt x="519" y="4855"/>
                </a:lnTo>
                <a:lnTo>
                  <a:pt x="530" y="4845"/>
                </a:lnTo>
                <a:lnTo>
                  <a:pt x="540" y="4834"/>
                </a:lnTo>
                <a:lnTo>
                  <a:pt x="551" y="4823"/>
                </a:lnTo>
                <a:lnTo>
                  <a:pt x="562" y="4812"/>
                </a:lnTo>
                <a:lnTo>
                  <a:pt x="573" y="4801"/>
                </a:lnTo>
                <a:lnTo>
                  <a:pt x="584" y="4790"/>
                </a:lnTo>
                <a:lnTo>
                  <a:pt x="594" y="4778"/>
                </a:lnTo>
                <a:lnTo>
                  <a:pt x="605" y="4767"/>
                </a:lnTo>
                <a:lnTo>
                  <a:pt x="616" y="4755"/>
                </a:lnTo>
                <a:lnTo>
                  <a:pt x="627" y="4743"/>
                </a:lnTo>
                <a:lnTo>
                  <a:pt x="638" y="4731"/>
                </a:lnTo>
                <a:lnTo>
                  <a:pt x="648" y="4719"/>
                </a:lnTo>
                <a:lnTo>
                  <a:pt x="659" y="4707"/>
                </a:lnTo>
                <a:lnTo>
                  <a:pt x="670" y="4695"/>
                </a:lnTo>
                <a:lnTo>
                  <a:pt x="681" y="4682"/>
                </a:lnTo>
                <a:lnTo>
                  <a:pt x="692" y="4670"/>
                </a:lnTo>
                <a:lnTo>
                  <a:pt x="702" y="4657"/>
                </a:lnTo>
                <a:lnTo>
                  <a:pt x="713" y="4644"/>
                </a:lnTo>
                <a:lnTo>
                  <a:pt x="724" y="4631"/>
                </a:lnTo>
                <a:lnTo>
                  <a:pt x="735" y="4618"/>
                </a:lnTo>
                <a:lnTo>
                  <a:pt x="746" y="4605"/>
                </a:lnTo>
                <a:lnTo>
                  <a:pt x="757" y="4592"/>
                </a:lnTo>
                <a:lnTo>
                  <a:pt x="767" y="4578"/>
                </a:lnTo>
                <a:lnTo>
                  <a:pt x="778" y="4564"/>
                </a:lnTo>
                <a:lnTo>
                  <a:pt x="789" y="4551"/>
                </a:lnTo>
                <a:lnTo>
                  <a:pt x="800" y="4537"/>
                </a:lnTo>
                <a:lnTo>
                  <a:pt x="811" y="4522"/>
                </a:lnTo>
                <a:lnTo>
                  <a:pt x="821" y="4508"/>
                </a:lnTo>
                <a:lnTo>
                  <a:pt x="832" y="4493"/>
                </a:lnTo>
                <a:lnTo>
                  <a:pt x="843" y="4478"/>
                </a:lnTo>
                <a:lnTo>
                  <a:pt x="854" y="4462"/>
                </a:lnTo>
                <a:lnTo>
                  <a:pt x="865" y="4447"/>
                </a:lnTo>
                <a:lnTo>
                  <a:pt x="875" y="4430"/>
                </a:lnTo>
                <a:lnTo>
                  <a:pt x="886" y="4414"/>
                </a:lnTo>
                <a:lnTo>
                  <a:pt x="897" y="4397"/>
                </a:lnTo>
                <a:lnTo>
                  <a:pt x="908" y="4379"/>
                </a:lnTo>
                <a:lnTo>
                  <a:pt x="919" y="4362"/>
                </a:lnTo>
                <a:lnTo>
                  <a:pt x="929" y="4343"/>
                </a:lnTo>
                <a:lnTo>
                  <a:pt x="940" y="4324"/>
                </a:lnTo>
                <a:lnTo>
                  <a:pt x="951" y="4305"/>
                </a:lnTo>
                <a:lnTo>
                  <a:pt x="962" y="4285"/>
                </a:lnTo>
                <a:lnTo>
                  <a:pt x="973" y="4264"/>
                </a:lnTo>
                <a:lnTo>
                  <a:pt x="984" y="4242"/>
                </a:lnTo>
                <a:lnTo>
                  <a:pt x="994" y="4221"/>
                </a:lnTo>
                <a:lnTo>
                  <a:pt x="1005" y="4198"/>
                </a:lnTo>
                <a:lnTo>
                  <a:pt x="1016" y="4175"/>
                </a:lnTo>
                <a:lnTo>
                  <a:pt x="1027" y="4151"/>
                </a:lnTo>
                <a:lnTo>
                  <a:pt x="1038" y="4127"/>
                </a:lnTo>
                <a:lnTo>
                  <a:pt x="1048" y="4101"/>
                </a:lnTo>
                <a:lnTo>
                  <a:pt x="1059" y="4076"/>
                </a:lnTo>
                <a:lnTo>
                  <a:pt x="1070" y="4049"/>
                </a:lnTo>
                <a:lnTo>
                  <a:pt x="1081" y="4022"/>
                </a:lnTo>
                <a:lnTo>
                  <a:pt x="1092" y="3994"/>
                </a:lnTo>
                <a:lnTo>
                  <a:pt x="1102" y="3966"/>
                </a:lnTo>
                <a:lnTo>
                  <a:pt x="1113" y="3937"/>
                </a:lnTo>
                <a:lnTo>
                  <a:pt x="1124" y="3907"/>
                </a:lnTo>
                <a:lnTo>
                  <a:pt x="1135" y="3877"/>
                </a:lnTo>
                <a:lnTo>
                  <a:pt x="1146" y="3846"/>
                </a:lnTo>
                <a:lnTo>
                  <a:pt x="1156" y="3815"/>
                </a:lnTo>
                <a:lnTo>
                  <a:pt x="1167" y="3784"/>
                </a:lnTo>
                <a:lnTo>
                  <a:pt x="1178" y="3751"/>
                </a:lnTo>
                <a:lnTo>
                  <a:pt x="1189" y="3719"/>
                </a:lnTo>
                <a:lnTo>
                  <a:pt x="1200" y="3686"/>
                </a:lnTo>
                <a:lnTo>
                  <a:pt x="1210" y="3652"/>
                </a:lnTo>
                <a:lnTo>
                  <a:pt x="1221" y="3618"/>
                </a:lnTo>
                <a:lnTo>
                  <a:pt x="1232" y="3584"/>
                </a:lnTo>
                <a:lnTo>
                  <a:pt x="1243" y="3550"/>
                </a:lnTo>
                <a:lnTo>
                  <a:pt x="1254" y="3515"/>
                </a:lnTo>
                <a:lnTo>
                  <a:pt x="1264" y="3480"/>
                </a:lnTo>
                <a:lnTo>
                  <a:pt x="1275" y="3445"/>
                </a:lnTo>
                <a:lnTo>
                  <a:pt x="1286" y="3409"/>
                </a:lnTo>
                <a:lnTo>
                  <a:pt x="1297" y="3373"/>
                </a:lnTo>
                <a:lnTo>
                  <a:pt x="1308" y="3338"/>
                </a:lnTo>
                <a:lnTo>
                  <a:pt x="1319" y="3301"/>
                </a:lnTo>
                <a:lnTo>
                  <a:pt x="1329" y="3265"/>
                </a:lnTo>
                <a:lnTo>
                  <a:pt x="1340" y="3228"/>
                </a:lnTo>
                <a:lnTo>
                  <a:pt x="1351" y="3192"/>
                </a:lnTo>
                <a:lnTo>
                  <a:pt x="1362" y="3155"/>
                </a:lnTo>
                <a:lnTo>
                  <a:pt x="1373" y="3118"/>
                </a:lnTo>
                <a:lnTo>
                  <a:pt x="1383" y="3081"/>
                </a:lnTo>
                <a:lnTo>
                  <a:pt x="1394" y="3043"/>
                </a:lnTo>
                <a:lnTo>
                  <a:pt x="1405" y="3006"/>
                </a:lnTo>
                <a:lnTo>
                  <a:pt x="1416" y="2968"/>
                </a:lnTo>
                <a:lnTo>
                  <a:pt x="1427" y="2930"/>
                </a:lnTo>
                <a:lnTo>
                  <a:pt x="1437" y="2891"/>
                </a:lnTo>
                <a:lnTo>
                  <a:pt x="1448" y="2853"/>
                </a:lnTo>
                <a:lnTo>
                  <a:pt x="1459" y="2814"/>
                </a:lnTo>
                <a:lnTo>
                  <a:pt x="1470" y="2774"/>
                </a:lnTo>
                <a:lnTo>
                  <a:pt x="1481" y="2734"/>
                </a:lnTo>
                <a:lnTo>
                  <a:pt x="1491" y="2694"/>
                </a:lnTo>
                <a:lnTo>
                  <a:pt x="1502" y="2654"/>
                </a:lnTo>
                <a:lnTo>
                  <a:pt x="1513" y="2613"/>
                </a:lnTo>
                <a:lnTo>
                  <a:pt x="1524" y="2572"/>
                </a:lnTo>
                <a:lnTo>
                  <a:pt x="1535" y="2530"/>
                </a:lnTo>
                <a:lnTo>
                  <a:pt x="1545" y="2488"/>
                </a:lnTo>
                <a:lnTo>
                  <a:pt x="1556" y="2445"/>
                </a:lnTo>
                <a:lnTo>
                  <a:pt x="1567" y="2402"/>
                </a:lnTo>
                <a:lnTo>
                  <a:pt x="1578" y="2358"/>
                </a:lnTo>
                <a:lnTo>
                  <a:pt x="1589" y="2314"/>
                </a:lnTo>
                <a:lnTo>
                  <a:pt x="1600" y="2269"/>
                </a:lnTo>
                <a:lnTo>
                  <a:pt x="1610" y="2224"/>
                </a:lnTo>
                <a:lnTo>
                  <a:pt x="1621" y="2178"/>
                </a:lnTo>
                <a:lnTo>
                  <a:pt x="1632" y="2132"/>
                </a:lnTo>
                <a:lnTo>
                  <a:pt x="1643" y="2086"/>
                </a:lnTo>
                <a:lnTo>
                  <a:pt x="1654" y="2038"/>
                </a:lnTo>
                <a:lnTo>
                  <a:pt x="1664" y="1991"/>
                </a:lnTo>
                <a:lnTo>
                  <a:pt x="1675" y="1943"/>
                </a:lnTo>
                <a:lnTo>
                  <a:pt x="1686" y="1895"/>
                </a:lnTo>
                <a:lnTo>
                  <a:pt x="1697" y="1846"/>
                </a:lnTo>
                <a:lnTo>
                  <a:pt x="1708" y="1797"/>
                </a:lnTo>
                <a:lnTo>
                  <a:pt x="1718" y="1748"/>
                </a:lnTo>
                <a:lnTo>
                  <a:pt x="1729" y="1699"/>
                </a:lnTo>
                <a:lnTo>
                  <a:pt x="1740" y="1649"/>
                </a:lnTo>
                <a:lnTo>
                  <a:pt x="1751" y="1600"/>
                </a:lnTo>
                <a:lnTo>
                  <a:pt x="1772" y="1500"/>
                </a:lnTo>
                <a:lnTo>
                  <a:pt x="1783" y="1450"/>
                </a:lnTo>
                <a:lnTo>
                  <a:pt x="1794" y="1401"/>
                </a:lnTo>
                <a:lnTo>
                  <a:pt x="1805" y="1351"/>
                </a:lnTo>
                <a:lnTo>
                  <a:pt x="1816" y="1302"/>
                </a:lnTo>
                <a:lnTo>
                  <a:pt x="1827" y="1253"/>
                </a:lnTo>
                <a:lnTo>
                  <a:pt x="1837" y="1204"/>
                </a:lnTo>
                <a:lnTo>
                  <a:pt x="1848" y="1155"/>
                </a:lnTo>
                <a:lnTo>
                  <a:pt x="1859" y="1107"/>
                </a:lnTo>
                <a:lnTo>
                  <a:pt x="1870" y="1060"/>
                </a:lnTo>
                <a:lnTo>
                  <a:pt x="1881" y="1013"/>
                </a:lnTo>
                <a:lnTo>
                  <a:pt x="1891" y="966"/>
                </a:lnTo>
                <a:lnTo>
                  <a:pt x="1902" y="920"/>
                </a:lnTo>
                <a:lnTo>
                  <a:pt x="1913" y="875"/>
                </a:lnTo>
                <a:lnTo>
                  <a:pt x="1924" y="830"/>
                </a:lnTo>
                <a:lnTo>
                  <a:pt x="1935" y="787"/>
                </a:lnTo>
                <a:lnTo>
                  <a:pt x="1945" y="743"/>
                </a:lnTo>
                <a:lnTo>
                  <a:pt x="1956" y="701"/>
                </a:lnTo>
                <a:lnTo>
                  <a:pt x="1967" y="660"/>
                </a:lnTo>
                <a:lnTo>
                  <a:pt x="1978" y="619"/>
                </a:lnTo>
                <a:lnTo>
                  <a:pt x="1989" y="580"/>
                </a:lnTo>
                <a:lnTo>
                  <a:pt x="2000" y="541"/>
                </a:lnTo>
                <a:lnTo>
                  <a:pt x="2010" y="504"/>
                </a:lnTo>
                <a:lnTo>
                  <a:pt x="2021" y="467"/>
                </a:lnTo>
                <a:lnTo>
                  <a:pt x="2032" y="432"/>
                </a:lnTo>
                <a:lnTo>
                  <a:pt x="2043" y="398"/>
                </a:lnTo>
                <a:lnTo>
                  <a:pt x="2054" y="365"/>
                </a:lnTo>
                <a:lnTo>
                  <a:pt x="2064" y="333"/>
                </a:lnTo>
                <a:lnTo>
                  <a:pt x="2075" y="302"/>
                </a:lnTo>
                <a:lnTo>
                  <a:pt x="2086" y="273"/>
                </a:lnTo>
                <a:lnTo>
                  <a:pt x="2097" y="245"/>
                </a:lnTo>
                <a:lnTo>
                  <a:pt x="2108" y="218"/>
                </a:lnTo>
                <a:lnTo>
                  <a:pt x="2118" y="193"/>
                </a:lnTo>
                <a:lnTo>
                  <a:pt x="2129" y="169"/>
                </a:lnTo>
                <a:lnTo>
                  <a:pt x="2140" y="146"/>
                </a:lnTo>
                <a:lnTo>
                  <a:pt x="2151" y="125"/>
                </a:lnTo>
                <a:lnTo>
                  <a:pt x="2162" y="106"/>
                </a:lnTo>
                <a:lnTo>
                  <a:pt x="2172" y="88"/>
                </a:lnTo>
                <a:lnTo>
                  <a:pt x="2183" y="71"/>
                </a:lnTo>
                <a:lnTo>
                  <a:pt x="2194" y="57"/>
                </a:lnTo>
                <a:lnTo>
                  <a:pt x="2205" y="44"/>
                </a:lnTo>
                <a:lnTo>
                  <a:pt x="2216" y="32"/>
                </a:lnTo>
                <a:lnTo>
                  <a:pt x="2226" y="22"/>
                </a:lnTo>
                <a:lnTo>
                  <a:pt x="2237" y="14"/>
                </a:lnTo>
                <a:lnTo>
                  <a:pt x="2248" y="8"/>
                </a:lnTo>
                <a:lnTo>
                  <a:pt x="2259" y="4"/>
                </a:lnTo>
                <a:lnTo>
                  <a:pt x="2270" y="1"/>
                </a:lnTo>
                <a:lnTo>
                  <a:pt x="2280" y="0"/>
                </a:lnTo>
                <a:lnTo>
                  <a:pt x="2291" y="1"/>
                </a:lnTo>
                <a:lnTo>
                  <a:pt x="2302" y="3"/>
                </a:lnTo>
                <a:lnTo>
                  <a:pt x="2313" y="8"/>
                </a:lnTo>
                <a:lnTo>
                  <a:pt x="2324" y="14"/>
                </a:lnTo>
                <a:lnTo>
                  <a:pt x="2335" y="23"/>
                </a:lnTo>
                <a:lnTo>
                  <a:pt x="2345" y="33"/>
                </a:lnTo>
                <a:lnTo>
                  <a:pt x="2356" y="44"/>
                </a:lnTo>
                <a:lnTo>
                  <a:pt x="2367" y="58"/>
                </a:lnTo>
                <a:lnTo>
                  <a:pt x="2378" y="74"/>
                </a:lnTo>
                <a:lnTo>
                  <a:pt x="2389" y="91"/>
                </a:lnTo>
                <a:lnTo>
                  <a:pt x="2399" y="110"/>
                </a:lnTo>
                <a:lnTo>
                  <a:pt x="2410" y="130"/>
                </a:lnTo>
                <a:lnTo>
                  <a:pt x="2421" y="153"/>
                </a:lnTo>
                <a:lnTo>
                  <a:pt x="2432" y="176"/>
                </a:lnTo>
                <a:lnTo>
                  <a:pt x="2443" y="202"/>
                </a:lnTo>
                <a:lnTo>
                  <a:pt x="2453" y="229"/>
                </a:lnTo>
                <a:lnTo>
                  <a:pt x="2464" y="257"/>
                </a:lnTo>
                <a:lnTo>
                  <a:pt x="2475" y="286"/>
                </a:lnTo>
                <a:lnTo>
                  <a:pt x="2486" y="318"/>
                </a:lnTo>
                <a:lnTo>
                  <a:pt x="2497" y="350"/>
                </a:lnTo>
                <a:lnTo>
                  <a:pt x="2507" y="384"/>
                </a:lnTo>
                <a:lnTo>
                  <a:pt x="2518" y="418"/>
                </a:lnTo>
                <a:lnTo>
                  <a:pt x="2529" y="454"/>
                </a:lnTo>
                <a:lnTo>
                  <a:pt x="2540" y="491"/>
                </a:lnTo>
                <a:lnTo>
                  <a:pt x="2551" y="528"/>
                </a:lnTo>
                <a:lnTo>
                  <a:pt x="2561" y="567"/>
                </a:lnTo>
                <a:lnTo>
                  <a:pt x="2572" y="606"/>
                </a:lnTo>
                <a:lnTo>
                  <a:pt x="2583" y="646"/>
                </a:lnTo>
                <a:lnTo>
                  <a:pt x="2594" y="686"/>
                </a:lnTo>
                <a:lnTo>
                  <a:pt x="2605" y="727"/>
                </a:lnTo>
                <a:lnTo>
                  <a:pt x="2615" y="769"/>
                </a:lnTo>
                <a:lnTo>
                  <a:pt x="2626" y="811"/>
                </a:lnTo>
                <a:lnTo>
                  <a:pt x="2637" y="853"/>
                </a:lnTo>
                <a:lnTo>
                  <a:pt x="2648" y="896"/>
                </a:lnTo>
                <a:lnTo>
                  <a:pt x="2659" y="939"/>
                </a:lnTo>
                <a:lnTo>
                  <a:pt x="2670" y="982"/>
                </a:lnTo>
                <a:lnTo>
                  <a:pt x="2691" y="1068"/>
                </a:lnTo>
                <a:lnTo>
                  <a:pt x="2702" y="1111"/>
                </a:lnTo>
                <a:lnTo>
                  <a:pt x="2713" y="1154"/>
                </a:lnTo>
                <a:lnTo>
                  <a:pt x="2724" y="1197"/>
                </a:lnTo>
                <a:lnTo>
                  <a:pt x="2734" y="1240"/>
                </a:lnTo>
                <a:lnTo>
                  <a:pt x="2745" y="1282"/>
                </a:lnTo>
                <a:lnTo>
                  <a:pt x="2756" y="1324"/>
                </a:lnTo>
                <a:lnTo>
                  <a:pt x="2767" y="1366"/>
                </a:lnTo>
                <a:lnTo>
                  <a:pt x="2778" y="1408"/>
                </a:lnTo>
                <a:lnTo>
                  <a:pt x="2788" y="1449"/>
                </a:lnTo>
                <a:lnTo>
                  <a:pt x="2799" y="1490"/>
                </a:lnTo>
                <a:lnTo>
                  <a:pt x="2810" y="1530"/>
                </a:lnTo>
                <a:lnTo>
                  <a:pt x="2821" y="1570"/>
                </a:lnTo>
                <a:lnTo>
                  <a:pt x="2832" y="1609"/>
                </a:lnTo>
                <a:lnTo>
                  <a:pt x="2842" y="1648"/>
                </a:lnTo>
                <a:lnTo>
                  <a:pt x="2853" y="1686"/>
                </a:lnTo>
                <a:lnTo>
                  <a:pt x="2864" y="1724"/>
                </a:lnTo>
                <a:lnTo>
                  <a:pt x="2875" y="1760"/>
                </a:lnTo>
                <a:lnTo>
                  <a:pt x="2886" y="1797"/>
                </a:lnTo>
                <a:lnTo>
                  <a:pt x="2897" y="1832"/>
                </a:lnTo>
                <a:lnTo>
                  <a:pt x="2907" y="1867"/>
                </a:lnTo>
                <a:lnTo>
                  <a:pt x="2918" y="1902"/>
                </a:lnTo>
                <a:lnTo>
                  <a:pt x="2929" y="1935"/>
                </a:lnTo>
                <a:lnTo>
                  <a:pt x="2940" y="1968"/>
                </a:lnTo>
                <a:lnTo>
                  <a:pt x="2951" y="2000"/>
                </a:lnTo>
                <a:lnTo>
                  <a:pt x="2961" y="2031"/>
                </a:lnTo>
                <a:lnTo>
                  <a:pt x="2972" y="2062"/>
                </a:lnTo>
                <a:lnTo>
                  <a:pt x="2983" y="2092"/>
                </a:lnTo>
                <a:lnTo>
                  <a:pt x="2994" y="2121"/>
                </a:lnTo>
                <a:lnTo>
                  <a:pt x="3005" y="2149"/>
                </a:lnTo>
                <a:lnTo>
                  <a:pt x="3015" y="2176"/>
                </a:lnTo>
                <a:lnTo>
                  <a:pt x="3026" y="2203"/>
                </a:lnTo>
                <a:lnTo>
                  <a:pt x="3037" y="2229"/>
                </a:lnTo>
                <a:lnTo>
                  <a:pt x="3048" y="2254"/>
                </a:lnTo>
                <a:lnTo>
                  <a:pt x="3059" y="2278"/>
                </a:lnTo>
                <a:lnTo>
                  <a:pt x="3070" y="2302"/>
                </a:lnTo>
                <a:lnTo>
                  <a:pt x="3080" y="2324"/>
                </a:lnTo>
                <a:lnTo>
                  <a:pt x="3091" y="2347"/>
                </a:lnTo>
                <a:lnTo>
                  <a:pt x="3102" y="2368"/>
                </a:lnTo>
                <a:lnTo>
                  <a:pt x="3113" y="2388"/>
                </a:lnTo>
                <a:lnTo>
                  <a:pt x="3124" y="2408"/>
                </a:lnTo>
                <a:lnTo>
                  <a:pt x="3134" y="2427"/>
                </a:lnTo>
                <a:lnTo>
                  <a:pt x="3145" y="2446"/>
                </a:lnTo>
                <a:lnTo>
                  <a:pt x="3156" y="2464"/>
                </a:lnTo>
                <a:lnTo>
                  <a:pt x="3167" y="2481"/>
                </a:lnTo>
                <a:lnTo>
                  <a:pt x="3178" y="2498"/>
                </a:lnTo>
                <a:lnTo>
                  <a:pt x="3188" y="2514"/>
                </a:lnTo>
                <a:lnTo>
                  <a:pt x="3199" y="2530"/>
                </a:lnTo>
                <a:lnTo>
                  <a:pt x="3210" y="2546"/>
                </a:lnTo>
                <a:lnTo>
                  <a:pt x="3221" y="2561"/>
                </a:lnTo>
                <a:lnTo>
                  <a:pt x="3232" y="2575"/>
                </a:lnTo>
                <a:lnTo>
                  <a:pt x="3243" y="2590"/>
                </a:lnTo>
                <a:lnTo>
                  <a:pt x="3253" y="2604"/>
                </a:lnTo>
                <a:lnTo>
                  <a:pt x="3264" y="2618"/>
                </a:lnTo>
                <a:lnTo>
                  <a:pt x="3275" y="2631"/>
                </a:lnTo>
                <a:lnTo>
                  <a:pt x="3286" y="2645"/>
                </a:lnTo>
                <a:lnTo>
                  <a:pt x="3297" y="2658"/>
                </a:lnTo>
                <a:lnTo>
                  <a:pt x="3307" y="2672"/>
                </a:lnTo>
                <a:lnTo>
                  <a:pt x="3318" y="2685"/>
                </a:lnTo>
                <a:lnTo>
                  <a:pt x="3340" y="2712"/>
                </a:lnTo>
                <a:lnTo>
                  <a:pt x="3351" y="2726"/>
                </a:lnTo>
                <a:lnTo>
                  <a:pt x="3361" y="2740"/>
                </a:lnTo>
                <a:lnTo>
                  <a:pt x="3372" y="2754"/>
                </a:lnTo>
                <a:lnTo>
                  <a:pt x="3383" y="2768"/>
                </a:lnTo>
                <a:lnTo>
                  <a:pt x="3394" y="2783"/>
                </a:lnTo>
                <a:lnTo>
                  <a:pt x="3405" y="2797"/>
                </a:lnTo>
                <a:lnTo>
                  <a:pt x="3415" y="2812"/>
                </a:lnTo>
                <a:lnTo>
                  <a:pt x="3426" y="2828"/>
                </a:lnTo>
                <a:lnTo>
                  <a:pt x="3437" y="2844"/>
                </a:lnTo>
                <a:lnTo>
                  <a:pt x="3448" y="2860"/>
                </a:lnTo>
                <a:lnTo>
                  <a:pt x="3459" y="2877"/>
                </a:lnTo>
                <a:lnTo>
                  <a:pt x="3469" y="2894"/>
                </a:lnTo>
                <a:lnTo>
                  <a:pt x="3480" y="2912"/>
                </a:lnTo>
                <a:lnTo>
                  <a:pt x="3491" y="2930"/>
                </a:lnTo>
                <a:lnTo>
                  <a:pt x="3502" y="2949"/>
                </a:lnTo>
                <a:lnTo>
                  <a:pt x="3513" y="2968"/>
                </a:lnTo>
                <a:lnTo>
                  <a:pt x="3524" y="2988"/>
                </a:lnTo>
                <a:lnTo>
                  <a:pt x="3534" y="3008"/>
                </a:lnTo>
                <a:lnTo>
                  <a:pt x="3545" y="3028"/>
                </a:lnTo>
                <a:lnTo>
                  <a:pt x="3556" y="3049"/>
                </a:lnTo>
                <a:lnTo>
                  <a:pt x="3567" y="3071"/>
                </a:lnTo>
                <a:lnTo>
                  <a:pt x="3578" y="3093"/>
                </a:lnTo>
                <a:lnTo>
                  <a:pt x="3588" y="3115"/>
                </a:lnTo>
                <a:lnTo>
                  <a:pt x="3599" y="3138"/>
                </a:lnTo>
                <a:lnTo>
                  <a:pt x="3610" y="3161"/>
                </a:lnTo>
                <a:lnTo>
                  <a:pt x="3621" y="3185"/>
                </a:lnTo>
                <a:lnTo>
                  <a:pt x="3632" y="3209"/>
                </a:lnTo>
                <a:lnTo>
                  <a:pt x="3642" y="3233"/>
                </a:lnTo>
                <a:lnTo>
                  <a:pt x="3653" y="3258"/>
                </a:lnTo>
                <a:lnTo>
                  <a:pt x="3664" y="3282"/>
                </a:lnTo>
                <a:lnTo>
                  <a:pt x="3675" y="3308"/>
                </a:lnTo>
                <a:lnTo>
                  <a:pt x="3686" y="3333"/>
                </a:lnTo>
                <a:lnTo>
                  <a:pt x="3696" y="3359"/>
                </a:lnTo>
                <a:lnTo>
                  <a:pt x="3707" y="3384"/>
                </a:lnTo>
                <a:lnTo>
                  <a:pt x="3718" y="3410"/>
                </a:lnTo>
                <a:lnTo>
                  <a:pt x="3729" y="3436"/>
                </a:lnTo>
                <a:lnTo>
                  <a:pt x="3740" y="3462"/>
                </a:lnTo>
                <a:lnTo>
                  <a:pt x="3761" y="3514"/>
                </a:lnTo>
                <a:lnTo>
                  <a:pt x="3772" y="3540"/>
                </a:lnTo>
                <a:lnTo>
                  <a:pt x="3783" y="3566"/>
                </a:lnTo>
                <a:lnTo>
                  <a:pt x="3794" y="3592"/>
                </a:lnTo>
                <a:lnTo>
                  <a:pt x="3804" y="3618"/>
                </a:lnTo>
                <a:lnTo>
                  <a:pt x="3815" y="3643"/>
                </a:lnTo>
                <a:lnTo>
                  <a:pt x="3826" y="3669"/>
                </a:lnTo>
                <a:lnTo>
                  <a:pt x="3837" y="3694"/>
                </a:lnTo>
                <a:lnTo>
                  <a:pt x="3848" y="3719"/>
                </a:lnTo>
                <a:lnTo>
                  <a:pt x="3859" y="3743"/>
                </a:lnTo>
                <a:lnTo>
                  <a:pt x="3869" y="3767"/>
                </a:lnTo>
                <a:lnTo>
                  <a:pt x="3880" y="3791"/>
                </a:lnTo>
                <a:lnTo>
                  <a:pt x="3891" y="3815"/>
                </a:lnTo>
                <a:lnTo>
                  <a:pt x="3902" y="3838"/>
                </a:lnTo>
                <a:lnTo>
                  <a:pt x="3913" y="3861"/>
                </a:lnTo>
                <a:lnTo>
                  <a:pt x="3923" y="3884"/>
                </a:lnTo>
                <a:lnTo>
                  <a:pt x="3934" y="3906"/>
                </a:lnTo>
                <a:lnTo>
                  <a:pt x="3945" y="3927"/>
                </a:lnTo>
                <a:lnTo>
                  <a:pt x="3956" y="3949"/>
                </a:lnTo>
                <a:lnTo>
                  <a:pt x="3967" y="3969"/>
                </a:lnTo>
                <a:lnTo>
                  <a:pt x="3977" y="3990"/>
                </a:lnTo>
                <a:lnTo>
                  <a:pt x="3988" y="4010"/>
                </a:lnTo>
                <a:lnTo>
                  <a:pt x="3999" y="4030"/>
                </a:lnTo>
                <a:lnTo>
                  <a:pt x="4010" y="4049"/>
                </a:lnTo>
                <a:lnTo>
                  <a:pt x="4021" y="4068"/>
                </a:lnTo>
                <a:lnTo>
                  <a:pt x="4031" y="4086"/>
                </a:lnTo>
                <a:lnTo>
                  <a:pt x="4042" y="4104"/>
                </a:lnTo>
                <a:lnTo>
                  <a:pt x="4053" y="4122"/>
                </a:lnTo>
                <a:lnTo>
                  <a:pt x="4064" y="4139"/>
                </a:lnTo>
                <a:lnTo>
                  <a:pt x="4075" y="4156"/>
                </a:lnTo>
                <a:lnTo>
                  <a:pt x="4085" y="4173"/>
                </a:lnTo>
                <a:lnTo>
                  <a:pt x="4096" y="4189"/>
                </a:lnTo>
                <a:lnTo>
                  <a:pt x="4107" y="4205"/>
                </a:lnTo>
                <a:lnTo>
                  <a:pt x="4118" y="4221"/>
                </a:lnTo>
                <a:lnTo>
                  <a:pt x="4129" y="4237"/>
                </a:lnTo>
                <a:lnTo>
                  <a:pt x="4140" y="4252"/>
                </a:lnTo>
                <a:lnTo>
                  <a:pt x="4150" y="4268"/>
                </a:lnTo>
                <a:lnTo>
                  <a:pt x="4161" y="4283"/>
                </a:lnTo>
                <a:lnTo>
                  <a:pt x="4172" y="4298"/>
                </a:lnTo>
                <a:lnTo>
                  <a:pt x="4183" y="4313"/>
                </a:lnTo>
                <a:lnTo>
                  <a:pt x="4194" y="4327"/>
                </a:lnTo>
                <a:lnTo>
                  <a:pt x="4204" y="4342"/>
                </a:lnTo>
                <a:lnTo>
                  <a:pt x="4215" y="4357"/>
                </a:lnTo>
                <a:lnTo>
                  <a:pt x="4226" y="4372"/>
                </a:lnTo>
                <a:lnTo>
                  <a:pt x="4237" y="4386"/>
                </a:lnTo>
                <a:lnTo>
                  <a:pt x="4258" y="4415"/>
                </a:lnTo>
                <a:lnTo>
                  <a:pt x="4269" y="4430"/>
                </a:lnTo>
                <a:lnTo>
                  <a:pt x="4280" y="4445"/>
                </a:lnTo>
                <a:lnTo>
                  <a:pt x="4291" y="4460"/>
                </a:lnTo>
                <a:lnTo>
                  <a:pt x="4302" y="4474"/>
                </a:lnTo>
                <a:lnTo>
                  <a:pt x="4313" y="4489"/>
                </a:lnTo>
                <a:lnTo>
                  <a:pt x="4323" y="4504"/>
                </a:lnTo>
                <a:lnTo>
                  <a:pt x="4335" y="4519"/>
                </a:lnTo>
                <a:lnTo>
                  <a:pt x="4346" y="4534"/>
                </a:lnTo>
                <a:lnTo>
                  <a:pt x="4357" y="4549"/>
                </a:lnTo>
                <a:lnTo>
                  <a:pt x="4368" y="4564"/>
                </a:lnTo>
                <a:lnTo>
                  <a:pt x="4378" y="4579"/>
                </a:lnTo>
                <a:lnTo>
                  <a:pt x="4389" y="4594"/>
                </a:lnTo>
                <a:lnTo>
                  <a:pt x="4411" y="4625"/>
                </a:lnTo>
                <a:lnTo>
                  <a:pt x="4422" y="4640"/>
                </a:lnTo>
                <a:lnTo>
                  <a:pt x="4432" y="4655"/>
                </a:lnTo>
                <a:lnTo>
                  <a:pt x="4443" y="4670"/>
                </a:lnTo>
                <a:lnTo>
                  <a:pt x="4454" y="4685"/>
                </a:lnTo>
                <a:lnTo>
                  <a:pt x="4465" y="4700"/>
                </a:lnTo>
                <a:lnTo>
                  <a:pt x="4476" y="4714"/>
                </a:lnTo>
                <a:lnTo>
                  <a:pt x="4486" y="4729"/>
                </a:lnTo>
                <a:lnTo>
                  <a:pt x="4497" y="4743"/>
                </a:lnTo>
                <a:lnTo>
                  <a:pt x="4508" y="4758"/>
                </a:lnTo>
                <a:lnTo>
                  <a:pt x="4519" y="4772"/>
                </a:lnTo>
                <a:lnTo>
                  <a:pt x="4530" y="4786"/>
                </a:lnTo>
                <a:lnTo>
                  <a:pt x="4541" y="4799"/>
                </a:lnTo>
                <a:lnTo>
                  <a:pt x="4551" y="4813"/>
                </a:lnTo>
                <a:lnTo>
                  <a:pt x="4562" y="4826"/>
                </a:lnTo>
                <a:lnTo>
                  <a:pt x="4573" y="4839"/>
                </a:lnTo>
                <a:lnTo>
                  <a:pt x="4584" y="4851"/>
                </a:lnTo>
                <a:lnTo>
                  <a:pt x="4595" y="4864"/>
                </a:lnTo>
                <a:lnTo>
                  <a:pt x="4605" y="4876"/>
                </a:lnTo>
                <a:lnTo>
                  <a:pt x="4616" y="4887"/>
                </a:lnTo>
                <a:lnTo>
                  <a:pt x="4627" y="4898"/>
                </a:lnTo>
                <a:lnTo>
                  <a:pt x="4638" y="4909"/>
                </a:lnTo>
                <a:lnTo>
                  <a:pt x="4649" y="4920"/>
                </a:lnTo>
                <a:lnTo>
                  <a:pt x="4659" y="4930"/>
                </a:lnTo>
                <a:lnTo>
                  <a:pt x="4670" y="4940"/>
                </a:lnTo>
                <a:lnTo>
                  <a:pt x="4681" y="4949"/>
                </a:lnTo>
                <a:lnTo>
                  <a:pt x="4692" y="4958"/>
                </a:lnTo>
                <a:lnTo>
                  <a:pt x="4703" y="4967"/>
                </a:lnTo>
                <a:lnTo>
                  <a:pt x="4713" y="4976"/>
                </a:lnTo>
                <a:lnTo>
                  <a:pt x="4724" y="4984"/>
                </a:lnTo>
                <a:lnTo>
                  <a:pt x="4735" y="4992"/>
                </a:lnTo>
                <a:lnTo>
                  <a:pt x="4746" y="4999"/>
                </a:lnTo>
                <a:lnTo>
                  <a:pt x="4757" y="5006"/>
                </a:lnTo>
                <a:lnTo>
                  <a:pt x="4767" y="5012"/>
                </a:lnTo>
                <a:lnTo>
                  <a:pt x="4778" y="5018"/>
                </a:lnTo>
                <a:lnTo>
                  <a:pt x="4789" y="5024"/>
                </a:lnTo>
                <a:lnTo>
                  <a:pt x="4800" y="5029"/>
                </a:lnTo>
                <a:lnTo>
                  <a:pt x="4811" y="5034"/>
                </a:lnTo>
                <a:lnTo>
                  <a:pt x="4821" y="5039"/>
                </a:lnTo>
                <a:lnTo>
                  <a:pt x="4832" y="5043"/>
                </a:lnTo>
                <a:lnTo>
                  <a:pt x="4843" y="5048"/>
                </a:lnTo>
                <a:lnTo>
                  <a:pt x="4854" y="5052"/>
                </a:lnTo>
                <a:lnTo>
                  <a:pt x="4865" y="5055"/>
                </a:lnTo>
                <a:lnTo>
                  <a:pt x="4876" y="5059"/>
                </a:lnTo>
                <a:lnTo>
                  <a:pt x="4886" y="5062"/>
                </a:lnTo>
                <a:lnTo>
                  <a:pt x="4908" y="5068"/>
                </a:lnTo>
                <a:lnTo>
                  <a:pt x="4919" y="5070"/>
                </a:lnTo>
                <a:lnTo>
                  <a:pt x="4930" y="5073"/>
                </a:lnTo>
                <a:lnTo>
                  <a:pt x="4940" y="5075"/>
                </a:lnTo>
                <a:lnTo>
                  <a:pt x="4951" y="5078"/>
                </a:lnTo>
                <a:lnTo>
                  <a:pt x="4962" y="5080"/>
                </a:lnTo>
                <a:lnTo>
                  <a:pt x="4984" y="5084"/>
                </a:lnTo>
                <a:lnTo>
                  <a:pt x="4994" y="5086"/>
                </a:lnTo>
                <a:lnTo>
                  <a:pt x="5005" y="5088"/>
                </a:lnTo>
                <a:lnTo>
                  <a:pt x="5016" y="5089"/>
                </a:lnTo>
                <a:lnTo>
                  <a:pt x="5027" y="5091"/>
                </a:lnTo>
                <a:lnTo>
                  <a:pt x="5038" y="5093"/>
                </a:lnTo>
                <a:lnTo>
                  <a:pt x="5048" y="5095"/>
                </a:lnTo>
                <a:lnTo>
                  <a:pt x="5059" y="5097"/>
                </a:lnTo>
                <a:lnTo>
                  <a:pt x="5081" y="5100"/>
                </a:lnTo>
                <a:lnTo>
                  <a:pt x="5092" y="5102"/>
                </a:lnTo>
                <a:lnTo>
                  <a:pt x="5102" y="5104"/>
                </a:lnTo>
                <a:lnTo>
                  <a:pt x="5113" y="5106"/>
                </a:lnTo>
                <a:lnTo>
                  <a:pt x="5124" y="5108"/>
                </a:lnTo>
                <a:lnTo>
                  <a:pt x="5135" y="5110"/>
                </a:lnTo>
                <a:lnTo>
                  <a:pt x="5146" y="5112"/>
                </a:lnTo>
                <a:lnTo>
                  <a:pt x="5156" y="5115"/>
                </a:lnTo>
                <a:lnTo>
                  <a:pt x="5167" y="5117"/>
                </a:lnTo>
                <a:lnTo>
                  <a:pt x="5178" y="5119"/>
                </a:lnTo>
                <a:lnTo>
                  <a:pt x="5189" y="5121"/>
                </a:lnTo>
                <a:lnTo>
                  <a:pt x="5200" y="5123"/>
                </a:lnTo>
                <a:lnTo>
                  <a:pt x="5211" y="5126"/>
                </a:lnTo>
                <a:lnTo>
                  <a:pt x="5221" y="5128"/>
                </a:lnTo>
                <a:lnTo>
                  <a:pt x="5232" y="5131"/>
                </a:lnTo>
                <a:lnTo>
                  <a:pt x="5243" y="5133"/>
                </a:lnTo>
                <a:lnTo>
                  <a:pt x="5254" y="5136"/>
                </a:lnTo>
                <a:lnTo>
                  <a:pt x="5265" y="5138"/>
                </a:lnTo>
                <a:lnTo>
                  <a:pt x="5275" y="5140"/>
                </a:lnTo>
                <a:lnTo>
                  <a:pt x="5286" y="5143"/>
                </a:lnTo>
                <a:lnTo>
                  <a:pt x="5297" y="5145"/>
                </a:lnTo>
                <a:lnTo>
                  <a:pt x="5308" y="5148"/>
                </a:lnTo>
                <a:lnTo>
                  <a:pt x="5319" y="5150"/>
                </a:lnTo>
                <a:lnTo>
                  <a:pt x="5329" y="5153"/>
                </a:lnTo>
                <a:lnTo>
                  <a:pt x="5340" y="5155"/>
                </a:lnTo>
                <a:lnTo>
                  <a:pt x="5351" y="5157"/>
                </a:lnTo>
                <a:lnTo>
                  <a:pt x="5362" y="5160"/>
                </a:lnTo>
                <a:lnTo>
                  <a:pt x="5373" y="5162"/>
                </a:lnTo>
                <a:lnTo>
                  <a:pt x="5384" y="5164"/>
                </a:lnTo>
                <a:lnTo>
                  <a:pt x="5405" y="5168"/>
                </a:lnTo>
                <a:lnTo>
                  <a:pt x="5416" y="5170"/>
                </a:lnTo>
                <a:lnTo>
                  <a:pt x="5427" y="5172"/>
                </a:lnTo>
                <a:lnTo>
                  <a:pt x="5438" y="5174"/>
                </a:lnTo>
                <a:lnTo>
                  <a:pt x="5448" y="5176"/>
                </a:lnTo>
                <a:lnTo>
                  <a:pt x="5459" y="5177"/>
                </a:lnTo>
                <a:lnTo>
                  <a:pt x="5470" y="5179"/>
                </a:lnTo>
                <a:lnTo>
                  <a:pt x="5481" y="5181"/>
                </a:lnTo>
                <a:lnTo>
                  <a:pt x="5492" y="5182"/>
                </a:lnTo>
                <a:lnTo>
                  <a:pt x="5502" y="5183"/>
                </a:lnTo>
                <a:lnTo>
                  <a:pt x="5513" y="5185"/>
                </a:lnTo>
                <a:lnTo>
                  <a:pt x="5524" y="5186"/>
                </a:lnTo>
                <a:lnTo>
                  <a:pt x="5524" y="5201"/>
                </a:lnTo>
                <a:lnTo>
                  <a:pt x="0" y="5201"/>
                </a:lnTo>
                <a:lnTo>
                  <a:pt x="0" y="5161"/>
                </a:lnTo>
                <a:close/>
              </a:path>
            </a:pathLst>
          </a:custGeom>
          <a:solidFill>
            <a:srgbClr val="8C8C8C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 flipV="1">
            <a:off x="1425600" y="952200"/>
            <a:ext cx="0" cy="2033280"/>
          </a:xfrm>
          <a:prstGeom prst="line">
            <a:avLst/>
          </a:prstGeom>
          <a:ln w="12240">
            <a:solidFill>
              <a:srgbClr val="8C8C8C"/>
            </a:solidFill>
            <a:custDash>
              <a:ds d="1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 flipV="1">
            <a:off x="3413880" y="926280"/>
            <a:ext cx="0" cy="2059200"/>
          </a:xfrm>
          <a:prstGeom prst="line">
            <a:avLst/>
          </a:prstGeom>
          <a:ln w="1872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3823560" y="926280"/>
            <a:ext cx="2326680" cy="2059560"/>
          </a:xfrm>
          <a:custGeom>
            <a:avLst/>
            <a:gdLst/>
            <a:ahLst/>
            <a:rect l="0" t="0" r="r" b="b"/>
            <a:pathLst>
              <a:path w="6463" h="5721">
                <a:moveTo>
                  <a:pt x="0" y="0"/>
                </a:moveTo>
                <a:lnTo>
                  <a:pt x="6463" y="0"/>
                </a:lnTo>
                <a:lnTo>
                  <a:pt x="6463" y="5721"/>
                </a:lnTo>
                <a:lnTo>
                  <a:pt x="0" y="57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3922920" y="1019880"/>
            <a:ext cx="1879560" cy="1872360"/>
          </a:xfrm>
          <a:custGeom>
            <a:avLst/>
            <a:gdLst/>
            <a:ahLst/>
            <a:rect l="0" t="0" r="r" b="b"/>
            <a:pathLst>
              <a:path w="5221" h="5201">
                <a:moveTo>
                  <a:pt x="0" y="5168"/>
                </a:moveTo>
                <a:lnTo>
                  <a:pt x="11" y="5164"/>
                </a:lnTo>
                <a:lnTo>
                  <a:pt x="22" y="5161"/>
                </a:lnTo>
                <a:lnTo>
                  <a:pt x="32" y="5156"/>
                </a:lnTo>
                <a:lnTo>
                  <a:pt x="43" y="5152"/>
                </a:lnTo>
                <a:lnTo>
                  <a:pt x="54" y="5147"/>
                </a:lnTo>
                <a:lnTo>
                  <a:pt x="65" y="5142"/>
                </a:lnTo>
                <a:lnTo>
                  <a:pt x="76" y="5136"/>
                </a:lnTo>
                <a:lnTo>
                  <a:pt x="86" y="5130"/>
                </a:lnTo>
                <a:lnTo>
                  <a:pt x="97" y="5124"/>
                </a:lnTo>
                <a:lnTo>
                  <a:pt x="108" y="5117"/>
                </a:lnTo>
                <a:lnTo>
                  <a:pt x="119" y="5109"/>
                </a:lnTo>
                <a:lnTo>
                  <a:pt x="130" y="5101"/>
                </a:lnTo>
                <a:lnTo>
                  <a:pt x="140" y="5093"/>
                </a:lnTo>
                <a:lnTo>
                  <a:pt x="151" y="5084"/>
                </a:lnTo>
                <a:lnTo>
                  <a:pt x="162" y="5075"/>
                </a:lnTo>
                <a:lnTo>
                  <a:pt x="173" y="5065"/>
                </a:lnTo>
                <a:lnTo>
                  <a:pt x="184" y="5054"/>
                </a:lnTo>
                <a:lnTo>
                  <a:pt x="194" y="5043"/>
                </a:lnTo>
                <a:lnTo>
                  <a:pt x="205" y="5032"/>
                </a:lnTo>
                <a:lnTo>
                  <a:pt x="216" y="5020"/>
                </a:lnTo>
                <a:lnTo>
                  <a:pt x="227" y="5007"/>
                </a:lnTo>
                <a:lnTo>
                  <a:pt x="238" y="4994"/>
                </a:lnTo>
                <a:lnTo>
                  <a:pt x="249" y="4980"/>
                </a:lnTo>
                <a:lnTo>
                  <a:pt x="259" y="4965"/>
                </a:lnTo>
                <a:lnTo>
                  <a:pt x="270" y="4950"/>
                </a:lnTo>
                <a:lnTo>
                  <a:pt x="281" y="4934"/>
                </a:lnTo>
                <a:lnTo>
                  <a:pt x="292" y="4918"/>
                </a:lnTo>
                <a:lnTo>
                  <a:pt x="303" y="4902"/>
                </a:lnTo>
                <a:lnTo>
                  <a:pt x="313" y="4885"/>
                </a:lnTo>
                <a:lnTo>
                  <a:pt x="324" y="4868"/>
                </a:lnTo>
                <a:lnTo>
                  <a:pt x="335" y="4850"/>
                </a:lnTo>
                <a:lnTo>
                  <a:pt x="346" y="4832"/>
                </a:lnTo>
                <a:lnTo>
                  <a:pt x="357" y="4814"/>
                </a:lnTo>
                <a:lnTo>
                  <a:pt x="367" y="4795"/>
                </a:lnTo>
                <a:lnTo>
                  <a:pt x="378" y="4775"/>
                </a:lnTo>
                <a:lnTo>
                  <a:pt x="389" y="4756"/>
                </a:lnTo>
                <a:lnTo>
                  <a:pt x="400" y="4736"/>
                </a:lnTo>
                <a:lnTo>
                  <a:pt x="411" y="4717"/>
                </a:lnTo>
                <a:lnTo>
                  <a:pt x="422" y="4697"/>
                </a:lnTo>
                <a:lnTo>
                  <a:pt x="443" y="4656"/>
                </a:lnTo>
                <a:lnTo>
                  <a:pt x="454" y="4636"/>
                </a:lnTo>
                <a:lnTo>
                  <a:pt x="465" y="4616"/>
                </a:lnTo>
                <a:lnTo>
                  <a:pt x="476" y="4596"/>
                </a:lnTo>
                <a:lnTo>
                  <a:pt x="486" y="4576"/>
                </a:lnTo>
                <a:lnTo>
                  <a:pt x="497" y="4556"/>
                </a:lnTo>
                <a:lnTo>
                  <a:pt x="508" y="4536"/>
                </a:lnTo>
                <a:lnTo>
                  <a:pt x="519" y="4517"/>
                </a:lnTo>
                <a:lnTo>
                  <a:pt x="530" y="4497"/>
                </a:lnTo>
                <a:lnTo>
                  <a:pt x="540" y="4478"/>
                </a:lnTo>
                <a:lnTo>
                  <a:pt x="551" y="4459"/>
                </a:lnTo>
                <a:lnTo>
                  <a:pt x="562" y="4441"/>
                </a:lnTo>
                <a:lnTo>
                  <a:pt x="573" y="4423"/>
                </a:lnTo>
                <a:lnTo>
                  <a:pt x="584" y="4405"/>
                </a:lnTo>
                <a:lnTo>
                  <a:pt x="595" y="4387"/>
                </a:lnTo>
                <a:lnTo>
                  <a:pt x="605" y="4370"/>
                </a:lnTo>
                <a:lnTo>
                  <a:pt x="616" y="4353"/>
                </a:lnTo>
                <a:lnTo>
                  <a:pt x="627" y="4337"/>
                </a:lnTo>
                <a:lnTo>
                  <a:pt x="638" y="4321"/>
                </a:lnTo>
                <a:lnTo>
                  <a:pt x="649" y="4305"/>
                </a:lnTo>
                <a:lnTo>
                  <a:pt x="659" y="4289"/>
                </a:lnTo>
                <a:lnTo>
                  <a:pt x="670" y="4274"/>
                </a:lnTo>
                <a:lnTo>
                  <a:pt x="681" y="4259"/>
                </a:lnTo>
                <a:lnTo>
                  <a:pt x="692" y="4245"/>
                </a:lnTo>
                <a:lnTo>
                  <a:pt x="703" y="4230"/>
                </a:lnTo>
                <a:lnTo>
                  <a:pt x="713" y="4216"/>
                </a:lnTo>
                <a:lnTo>
                  <a:pt x="724" y="4202"/>
                </a:lnTo>
                <a:lnTo>
                  <a:pt x="735" y="4187"/>
                </a:lnTo>
                <a:lnTo>
                  <a:pt x="746" y="4173"/>
                </a:lnTo>
                <a:lnTo>
                  <a:pt x="757" y="4159"/>
                </a:lnTo>
                <a:lnTo>
                  <a:pt x="767" y="4145"/>
                </a:lnTo>
                <a:lnTo>
                  <a:pt x="789" y="4117"/>
                </a:lnTo>
                <a:lnTo>
                  <a:pt x="800" y="4102"/>
                </a:lnTo>
                <a:lnTo>
                  <a:pt x="811" y="4087"/>
                </a:lnTo>
                <a:lnTo>
                  <a:pt x="821" y="4072"/>
                </a:lnTo>
                <a:lnTo>
                  <a:pt x="832" y="4057"/>
                </a:lnTo>
                <a:lnTo>
                  <a:pt x="843" y="4041"/>
                </a:lnTo>
                <a:lnTo>
                  <a:pt x="854" y="4024"/>
                </a:lnTo>
                <a:lnTo>
                  <a:pt x="865" y="4007"/>
                </a:lnTo>
                <a:lnTo>
                  <a:pt x="876" y="3990"/>
                </a:lnTo>
                <a:lnTo>
                  <a:pt x="886" y="3972"/>
                </a:lnTo>
                <a:lnTo>
                  <a:pt x="897" y="3953"/>
                </a:lnTo>
                <a:lnTo>
                  <a:pt x="908" y="3934"/>
                </a:lnTo>
                <a:lnTo>
                  <a:pt x="919" y="3913"/>
                </a:lnTo>
                <a:lnTo>
                  <a:pt x="930" y="3892"/>
                </a:lnTo>
                <a:lnTo>
                  <a:pt x="940" y="3870"/>
                </a:lnTo>
                <a:lnTo>
                  <a:pt x="951" y="3848"/>
                </a:lnTo>
                <a:lnTo>
                  <a:pt x="962" y="3824"/>
                </a:lnTo>
                <a:lnTo>
                  <a:pt x="973" y="3799"/>
                </a:lnTo>
                <a:lnTo>
                  <a:pt x="984" y="3774"/>
                </a:lnTo>
                <a:lnTo>
                  <a:pt x="994" y="3747"/>
                </a:lnTo>
                <a:lnTo>
                  <a:pt x="1005" y="3720"/>
                </a:lnTo>
                <a:lnTo>
                  <a:pt x="1016" y="3691"/>
                </a:lnTo>
                <a:lnTo>
                  <a:pt x="1027" y="3662"/>
                </a:lnTo>
                <a:lnTo>
                  <a:pt x="1038" y="3631"/>
                </a:lnTo>
                <a:lnTo>
                  <a:pt x="1048" y="3600"/>
                </a:lnTo>
                <a:lnTo>
                  <a:pt x="1059" y="3567"/>
                </a:lnTo>
                <a:lnTo>
                  <a:pt x="1070" y="3534"/>
                </a:lnTo>
                <a:lnTo>
                  <a:pt x="1081" y="3500"/>
                </a:lnTo>
                <a:lnTo>
                  <a:pt x="1092" y="3464"/>
                </a:lnTo>
                <a:lnTo>
                  <a:pt x="1102" y="3428"/>
                </a:lnTo>
                <a:lnTo>
                  <a:pt x="1113" y="3391"/>
                </a:lnTo>
                <a:lnTo>
                  <a:pt x="1124" y="3352"/>
                </a:lnTo>
                <a:lnTo>
                  <a:pt x="1135" y="3313"/>
                </a:lnTo>
                <a:lnTo>
                  <a:pt x="1146" y="3273"/>
                </a:lnTo>
                <a:lnTo>
                  <a:pt x="1156" y="3232"/>
                </a:lnTo>
                <a:lnTo>
                  <a:pt x="1167" y="3191"/>
                </a:lnTo>
                <a:lnTo>
                  <a:pt x="1178" y="3148"/>
                </a:lnTo>
                <a:lnTo>
                  <a:pt x="1189" y="3105"/>
                </a:lnTo>
                <a:lnTo>
                  <a:pt x="1200" y="3061"/>
                </a:lnTo>
                <a:lnTo>
                  <a:pt x="1211" y="3016"/>
                </a:lnTo>
                <a:lnTo>
                  <a:pt x="1221" y="2971"/>
                </a:lnTo>
                <a:lnTo>
                  <a:pt x="1232" y="2925"/>
                </a:lnTo>
                <a:lnTo>
                  <a:pt x="1243" y="2878"/>
                </a:lnTo>
                <a:lnTo>
                  <a:pt x="1254" y="2831"/>
                </a:lnTo>
                <a:lnTo>
                  <a:pt x="1265" y="2783"/>
                </a:lnTo>
                <a:lnTo>
                  <a:pt x="1275" y="2735"/>
                </a:lnTo>
                <a:lnTo>
                  <a:pt x="1286" y="2686"/>
                </a:lnTo>
                <a:lnTo>
                  <a:pt x="1297" y="2636"/>
                </a:lnTo>
                <a:lnTo>
                  <a:pt x="1308" y="2586"/>
                </a:lnTo>
                <a:lnTo>
                  <a:pt x="1319" y="2536"/>
                </a:lnTo>
                <a:lnTo>
                  <a:pt x="1329" y="2485"/>
                </a:lnTo>
                <a:lnTo>
                  <a:pt x="1340" y="2434"/>
                </a:lnTo>
                <a:lnTo>
                  <a:pt x="1351" y="2383"/>
                </a:lnTo>
                <a:lnTo>
                  <a:pt x="1362" y="2332"/>
                </a:lnTo>
                <a:lnTo>
                  <a:pt x="1373" y="2280"/>
                </a:lnTo>
                <a:lnTo>
                  <a:pt x="1383" y="2228"/>
                </a:lnTo>
                <a:lnTo>
                  <a:pt x="1394" y="2176"/>
                </a:lnTo>
                <a:lnTo>
                  <a:pt x="1405" y="2123"/>
                </a:lnTo>
                <a:lnTo>
                  <a:pt x="1416" y="2071"/>
                </a:lnTo>
                <a:lnTo>
                  <a:pt x="1427" y="2018"/>
                </a:lnTo>
                <a:lnTo>
                  <a:pt x="1437" y="1966"/>
                </a:lnTo>
                <a:lnTo>
                  <a:pt x="1448" y="1913"/>
                </a:lnTo>
                <a:lnTo>
                  <a:pt x="1459" y="1861"/>
                </a:lnTo>
                <a:lnTo>
                  <a:pt x="1470" y="1808"/>
                </a:lnTo>
                <a:lnTo>
                  <a:pt x="1481" y="1756"/>
                </a:lnTo>
                <a:lnTo>
                  <a:pt x="1492" y="1704"/>
                </a:lnTo>
                <a:lnTo>
                  <a:pt x="1502" y="1652"/>
                </a:lnTo>
                <a:lnTo>
                  <a:pt x="1513" y="1601"/>
                </a:lnTo>
                <a:lnTo>
                  <a:pt x="1524" y="1549"/>
                </a:lnTo>
                <a:lnTo>
                  <a:pt x="1535" y="1499"/>
                </a:lnTo>
                <a:lnTo>
                  <a:pt x="1546" y="1449"/>
                </a:lnTo>
                <a:lnTo>
                  <a:pt x="1556" y="1399"/>
                </a:lnTo>
                <a:lnTo>
                  <a:pt x="1567" y="1350"/>
                </a:lnTo>
                <a:lnTo>
                  <a:pt x="1578" y="1302"/>
                </a:lnTo>
                <a:lnTo>
                  <a:pt x="1589" y="1254"/>
                </a:lnTo>
                <a:lnTo>
                  <a:pt x="1600" y="1207"/>
                </a:lnTo>
                <a:lnTo>
                  <a:pt x="1610" y="1161"/>
                </a:lnTo>
                <a:lnTo>
                  <a:pt x="1621" y="1116"/>
                </a:lnTo>
                <a:lnTo>
                  <a:pt x="1632" y="1072"/>
                </a:lnTo>
                <a:lnTo>
                  <a:pt x="1643" y="1029"/>
                </a:lnTo>
                <a:lnTo>
                  <a:pt x="1654" y="988"/>
                </a:lnTo>
                <a:lnTo>
                  <a:pt x="1665" y="947"/>
                </a:lnTo>
                <a:lnTo>
                  <a:pt x="1675" y="907"/>
                </a:lnTo>
                <a:lnTo>
                  <a:pt x="1686" y="869"/>
                </a:lnTo>
                <a:lnTo>
                  <a:pt x="1697" y="832"/>
                </a:lnTo>
                <a:lnTo>
                  <a:pt x="1708" y="796"/>
                </a:lnTo>
                <a:lnTo>
                  <a:pt x="1719" y="761"/>
                </a:lnTo>
                <a:lnTo>
                  <a:pt x="1729" y="729"/>
                </a:lnTo>
                <a:lnTo>
                  <a:pt x="1740" y="697"/>
                </a:lnTo>
                <a:lnTo>
                  <a:pt x="1751" y="666"/>
                </a:lnTo>
                <a:lnTo>
                  <a:pt x="1762" y="638"/>
                </a:lnTo>
                <a:lnTo>
                  <a:pt x="1773" y="610"/>
                </a:lnTo>
                <a:lnTo>
                  <a:pt x="1783" y="584"/>
                </a:lnTo>
                <a:lnTo>
                  <a:pt x="1794" y="559"/>
                </a:lnTo>
                <a:lnTo>
                  <a:pt x="1805" y="536"/>
                </a:lnTo>
                <a:lnTo>
                  <a:pt x="1816" y="514"/>
                </a:lnTo>
                <a:lnTo>
                  <a:pt x="1827" y="493"/>
                </a:lnTo>
                <a:lnTo>
                  <a:pt x="1837" y="474"/>
                </a:lnTo>
                <a:lnTo>
                  <a:pt x="1848" y="455"/>
                </a:lnTo>
                <a:lnTo>
                  <a:pt x="1859" y="438"/>
                </a:lnTo>
                <a:lnTo>
                  <a:pt x="1870" y="422"/>
                </a:lnTo>
                <a:lnTo>
                  <a:pt x="1881" y="407"/>
                </a:lnTo>
                <a:lnTo>
                  <a:pt x="1892" y="393"/>
                </a:lnTo>
                <a:lnTo>
                  <a:pt x="1902" y="380"/>
                </a:lnTo>
                <a:lnTo>
                  <a:pt x="1913" y="367"/>
                </a:lnTo>
                <a:lnTo>
                  <a:pt x="1924" y="355"/>
                </a:lnTo>
                <a:lnTo>
                  <a:pt x="1935" y="344"/>
                </a:lnTo>
                <a:lnTo>
                  <a:pt x="1946" y="334"/>
                </a:lnTo>
                <a:lnTo>
                  <a:pt x="1956" y="324"/>
                </a:lnTo>
                <a:lnTo>
                  <a:pt x="1967" y="314"/>
                </a:lnTo>
                <a:lnTo>
                  <a:pt x="1978" y="305"/>
                </a:lnTo>
                <a:lnTo>
                  <a:pt x="1989" y="296"/>
                </a:lnTo>
                <a:lnTo>
                  <a:pt x="2000" y="288"/>
                </a:lnTo>
                <a:lnTo>
                  <a:pt x="2010" y="279"/>
                </a:lnTo>
                <a:lnTo>
                  <a:pt x="2021" y="271"/>
                </a:lnTo>
                <a:lnTo>
                  <a:pt x="2032" y="262"/>
                </a:lnTo>
                <a:lnTo>
                  <a:pt x="2043" y="254"/>
                </a:lnTo>
                <a:lnTo>
                  <a:pt x="2054" y="246"/>
                </a:lnTo>
                <a:lnTo>
                  <a:pt x="2064" y="237"/>
                </a:lnTo>
                <a:lnTo>
                  <a:pt x="2075" y="229"/>
                </a:lnTo>
                <a:lnTo>
                  <a:pt x="2086" y="220"/>
                </a:lnTo>
                <a:lnTo>
                  <a:pt x="2108" y="202"/>
                </a:lnTo>
                <a:lnTo>
                  <a:pt x="2118" y="193"/>
                </a:lnTo>
                <a:lnTo>
                  <a:pt x="2129" y="184"/>
                </a:lnTo>
                <a:lnTo>
                  <a:pt x="2140" y="174"/>
                </a:lnTo>
                <a:lnTo>
                  <a:pt x="2151" y="164"/>
                </a:lnTo>
                <a:lnTo>
                  <a:pt x="2163" y="155"/>
                </a:lnTo>
                <a:lnTo>
                  <a:pt x="2173" y="145"/>
                </a:lnTo>
                <a:lnTo>
                  <a:pt x="2184" y="135"/>
                </a:lnTo>
                <a:lnTo>
                  <a:pt x="2195" y="125"/>
                </a:lnTo>
                <a:lnTo>
                  <a:pt x="2206" y="115"/>
                </a:lnTo>
                <a:lnTo>
                  <a:pt x="2217" y="105"/>
                </a:lnTo>
                <a:lnTo>
                  <a:pt x="2228" y="96"/>
                </a:lnTo>
                <a:lnTo>
                  <a:pt x="2238" y="86"/>
                </a:lnTo>
                <a:lnTo>
                  <a:pt x="2249" y="77"/>
                </a:lnTo>
                <a:lnTo>
                  <a:pt x="2260" y="68"/>
                </a:lnTo>
                <a:lnTo>
                  <a:pt x="2271" y="59"/>
                </a:lnTo>
                <a:lnTo>
                  <a:pt x="2282" y="51"/>
                </a:lnTo>
                <a:lnTo>
                  <a:pt x="2292" y="43"/>
                </a:lnTo>
                <a:lnTo>
                  <a:pt x="2303" y="36"/>
                </a:lnTo>
                <a:lnTo>
                  <a:pt x="2314" y="29"/>
                </a:lnTo>
                <a:lnTo>
                  <a:pt x="2325" y="22"/>
                </a:lnTo>
                <a:lnTo>
                  <a:pt x="2336" y="17"/>
                </a:lnTo>
                <a:lnTo>
                  <a:pt x="2346" y="12"/>
                </a:lnTo>
                <a:lnTo>
                  <a:pt x="2357" y="8"/>
                </a:lnTo>
                <a:lnTo>
                  <a:pt x="2368" y="5"/>
                </a:lnTo>
                <a:lnTo>
                  <a:pt x="2379" y="2"/>
                </a:lnTo>
                <a:lnTo>
                  <a:pt x="2390" y="1"/>
                </a:lnTo>
                <a:lnTo>
                  <a:pt x="2400" y="0"/>
                </a:lnTo>
                <a:lnTo>
                  <a:pt x="2411" y="0"/>
                </a:lnTo>
                <a:lnTo>
                  <a:pt x="2422" y="1"/>
                </a:lnTo>
                <a:lnTo>
                  <a:pt x="2433" y="3"/>
                </a:lnTo>
                <a:lnTo>
                  <a:pt x="2444" y="6"/>
                </a:lnTo>
                <a:lnTo>
                  <a:pt x="2454" y="10"/>
                </a:lnTo>
                <a:lnTo>
                  <a:pt x="2465" y="15"/>
                </a:lnTo>
                <a:lnTo>
                  <a:pt x="2476" y="21"/>
                </a:lnTo>
                <a:lnTo>
                  <a:pt x="2487" y="28"/>
                </a:lnTo>
                <a:lnTo>
                  <a:pt x="2498" y="36"/>
                </a:lnTo>
                <a:lnTo>
                  <a:pt x="2508" y="44"/>
                </a:lnTo>
                <a:lnTo>
                  <a:pt x="2519" y="54"/>
                </a:lnTo>
                <a:lnTo>
                  <a:pt x="2530" y="64"/>
                </a:lnTo>
                <a:lnTo>
                  <a:pt x="2541" y="75"/>
                </a:lnTo>
                <a:lnTo>
                  <a:pt x="2552" y="87"/>
                </a:lnTo>
                <a:lnTo>
                  <a:pt x="2563" y="100"/>
                </a:lnTo>
                <a:lnTo>
                  <a:pt x="2573" y="113"/>
                </a:lnTo>
                <a:lnTo>
                  <a:pt x="2584" y="127"/>
                </a:lnTo>
                <a:lnTo>
                  <a:pt x="2595" y="142"/>
                </a:lnTo>
                <a:lnTo>
                  <a:pt x="2606" y="157"/>
                </a:lnTo>
                <a:lnTo>
                  <a:pt x="2617" y="173"/>
                </a:lnTo>
                <a:lnTo>
                  <a:pt x="2627" y="189"/>
                </a:lnTo>
                <a:lnTo>
                  <a:pt x="2638" y="206"/>
                </a:lnTo>
                <a:lnTo>
                  <a:pt x="2649" y="223"/>
                </a:lnTo>
                <a:lnTo>
                  <a:pt x="2660" y="241"/>
                </a:lnTo>
                <a:lnTo>
                  <a:pt x="2671" y="259"/>
                </a:lnTo>
                <a:lnTo>
                  <a:pt x="2681" y="277"/>
                </a:lnTo>
                <a:lnTo>
                  <a:pt x="2692" y="295"/>
                </a:lnTo>
                <a:lnTo>
                  <a:pt x="2703" y="314"/>
                </a:lnTo>
                <a:lnTo>
                  <a:pt x="2714" y="333"/>
                </a:lnTo>
                <a:lnTo>
                  <a:pt x="2725" y="352"/>
                </a:lnTo>
                <a:lnTo>
                  <a:pt x="2736" y="371"/>
                </a:lnTo>
                <a:lnTo>
                  <a:pt x="2746" y="391"/>
                </a:lnTo>
                <a:lnTo>
                  <a:pt x="2757" y="410"/>
                </a:lnTo>
                <a:lnTo>
                  <a:pt x="2768" y="430"/>
                </a:lnTo>
                <a:lnTo>
                  <a:pt x="2779" y="450"/>
                </a:lnTo>
                <a:lnTo>
                  <a:pt x="2790" y="470"/>
                </a:lnTo>
                <a:lnTo>
                  <a:pt x="2800" y="490"/>
                </a:lnTo>
                <a:lnTo>
                  <a:pt x="2811" y="510"/>
                </a:lnTo>
                <a:lnTo>
                  <a:pt x="2833" y="551"/>
                </a:lnTo>
                <a:lnTo>
                  <a:pt x="2844" y="572"/>
                </a:lnTo>
                <a:lnTo>
                  <a:pt x="2854" y="593"/>
                </a:lnTo>
                <a:lnTo>
                  <a:pt x="2865" y="614"/>
                </a:lnTo>
                <a:lnTo>
                  <a:pt x="2876" y="636"/>
                </a:lnTo>
                <a:lnTo>
                  <a:pt x="2887" y="658"/>
                </a:lnTo>
                <a:lnTo>
                  <a:pt x="2898" y="680"/>
                </a:lnTo>
                <a:lnTo>
                  <a:pt x="2909" y="703"/>
                </a:lnTo>
                <a:lnTo>
                  <a:pt x="2919" y="726"/>
                </a:lnTo>
                <a:lnTo>
                  <a:pt x="2930" y="749"/>
                </a:lnTo>
                <a:lnTo>
                  <a:pt x="2941" y="773"/>
                </a:lnTo>
                <a:lnTo>
                  <a:pt x="2952" y="798"/>
                </a:lnTo>
                <a:lnTo>
                  <a:pt x="2963" y="822"/>
                </a:lnTo>
                <a:lnTo>
                  <a:pt x="2973" y="848"/>
                </a:lnTo>
                <a:lnTo>
                  <a:pt x="2984" y="875"/>
                </a:lnTo>
                <a:lnTo>
                  <a:pt x="2995" y="901"/>
                </a:lnTo>
                <a:lnTo>
                  <a:pt x="3006" y="929"/>
                </a:lnTo>
                <a:lnTo>
                  <a:pt x="3017" y="957"/>
                </a:lnTo>
                <a:lnTo>
                  <a:pt x="3027" y="987"/>
                </a:lnTo>
                <a:lnTo>
                  <a:pt x="3038" y="1016"/>
                </a:lnTo>
                <a:lnTo>
                  <a:pt x="3049" y="1047"/>
                </a:lnTo>
                <a:lnTo>
                  <a:pt x="3060" y="1079"/>
                </a:lnTo>
                <a:lnTo>
                  <a:pt x="3071" y="1111"/>
                </a:lnTo>
                <a:lnTo>
                  <a:pt x="3081" y="1144"/>
                </a:lnTo>
                <a:lnTo>
                  <a:pt x="3092" y="1178"/>
                </a:lnTo>
                <a:lnTo>
                  <a:pt x="3103" y="1213"/>
                </a:lnTo>
                <a:lnTo>
                  <a:pt x="3114" y="1249"/>
                </a:lnTo>
                <a:lnTo>
                  <a:pt x="3125" y="1285"/>
                </a:lnTo>
                <a:lnTo>
                  <a:pt x="3136" y="1322"/>
                </a:lnTo>
                <a:lnTo>
                  <a:pt x="3146" y="1360"/>
                </a:lnTo>
                <a:lnTo>
                  <a:pt x="3157" y="1398"/>
                </a:lnTo>
                <a:lnTo>
                  <a:pt x="3168" y="1438"/>
                </a:lnTo>
                <a:lnTo>
                  <a:pt x="3179" y="1478"/>
                </a:lnTo>
                <a:lnTo>
                  <a:pt x="3190" y="1518"/>
                </a:lnTo>
                <a:lnTo>
                  <a:pt x="3200" y="1559"/>
                </a:lnTo>
                <a:lnTo>
                  <a:pt x="3211" y="1601"/>
                </a:lnTo>
                <a:lnTo>
                  <a:pt x="3222" y="1643"/>
                </a:lnTo>
                <a:lnTo>
                  <a:pt x="3233" y="1685"/>
                </a:lnTo>
                <a:lnTo>
                  <a:pt x="3244" y="1728"/>
                </a:lnTo>
                <a:lnTo>
                  <a:pt x="3254" y="1771"/>
                </a:lnTo>
                <a:lnTo>
                  <a:pt x="3265" y="1814"/>
                </a:lnTo>
                <a:lnTo>
                  <a:pt x="3276" y="1857"/>
                </a:lnTo>
                <a:lnTo>
                  <a:pt x="3287" y="1900"/>
                </a:lnTo>
                <a:lnTo>
                  <a:pt x="3298" y="1943"/>
                </a:lnTo>
                <a:lnTo>
                  <a:pt x="3308" y="1987"/>
                </a:lnTo>
                <a:lnTo>
                  <a:pt x="3319" y="2030"/>
                </a:lnTo>
                <a:lnTo>
                  <a:pt x="3330" y="2073"/>
                </a:lnTo>
                <a:lnTo>
                  <a:pt x="3341" y="2115"/>
                </a:lnTo>
                <a:lnTo>
                  <a:pt x="3352" y="2157"/>
                </a:lnTo>
                <a:lnTo>
                  <a:pt x="3362" y="2199"/>
                </a:lnTo>
                <a:lnTo>
                  <a:pt x="3373" y="2241"/>
                </a:lnTo>
                <a:lnTo>
                  <a:pt x="3384" y="2281"/>
                </a:lnTo>
                <a:lnTo>
                  <a:pt x="3395" y="2322"/>
                </a:lnTo>
                <a:lnTo>
                  <a:pt x="3406" y="2362"/>
                </a:lnTo>
                <a:lnTo>
                  <a:pt x="3417" y="2401"/>
                </a:lnTo>
                <a:lnTo>
                  <a:pt x="3427" y="2439"/>
                </a:lnTo>
                <a:lnTo>
                  <a:pt x="3438" y="2477"/>
                </a:lnTo>
                <a:lnTo>
                  <a:pt x="3449" y="2515"/>
                </a:lnTo>
                <a:lnTo>
                  <a:pt x="3460" y="2551"/>
                </a:lnTo>
                <a:lnTo>
                  <a:pt x="3471" y="2587"/>
                </a:lnTo>
                <a:lnTo>
                  <a:pt x="3481" y="2622"/>
                </a:lnTo>
                <a:lnTo>
                  <a:pt x="3492" y="2657"/>
                </a:lnTo>
                <a:lnTo>
                  <a:pt x="3503" y="2690"/>
                </a:lnTo>
                <a:lnTo>
                  <a:pt x="3514" y="2723"/>
                </a:lnTo>
                <a:lnTo>
                  <a:pt x="3525" y="2756"/>
                </a:lnTo>
                <a:lnTo>
                  <a:pt x="3535" y="2788"/>
                </a:lnTo>
                <a:lnTo>
                  <a:pt x="3546" y="2819"/>
                </a:lnTo>
                <a:lnTo>
                  <a:pt x="3557" y="2849"/>
                </a:lnTo>
                <a:lnTo>
                  <a:pt x="3568" y="2879"/>
                </a:lnTo>
                <a:lnTo>
                  <a:pt x="3579" y="2909"/>
                </a:lnTo>
                <a:lnTo>
                  <a:pt x="3589" y="2938"/>
                </a:lnTo>
                <a:lnTo>
                  <a:pt x="3600" y="2967"/>
                </a:lnTo>
                <a:lnTo>
                  <a:pt x="3611" y="2995"/>
                </a:lnTo>
                <a:lnTo>
                  <a:pt x="3622" y="3023"/>
                </a:lnTo>
                <a:lnTo>
                  <a:pt x="3633" y="3051"/>
                </a:lnTo>
                <a:lnTo>
                  <a:pt x="3654" y="3105"/>
                </a:lnTo>
                <a:lnTo>
                  <a:pt x="3665" y="3133"/>
                </a:lnTo>
                <a:lnTo>
                  <a:pt x="3676" y="3160"/>
                </a:lnTo>
                <a:lnTo>
                  <a:pt x="3687" y="3187"/>
                </a:lnTo>
                <a:lnTo>
                  <a:pt x="3697" y="3214"/>
                </a:lnTo>
                <a:lnTo>
                  <a:pt x="3708" y="3241"/>
                </a:lnTo>
                <a:lnTo>
                  <a:pt x="3719" y="3269"/>
                </a:lnTo>
                <a:lnTo>
                  <a:pt x="3730" y="3296"/>
                </a:lnTo>
                <a:lnTo>
                  <a:pt x="3741" y="3324"/>
                </a:lnTo>
                <a:lnTo>
                  <a:pt x="3752" y="3352"/>
                </a:lnTo>
                <a:lnTo>
                  <a:pt x="3762" y="3381"/>
                </a:lnTo>
                <a:lnTo>
                  <a:pt x="3773" y="3409"/>
                </a:lnTo>
                <a:lnTo>
                  <a:pt x="3784" y="3438"/>
                </a:lnTo>
                <a:lnTo>
                  <a:pt x="3795" y="3467"/>
                </a:lnTo>
                <a:lnTo>
                  <a:pt x="3806" y="3497"/>
                </a:lnTo>
                <a:lnTo>
                  <a:pt x="3816" y="3527"/>
                </a:lnTo>
                <a:lnTo>
                  <a:pt x="3827" y="3557"/>
                </a:lnTo>
                <a:lnTo>
                  <a:pt x="3838" y="3588"/>
                </a:lnTo>
                <a:lnTo>
                  <a:pt x="3849" y="3619"/>
                </a:lnTo>
                <a:lnTo>
                  <a:pt x="3860" y="3651"/>
                </a:lnTo>
                <a:lnTo>
                  <a:pt x="3870" y="3683"/>
                </a:lnTo>
                <a:lnTo>
                  <a:pt x="3881" y="3715"/>
                </a:lnTo>
                <a:lnTo>
                  <a:pt x="3892" y="3747"/>
                </a:lnTo>
                <a:lnTo>
                  <a:pt x="3903" y="3780"/>
                </a:lnTo>
                <a:lnTo>
                  <a:pt x="3914" y="3813"/>
                </a:lnTo>
                <a:lnTo>
                  <a:pt x="3924" y="3847"/>
                </a:lnTo>
                <a:lnTo>
                  <a:pt x="3935" y="3880"/>
                </a:lnTo>
                <a:lnTo>
                  <a:pt x="3946" y="3914"/>
                </a:lnTo>
                <a:lnTo>
                  <a:pt x="3957" y="3948"/>
                </a:lnTo>
                <a:lnTo>
                  <a:pt x="3968" y="3982"/>
                </a:lnTo>
                <a:lnTo>
                  <a:pt x="3979" y="4016"/>
                </a:lnTo>
                <a:lnTo>
                  <a:pt x="3989" y="4050"/>
                </a:lnTo>
                <a:lnTo>
                  <a:pt x="4000" y="4084"/>
                </a:lnTo>
                <a:lnTo>
                  <a:pt x="4011" y="4118"/>
                </a:lnTo>
                <a:lnTo>
                  <a:pt x="4022" y="4151"/>
                </a:lnTo>
                <a:lnTo>
                  <a:pt x="4033" y="4185"/>
                </a:lnTo>
                <a:lnTo>
                  <a:pt x="4043" y="4219"/>
                </a:lnTo>
                <a:lnTo>
                  <a:pt x="4054" y="4252"/>
                </a:lnTo>
                <a:lnTo>
                  <a:pt x="4065" y="4285"/>
                </a:lnTo>
                <a:lnTo>
                  <a:pt x="4076" y="4317"/>
                </a:lnTo>
                <a:lnTo>
                  <a:pt x="4087" y="4350"/>
                </a:lnTo>
                <a:lnTo>
                  <a:pt x="4097" y="4381"/>
                </a:lnTo>
                <a:lnTo>
                  <a:pt x="4108" y="4412"/>
                </a:lnTo>
                <a:lnTo>
                  <a:pt x="4119" y="4443"/>
                </a:lnTo>
                <a:lnTo>
                  <a:pt x="4130" y="4474"/>
                </a:lnTo>
                <a:lnTo>
                  <a:pt x="4141" y="4503"/>
                </a:lnTo>
                <a:lnTo>
                  <a:pt x="4151" y="4532"/>
                </a:lnTo>
                <a:lnTo>
                  <a:pt x="4162" y="4561"/>
                </a:lnTo>
                <a:lnTo>
                  <a:pt x="4173" y="4589"/>
                </a:lnTo>
                <a:lnTo>
                  <a:pt x="4184" y="4616"/>
                </a:lnTo>
                <a:lnTo>
                  <a:pt x="4195" y="4642"/>
                </a:lnTo>
                <a:lnTo>
                  <a:pt x="4206" y="4668"/>
                </a:lnTo>
                <a:lnTo>
                  <a:pt x="4216" y="4693"/>
                </a:lnTo>
                <a:lnTo>
                  <a:pt x="4227" y="4718"/>
                </a:lnTo>
                <a:lnTo>
                  <a:pt x="4238" y="4741"/>
                </a:lnTo>
                <a:lnTo>
                  <a:pt x="4249" y="4764"/>
                </a:lnTo>
                <a:lnTo>
                  <a:pt x="4260" y="4786"/>
                </a:lnTo>
                <a:lnTo>
                  <a:pt x="4270" y="4807"/>
                </a:lnTo>
                <a:lnTo>
                  <a:pt x="4281" y="4828"/>
                </a:lnTo>
                <a:lnTo>
                  <a:pt x="4292" y="4848"/>
                </a:lnTo>
                <a:lnTo>
                  <a:pt x="4303" y="4867"/>
                </a:lnTo>
                <a:lnTo>
                  <a:pt x="4314" y="4885"/>
                </a:lnTo>
                <a:lnTo>
                  <a:pt x="4324" y="4903"/>
                </a:lnTo>
                <a:lnTo>
                  <a:pt x="4335" y="4920"/>
                </a:lnTo>
                <a:lnTo>
                  <a:pt x="4346" y="4936"/>
                </a:lnTo>
                <a:lnTo>
                  <a:pt x="4357" y="4952"/>
                </a:lnTo>
                <a:lnTo>
                  <a:pt x="4368" y="4966"/>
                </a:lnTo>
                <a:lnTo>
                  <a:pt x="4378" y="4982"/>
                </a:lnTo>
                <a:lnTo>
                  <a:pt x="4389" y="4995"/>
                </a:lnTo>
                <a:lnTo>
                  <a:pt x="4400" y="5008"/>
                </a:lnTo>
                <a:lnTo>
                  <a:pt x="4411" y="5020"/>
                </a:lnTo>
                <a:lnTo>
                  <a:pt x="4422" y="5032"/>
                </a:lnTo>
                <a:lnTo>
                  <a:pt x="4433" y="5043"/>
                </a:lnTo>
                <a:lnTo>
                  <a:pt x="4443" y="5053"/>
                </a:lnTo>
                <a:lnTo>
                  <a:pt x="4454" y="5063"/>
                </a:lnTo>
                <a:lnTo>
                  <a:pt x="4465" y="5073"/>
                </a:lnTo>
                <a:lnTo>
                  <a:pt x="4476" y="5081"/>
                </a:lnTo>
                <a:lnTo>
                  <a:pt x="4487" y="5090"/>
                </a:lnTo>
                <a:lnTo>
                  <a:pt x="4497" y="5098"/>
                </a:lnTo>
                <a:lnTo>
                  <a:pt x="4508" y="5105"/>
                </a:lnTo>
                <a:lnTo>
                  <a:pt x="4519" y="5112"/>
                </a:lnTo>
                <a:lnTo>
                  <a:pt x="4530" y="5119"/>
                </a:lnTo>
                <a:lnTo>
                  <a:pt x="4541" y="5125"/>
                </a:lnTo>
                <a:lnTo>
                  <a:pt x="4551" y="5131"/>
                </a:lnTo>
                <a:lnTo>
                  <a:pt x="4562" y="5136"/>
                </a:lnTo>
                <a:lnTo>
                  <a:pt x="4573" y="5141"/>
                </a:lnTo>
                <a:lnTo>
                  <a:pt x="4584" y="5146"/>
                </a:lnTo>
                <a:lnTo>
                  <a:pt x="4595" y="5150"/>
                </a:lnTo>
                <a:lnTo>
                  <a:pt x="4605" y="5155"/>
                </a:lnTo>
                <a:lnTo>
                  <a:pt x="4616" y="5158"/>
                </a:lnTo>
                <a:lnTo>
                  <a:pt x="4627" y="5162"/>
                </a:lnTo>
                <a:lnTo>
                  <a:pt x="4638" y="5165"/>
                </a:lnTo>
                <a:lnTo>
                  <a:pt x="4649" y="5168"/>
                </a:lnTo>
                <a:lnTo>
                  <a:pt x="4659" y="5171"/>
                </a:lnTo>
                <a:lnTo>
                  <a:pt x="4670" y="5174"/>
                </a:lnTo>
                <a:lnTo>
                  <a:pt x="4681" y="5176"/>
                </a:lnTo>
                <a:lnTo>
                  <a:pt x="4692" y="5179"/>
                </a:lnTo>
                <a:lnTo>
                  <a:pt x="4703" y="5181"/>
                </a:lnTo>
                <a:lnTo>
                  <a:pt x="4724" y="5184"/>
                </a:lnTo>
                <a:lnTo>
                  <a:pt x="4735" y="5186"/>
                </a:lnTo>
                <a:lnTo>
                  <a:pt x="4746" y="5188"/>
                </a:lnTo>
                <a:lnTo>
                  <a:pt x="4757" y="5189"/>
                </a:lnTo>
                <a:lnTo>
                  <a:pt x="4768" y="5190"/>
                </a:lnTo>
                <a:lnTo>
                  <a:pt x="4778" y="5191"/>
                </a:lnTo>
                <a:lnTo>
                  <a:pt x="4789" y="5192"/>
                </a:lnTo>
                <a:lnTo>
                  <a:pt x="4800" y="5193"/>
                </a:lnTo>
                <a:lnTo>
                  <a:pt x="4822" y="5195"/>
                </a:lnTo>
                <a:lnTo>
                  <a:pt x="4832" y="5196"/>
                </a:lnTo>
                <a:lnTo>
                  <a:pt x="4843" y="5196"/>
                </a:lnTo>
                <a:lnTo>
                  <a:pt x="4854" y="5197"/>
                </a:lnTo>
                <a:lnTo>
                  <a:pt x="4865" y="5197"/>
                </a:lnTo>
                <a:lnTo>
                  <a:pt x="4876" y="5198"/>
                </a:lnTo>
                <a:lnTo>
                  <a:pt x="4897" y="5199"/>
                </a:lnTo>
                <a:lnTo>
                  <a:pt x="4908" y="5199"/>
                </a:lnTo>
                <a:lnTo>
                  <a:pt x="4919" y="5199"/>
                </a:lnTo>
                <a:lnTo>
                  <a:pt x="4930" y="5199"/>
                </a:lnTo>
                <a:lnTo>
                  <a:pt x="4940" y="5200"/>
                </a:lnTo>
                <a:lnTo>
                  <a:pt x="4951" y="5200"/>
                </a:lnTo>
                <a:lnTo>
                  <a:pt x="4973" y="5200"/>
                </a:lnTo>
                <a:lnTo>
                  <a:pt x="4984" y="5200"/>
                </a:lnTo>
                <a:lnTo>
                  <a:pt x="4994" y="5200"/>
                </a:lnTo>
                <a:lnTo>
                  <a:pt x="5005" y="5201"/>
                </a:lnTo>
                <a:lnTo>
                  <a:pt x="5016" y="5201"/>
                </a:lnTo>
                <a:lnTo>
                  <a:pt x="5027" y="5201"/>
                </a:lnTo>
                <a:lnTo>
                  <a:pt x="5048" y="5201"/>
                </a:lnTo>
                <a:lnTo>
                  <a:pt x="5070" y="5201"/>
                </a:lnTo>
                <a:lnTo>
                  <a:pt x="5081" y="5201"/>
                </a:lnTo>
                <a:lnTo>
                  <a:pt x="5113" y="5201"/>
                </a:lnTo>
                <a:lnTo>
                  <a:pt x="5124" y="5201"/>
                </a:lnTo>
                <a:lnTo>
                  <a:pt x="5211" y="5201"/>
                </a:lnTo>
                <a:lnTo>
                  <a:pt x="5221" y="5201"/>
                </a:lnTo>
                <a:lnTo>
                  <a:pt x="0" y="5201"/>
                </a:lnTo>
                <a:lnTo>
                  <a:pt x="0" y="5168"/>
                </a:lnTo>
                <a:close/>
              </a:path>
            </a:pathLst>
          </a:custGeom>
          <a:solidFill>
            <a:srgbClr val="8C8C8C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 flipV="1">
            <a:off x="3922920" y="952200"/>
            <a:ext cx="0" cy="2033280"/>
          </a:xfrm>
          <a:prstGeom prst="line">
            <a:avLst/>
          </a:prstGeom>
          <a:ln w="12240">
            <a:solidFill>
              <a:srgbClr val="8C8C8C"/>
            </a:solidFill>
            <a:custDash>
              <a:ds d="1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 flipV="1">
            <a:off x="5911200" y="926280"/>
            <a:ext cx="0" cy="2059200"/>
          </a:xfrm>
          <a:prstGeom prst="line">
            <a:avLst/>
          </a:prstGeom>
          <a:ln w="1872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6320880" y="926280"/>
            <a:ext cx="2326680" cy="2059560"/>
          </a:xfrm>
          <a:custGeom>
            <a:avLst/>
            <a:gdLst/>
            <a:ahLst/>
            <a:rect l="0" t="0" r="r" b="b"/>
            <a:pathLst>
              <a:path w="6463" h="5721">
                <a:moveTo>
                  <a:pt x="0" y="0"/>
                </a:moveTo>
                <a:lnTo>
                  <a:pt x="6463" y="0"/>
                </a:lnTo>
                <a:lnTo>
                  <a:pt x="6463" y="5721"/>
                </a:lnTo>
                <a:lnTo>
                  <a:pt x="0" y="57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6420240" y="1019880"/>
            <a:ext cx="1140480" cy="1872360"/>
          </a:xfrm>
          <a:custGeom>
            <a:avLst/>
            <a:gdLst/>
            <a:ahLst/>
            <a:rect l="0" t="0" r="r" b="b"/>
            <a:pathLst>
              <a:path w="3168" h="5201">
                <a:moveTo>
                  <a:pt x="0" y="4767"/>
                </a:moveTo>
                <a:lnTo>
                  <a:pt x="11" y="4736"/>
                </a:lnTo>
                <a:lnTo>
                  <a:pt x="22" y="4703"/>
                </a:lnTo>
                <a:lnTo>
                  <a:pt x="32" y="4669"/>
                </a:lnTo>
                <a:lnTo>
                  <a:pt x="43" y="4633"/>
                </a:lnTo>
                <a:lnTo>
                  <a:pt x="54" y="4596"/>
                </a:lnTo>
                <a:lnTo>
                  <a:pt x="65" y="4556"/>
                </a:lnTo>
                <a:lnTo>
                  <a:pt x="76" y="4515"/>
                </a:lnTo>
                <a:lnTo>
                  <a:pt x="87" y="4471"/>
                </a:lnTo>
                <a:lnTo>
                  <a:pt x="97" y="4426"/>
                </a:lnTo>
                <a:lnTo>
                  <a:pt x="108" y="4378"/>
                </a:lnTo>
                <a:lnTo>
                  <a:pt x="119" y="4328"/>
                </a:lnTo>
                <a:lnTo>
                  <a:pt x="130" y="4276"/>
                </a:lnTo>
                <a:lnTo>
                  <a:pt x="141" y="4221"/>
                </a:lnTo>
                <a:lnTo>
                  <a:pt x="151" y="4164"/>
                </a:lnTo>
                <a:lnTo>
                  <a:pt x="162" y="4105"/>
                </a:lnTo>
                <a:lnTo>
                  <a:pt x="173" y="4043"/>
                </a:lnTo>
                <a:lnTo>
                  <a:pt x="184" y="3979"/>
                </a:lnTo>
                <a:lnTo>
                  <a:pt x="195" y="3912"/>
                </a:lnTo>
                <a:lnTo>
                  <a:pt x="205" y="3842"/>
                </a:lnTo>
                <a:lnTo>
                  <a:pt x="216" y="3770"/>
                </a:lnTo>
                <a:lnTo>
                  <a:pt x="227" y="3696"/>
                </a:lnTo>
                <a:lnTo>
                  <a:pt x="238" y="3620"/>
                </a:lnTo>
                <a:lnTo>
                  <a:pt x="249" y="3541"/>
                </a:lnTo>
                <a:lnTo>
                  <a:pt x="260" y="3460"/>
                </a:lnTo>
                <a:lnTo>
                  <a:pt x="270" y="3378"/>
                </a:lnTo>
                <a:lnTo>
                  <a:pt x="281" y="3294"/>
                </a:lnTo>
                <a:lnTo>
                  <a:pt x="292" y="3208"/>
                </a:lnTo>
                <a:lnTo>
                  <a:pt x="303" y="3120"/>
                </a:lnTo>
                <a:lnTo>
                  <a:pt x="314" y="3032"/>
                </a:lnTo>
                <a:lnTo>
                  <a:pt x="324" y="2943"/>
                </a:lnTo>
                <a:lnTo>
                  <a:pt x="335" y="2853"/>
                </a:lnTo>
                <a:lnTo>
                  <a:pt x="357" y="2673"/>
                </a:lnTo>
                <a:lnTo>
                  <a:pt x="368" y="2583"/>
                </a:lnTo>
                <a:lnTo>
                  <a:pt x="378" y="2494"/>
                </a:lnTo>
                <a:lnTo>
                  <a:pt x="389" y="2405"/>
                </a:lnTo>
                <a:lnTo>
                  <a:pt x="400" y="2318"/>
                </a:lnTo>
                <a:lnTo>
                  <a:pt x="411" y="2233"/>
                </a:lnTo>
                <a:lnTo>
                  <a:pt x="422" y="2149"/>
                </a:lnTo>
                <a:lnTo>
                  <a:pt x="432" y="2067"/>
                </a:lnTo>
                <a:lnTo>
                  <a:pt x="443" y="1988"/>
                </a:lnTo>
                <a:lnTo>
                  <a:pt x="454" y="1911"/>
                </a:lnTo>
                <a:lnTo>
                  <a:pt x="465" y="1837"/>
                </a:lnTo>
                <a:lnTo>
                  <a:pt x="476" y="1766"/>
                </a:lnTo>
                <a:lnTo>
                  <a:pt x="487" y="1699"/>
                </a:lnTo>
                <a:lnTo>
                  <a:pt x="497" y="1634"/>
                </a:lnTo>
                <a:lnTo>
                  <a:pt x="508" y="1573"/>
                </a:lnTo>
                <a:lnTo>
                  <a:pt x="519" y="1515"/>
                </a:lnTo>
                <a:lnTo>
                  <a:pt x="530" y="1461"/>
                </a:lnTo>
                <a:lnTo>
                  <a:pt x="541" y="1410"/>
                </a:lnTo>
                <a:lnTo>
                  <a:pt x="551" y="1363"/>
                </a:lnTo>
                <a:lnTo>
                  <a:pt x="562" y="1319"/>
                </a:lnTo>
                <a:lnTo>
                  <a:pt x="573" y="1277"/>
                </a:lnTo>
                <a:lnTo>
                  <a:pt x="584" y="1240"/>
                </a:lnTo>
                <a:lnTo>
                  <a:pt x="595" y="1206"/>
                </a:lnTo>
                <a:lnTo>
                  <a:pt x="605" y="1173"/>
                </a:lnTo>
                <a:lnTo>
                  <a:pt x="616" y="1144"/>
                </a:lnTo>
                <a:lnTo>
                  <a:pt x="627" y="1117"/>
                </a:lnTo>
                <a:lnTo>
                  <a:pt x="638" y="1092"/>
                </a:lnTo>
                <a:lnTo>
                  <a:pt x="649" y="1069"/>
                </a:lnTo>
                <a:lnTo>
                  <a:pt x="659" y="1047"/>
                </a:lnTo>
                <a:lnTo>
                  <a:pt x="670" y="1027"/>
                </a:lnTo>
                <a:lnTo>
                  <a:pt x="681" y="1008"/>
                </a:lnTo>
                <a:lnTo>
                  <a:pt x="692" y="990"/>
                </a:lnTo>
                <a:lnTo>
                  <a:pt x="703" y="973"/>
                </a:lnTo>
                <a:lnTo>
                  <a:pt x="713" y="956"/>
                </a:lnTo>
                <a:lnTo>
                  <a:pt x="724" y="939"/>
                </a:lnTo>
                <a:lnTo>
                  <a:pt x="735" y="922"/>
                </a:lnTo>
                <a:lnTo>
                  <a:pt x="746" y="905"/>
                </a:lnTo>
                <a:lnTo>
                  <a:pt x="757" y="888"/>
                </a:lnTo>
                <a:lnTo>
                  <a:pt x="768" y="870"/>
                </a:lnTo>
                <a:lnTo>
                  <a:pt x="778" y="852"/>
                </a:lnTo>
                <a:lnTo>
                  <a:pt x="789" y="832"/>
                </a:lnTo>
                <a:lnTo>
                  <a:pt x="800" y="813"/>
                </a:lnTo>
                <a:lnTo>
                  <a:pt x="811" y="791"/>
                </a:lnTo>
                <a:lnTo>
                  <a:pt x="822" y="769"/>
                </a:lnTo>
                <a:lnTo>
                  <a:pt x="832" y="746"/>
                </a:lnTo>
                <a:lnTo>
                  <a:pt x="843" y="722"/>
                </a:lnTo>
                <a:lnTo>
                  <a:pt x="854" y="697"/>
                </a:lnTo>
                <a:lnTo>
                  <a:pt x="865" y="670"/>
                </a:lnTo>
                <a:lnTo>
                  <a:pt x="876" y="643"/>
                </a:lnTo>
                <a:lnTo>
                  <a:pt x="886" y="614"/>
                </a:lnTo>
                <a:lnTo>
                  <a:pt x="897" y="584"/>
                </a:lnTo>
                <a:lnTo>
                  <a:pt x="908" y="554"/>
                </a:lnTo>
                <a:lnTo>
                  <a:pt x="919" y="523"/>
                </a:lnTo>
                <a:lnTo>
                  <a:pt x="930" y="491"/>
                </a:lnTo>
                <a:lnTo>
                  <a:pt x="940" y="458"/>
                </a:lnTo>
                <a:lnTo>
                  <a:pt x="951" y="425"/>
                </a:lnTo>
                <a:lnTo>
                  <a:pt x="962" y="392"/>
                </a:lnTo>
                <a:lnTo>
                  <a:pt x="973" y="359"/>
                </a:lnTo>
                <a:lnTo>
                  <a:pt x="984" y="326"/>
                </a:lnTo>
                <a:lnTo>
                  <a:pt x="994" y="294"/>
                </a:lnTo>
                <a:lnTo>
                  <a:pt x="1005" y="262"/>
                </a:lnTo>
                <a:lnTo>
                  <a:pt x="1016" y="231"/>
                </a:lnTo>
                <a:lnTo>
                  <a:pt x="1027" y="200"/>
                </a:lnTo>
                <a:lnTo>
                  <a:pt x="1038" y="172"/>
                </a:lnTo>
                <a:lnTo>
                  <a:pt x="1048" y="144"/>
                </a:lnTo>
                <a:lnTo>
                  <a:pt x="1059" y="119"/>
                </a:lnTo>
                <a:lnTo>
                  <a:pt x="1070" y="96"/>
                </a:lnTo>
                <a:lnTo>
                  <a:pt x="1081" y="74"/>
                </a:lnTo>
                <a:lnTo>
                  <a:pt x="1092" y="55"/>
                </a:lnTo>
                <a:lnTo>
                  <a:pt x="1103" y="39"/>
                </a:lnTo>
                <a:lnTo>
                  <a:pt x="1113" y="25"/>
                </a:lnTo>
                <a:lnTo>
                  <a:pt x="1124" y="14"/>
                </a:lnTo>
                <a:lnTo>
                  <a:pt x="1135" y="6"/>
                </a:lnTo>
                <a:lnTo>
                  <a:pt x="1146" y="1"/>
                </a:lnTo>
                <a:lnTo>
                  <a:pt x="1157" y="0"/>
                </a:lnTo>
                <a:lnTo>
                  <a:pt x="1167" y="2"/>
                </a:lnTo>
                <a:lnTo>
                  <a:pt x="1178" y="6"/>
                </a:lnTo>
                <a:lnTo>
                  <a:pt x="1189" y="14"/>
                </a:lnTo>
                <a:lnTo>
                  <a:pt x="1200" y="24"/>
                </a:lnTo>
                <a:lnTo>
                  <a:pt x="1211" y="38"/>
                </a:lnTo>
                <a:lnTo>
                  <a:pt x="1221" y="55"/>
                </a:lnTo>
                <a:lnTo>
                  <a:pt x="1232" y="74"/>
                </a:lnTo>
                <a:lnTo>
                  <a:pt x="1243" y="95"/>
                </a:lnTo>
                <a:lnTo>
                  <a:pt x="1254" y="119"/>
                </a:lnTo>
                <a:lnTo>
                  <a:pt x="1265" y="145"/>
                </a:lnTo>
                <a:lnTo>
                  <a:pt x="1275" y="173"/>
                </a:lnTo>
                <a:lnTo>
                  <a:pt x="1286" y="202"/>
                </a:lnTo>
                <a:lnTo>
                  <a:pt x="1297" y="233"/>
                </a:lnTo>
                <a:lnTo>
                  <a:pt x="1308" y="264"/>
                </a:lnTo>
                <a:lnTo>
                  <a:pt x="1319" y="297"/>
                </a:lnTo>
                <a:lnTo>
                  <a:pt x="1330" y="330"/>
                </a:lnTo>
                <a:lnTo>
                  <a:pt x="1340" y="364"/>
                </a:lnTo>
                <a:lnTo>
                  <a:pt x="1351" y="397"/>
                </a:lnTo>
                <a:lnTo>
                  <a:pt x="1362" y="431"/>
                </a:lnTo>
                <a:lnTo>
                  <a:pt x="1373" y="465"/>
                </a:lnTo>
                <a:lnTo>
                  <a:pt x="1384" y="499"/>
                </a:lnTo>
                <a:lnTo>
                  <a:pt x="1394" y="532"/>
                </a:lnTo>
                <a:lnTo>
                  <a:pt x="1405" y="565"/>
                </a:lnTo>
                <a:lnTo>
                  <a:pt x="1416" y="597"/>
                </a:lnTo>
                <a:lnTo>
                  <a:pt x="1427" y="630"/>
                </a:lnTo>
                <a:lnTo>
                  <a:pt x="1438" y="661"/>
                </a:lnTo>
                <a:lnTo>
                  <a:pt x="1448" y="692"/>
                </a:lnTo>
                <a:lnTo>
                  <a:pt x="1459" y="723"/>
                </a:lnTo>
                <a:lnTo>
                  <a:pt x="1470" y="754"/>
                </a:lnTo>
                <a:lnTo>
                  <a:pt x="1481" y="785"/>
                </a:lnTo>
                <a:lnTo>
                  <a:pt x="1492" y="815"/>
                </a:lnTo>
                <a:lnTo>
                  <a:pt x="1502" y="846"/>
                </a:lnTo>
                <a:lnTo>
                  <a:pt x="1513" y="877"/>
                </a:lnTo>
                <a:lnTo>
                  <a:pt x="1524" y="908"/>
                </a:lnTo>
                <a:lnTo>
                  <a:pt x="1535" y="940"/>
                </a:lnTo>
                <a:lnTo>
                  <a:pt x="1546" y="973"/>
                </a:lnTo>
                <a:lnTo>
                  <a:pt x="1557" y="1006"/>
                </a:lnTo>
                <a:lnTo>
                  <a:pt x="1567" y="1040"/>
                </a:lnTo>
                <a:lnTo>
                  <a:pt x="1578" y="1075"/>
                </a:lnTo>
                <a:lnTo>
                  <a:pt x="1589" y="1112"/>
                </a:lnTo>
                <a:lnTo>
                  <a:pt x="1600" y="1149"/>
                </a:lnTo>
                <a:lnTo>
                  <a:pt x="1611" y="1188"/>
                </a:lnTo>
                <a:lnTo>
                  <a:pt x="1621" y="1228"/>
                </a:lnTo>
                <a:lnTo>
                  <a:pt x="1632" y="1270"/>
                </a:lnTo>
                <a:lnTo>
                  <a:pt x="1643" y="1313"/>
                </a:lnTo>
                <a:lnTo>
                  <a:pt x="1654" y="1358"/>
                </a:lnTo>
                <a:lnTo>
                  <a:pt x="1665" y="1404"/>
                </a:lnTo>
                <a:lnTo>
                  <a:pt x="1675" y="1453"/>
                </a:lnTo>
                <a:lnTo>
                  <a:pt x="1686" y="1503"/>
                </a:lnTo>
                <a:lnTo>
                  <a:pt x="1697" y="1555"/>
                </a:lnTo>
                <a:lnTo>
                  <a:pt x="1708" y="1608"/>
                </a:lnTo>
                <a:lnTo>
                  <a:pt x="1719" y="1664"/>
                </a:lnTo>
                <a:lnTo>
                  <a:pt x="1729" y="1721"/>
                </a:lnTo>
                <a:lnTo>
                  <a:pt x="1740" y="1781"/>
                </a:lnTo>
                <a:lnTo>
                  <a:pt x="1751" y="1842"/>
                </a:lnTo>
                <a:lnTo>
                  <a:pt x="1762" y="1905"/>
                </a:lnTo>
                <a:lnTo>
                  <a:pt x="1773" y="1970"/>
                </a:lnTo>
                <a:lnTo>
                  <a:pt x="1784" y="2037"/>
                </a:lnTo>
                <a:lnTo>
                  <a:pt x="1794" y="2105"/>
                </a:lnTo>
                <a:lnTo>
                  <a:pt x="1805" y="2175"/>
                </a:lnTo>
                <a:lnTo>
                  <a:pt x="1816" y="2247"/>
                </a:lnTo>
                <a:lnTo>
                  <a:pt x="1827" y="2320"/>
                </a:lnTo>
                <a:lnTo>
                  <a:pt x="1838" y="2394"/>
                </a:lnTo>
                <a:lnTo>
                  <a:pt x="1848" y="2470"/>
                </a:lnTo>
                <a:lnTo>
                  <a:pt x="1859" y="2546"/>
                </a:lnTo>
                <a:lnTo>
                  <a:pt x="1870" y="2623"/>
                </a:lnTo>
                <a:lnTo>
                  <a:pt x="1881" y="2701"/>
                </a:lnTo>
                <a:lnTo>
                  <a:pt x="1892" y="2779"/>
                </a:lnTo>
                <a:lnTo>
                  <a:pt x="1902" y="2857"/>
                </a:lnTo>
                <a:lnTo>
                  <a:pt x="1913" y="2935"/>
                </a:lnTo>
                <a:lnTo>
                  <a:pt x="1924" y="3013"/>
                </a:lnTo>
                <a:lnTo>
                  <a:pt x="1935" y="3090"/>
                </a:lnTo>
                <a:lnTo>
                  <a:pt x="1946" y="3166"/>
                </a:lnTo>
                <a:lnTo>
                  <a:pt x="1956" y="3242"/>
                </a:lnTo>
                <a:lnTo>
                  <a:pt x="1967" y="3316"/>
                </a:lnTo>
                <a:lnTo>
                  <a:pt x="1978" y="3389"/>
                </a:lnTo>
                <a:lnTo>
                  <a:pt x="1989" y="3461"/>
                </a:lnTo>
                <a:lnTo>
                  <a:pt x="2000" y="3531"/>
                </a:lnTo>
                <a:lnTo>
                  <a:pt x="2010" y="3599"/>
                </a:lnTo>
                <a:lnTo>
                  <a:pt x="2021" y="3665"/>
                </a:lnTo>
                <a:lnTo>
                  <a:pt x="2032" y="3730"/>
                </a:lnTo>
                <a:lnTo>
                  <a:pt x="2043" y="3792"/>
                </a:lnTo>
                <a:lnTo>
                  <a:pt x="2054" y="3852"/>
                </a:lnTo>
                <a:lnTo>
                  <a:pt x="2064" y="3911"/>
                </a:lnTo>
                <a:lnTo>
                  <a:pt x="2075" y="3967"/>
                </a:lnTo>
                <a:lnTo>
                  <a:pt x="2086" y="4021"/>
                </a:lnTo>
                <a:lnTo>
                  <a:pt x="2097" y="4073"/>
                </a:lnTo>
                <a:lnTo>
                  <a:pt x="2108" y="4122"/>
                </a:lnTo>
                <a:lnTo>
                  <a:pt x="2119" y="4170"/>
                </a:lnTo>
                <a:lnTo>
                  <a:pt x="2129" y="4216"/>
                </a:lnTo>
                <a:lnTo>
                  <a:pt x="2140" y="4260"/>
                </a:lnTo>
                <a:lnTo>
                  <a:pt x="2151" y="4302"/>
                </a:lnTo>
                <a:lnTo>
                  <a:pt x="2162" y="4342"/>
                </a:lnTo>
                <a:lnTo>
                  <a:pt x="2173" y="4380"/>
                </a:lnTo>
                <a:lnTo>
                  <a:pt x="2183" y="4417"/>
                </a:lnTo>
                <a:lnTo>
                  <a:pt x="2194" y="4451"/>
                </a:lnTo>
                <a:lnTo>
                  <a:pt x="2205" y="4484"/>
                </a:lnTo>
                <a:lnTo>
                  <a:pt x="2216" y="4515"/>
                </a:lnTo>
                <a:lnTo>
                  <a:pt x="2227" y="4545"/>
                </a:lnTo>
                <a:lnTo>
                  <a:pt x="2237" y="4573"/>
                </a:lnTo>
                <a:lnTo>
                  <a:pt x="2248" y="4600"/>
                </a:lnTo>
                <a:lnTo>
                  <a:pt x="2259" y="4625"/>
                </a:lnTo>
                <a:lnTo>
                  <a:pt x="2270" y="4649"/>
                </a:lnTo>
                <a:lnTo>
                  <a:pt x="2281" y="4672"/>
                </a:lnTo>
                <a:lnTo>
                  <a:pt x="2291" y="4694"/>
                </a:lnTo>
                <a:lnTo>
                  <a:pt x="2302" y="4714"/>
                </a:lnTo>
                <a:lnTo>
                  <a:pt x="2313" y="4733"/>
                </a:lnTo>
                <a:lnTo>
                  <a:pt x="2324" y="4751"/>
                </a:lnTo>
                <a:lnTo>
                  <a:pt x="2335" y="4768"/>
                </a:lnTo>
                <a:lnTo>
                  <a:pt x="2345" y="4785"/>
                </a:lnTo>
                <a:lnTo>
                  <a:pt x="2356" y="4800"/>
                </a:lnTo>
                <a:lnTo>
                  <a:pt x="2367" y="4815"/>
                </a:lnTo>
                <a:lnTo>
                  <a:pt x="2378" y="4829"/>
                </a:lnTo>
                <a:lnTo>
                  <a:pt x="2389" y="4842"/>
                </a:lnTo>
                <a:lnTo>
                  <a:pt x="2400" y="4855"/>
                </a:lnTo>
                <a:lnTo>
                  <a:pt x="2410" y="4867"/>
                </a:lnTo>
                <a:lnTo>
                  <a:pt x="2421" y="4879"/>
                </a:lnTo>
                <a:lnTo>
                  <a:pt x="2432" y="4890"/>
                </a:lnTo>
                <a:lnTo>
                  <a:pt x="2443" y="4901"/>
                </a:lnTo>
                <a:lnTo>
                  <a:pt x="2454" y="4912"/>
                </a:lnTo>
                <a:lnTo>
                  <a:pt x="2464" y="4923"/>
                </a:lnTo>
                <a:lnTo>
                  <a:pt x="2475" y="4934"/>
                </a:lnTo>
                <a:lnTo>
                  <a:pt x="2486" y="4944"/>
                </a:lnTo>
                <a:lnTo>
                  <a:pt x="2497" y="4954"/>
                </a:lnTo>
                <a:lnTo>
                  <a:pt x="2508" y="4964"/>
                </a:lnTo>
                <a:lnTo>
                  <a:pt x="2518" y="4975"/>
                </a:lnTo>
                <a:lnTo>
                  <a:pt x="2529" y="4985"/>
                </a:lnTo>
                <a:lnTo>
                  <a:pt x="2540" y="4995"/>
                </a:lnTo>
                <a:lnTo>
                  <a:pt x="2551" y="5005"/>
                </a:lnTo>
                <a:lnTo>
                  <a:pt x="2562" y="5015"/>
                </a:lnTo>
                <a:lnTo>
                  <a:pt x="2572" y="5024"/>
                </a:lnTo>
                <a:lnTo>
                  <a:pt x="2583" y="5034"/>
                </a:lnTo>
                <a:lnTo>
                  <a:pt x="2594" y="5043"/>
                </a:lnTo>
                <a:lnTo>
                  <a:pt x="2605" y="5053"/>
                </a:lnTo>
                <a:lnTo>
                  <a:pt x="2616" y="5062"/>
                </a:lnTo>
                <a:lnTo>
                  <a:pt x="2627" y="5070"/>
                </a:lnTo>
                <a:lnTo>
                  <a:pt x="2637" y="5079"/>
                </a:lnTo>
                <a:lnTo>
                  <a:pt x="2648" y="5088"/>
                </a:lnTo>
                <a:lnTo>
                  <a:pt x="2659" y="5096"/>
                </a:lnTo>
                <a:lnTo>
                  <a:pt x="2670" y="5104"/>
                </a:lnTo>
                <a:lnTo>
                  <a:pt x="2681" y="5111"/>
                </a:lnTo>
                <a:lnTo>
                  <a:pt x="2691" y="5119"/>
                </a:lnTo>
                <a:lnTo>
                  <a:pt x="2702" y="5126"/>
                </a:lnTo>
                <a:lnTo>
                  <a:pt x="2713" y="5132"/>
                </a:lnTo>
                <a:lnTo>
                  <a:pt x="2724" y="5139"/>
                </a:lnTo>
                <a:lnTo>
                  <a:pt x="2735" y="5145"/>
                </a:lnTo>
                <a:lnTo>
                  <a:pt x="2746" y="5150"/>
                </a:lnTo>
                <a:lnTo>
                  <a:pt x="2757" y="5155"/>
                </a:lnTo>
                <a:lnTo>
                  <a:pt x="2768" y="5160"/>
                </a:lnTo>
                <a:lnTo>
                  <a:pt x="2779" y="5164"/>
                </a:lnTo>
                <a:lnTo>
                  <a:pt x="2790" y="5169"/>
                </a:lnTo>
                <a:lnTo>
                  <a:pt x="2801" y="5172"/>
                </a:lnTo>
                <a:lnTo>
                  <a:pt x="2811" y="5176"/>
                </a:lnTo>
                <a:lnTo>
                  <a:pt x="2822" y="5179"/>
                </a:lnTo>
                <a:lnTo>
                  <a:pt x="2833" y="5182"/>
                </a:lnTo>
                <a:lnTo>
                  <a:pt x="2844" y="5184"/>
                </a:lnTo>
                <a:lnTo>
                  <a:pt x="2855" y="5186"/>
                </a:lnTo>
                <a:lnTo>
                  <a:pt x="2865" y="5189"/>
                </a:lnTo>
                <a:lnTo>
                  <a:pt x="2876" y="5190"/>
                </a:lnTo>
                <a:lnTo>
                  <a:pt x="2887" y="5192"/>
                </a:lnTo>
                <a:lnTo>
                  <a:pt x="2898" y="5193"/>
                </a:lnTo>
                <a:lnTo>
                  <a:pt x="2909" y="5194"/>
                </a:lnTo>
                <a:lnTo>
                  <a:pt x="2919" y="5196"/>
                </a:lnTo>
                <a:lnTo>
                  <a:pt x="2930" y="5197"/>
                </a:lnTo>
                <a:lnTo>
                  <a:pt x="2941" y="5197"/>
                </a:lnTo>
                <a:lnTo>
                  <a:pt x="2952" y="5198"/>
                </a:lnTo>
                <a:lnTo>
                  <a:pt x="2963" y="5199"/>
                </a:lnTo>
                <a:lnTo>
                  <a:pt x="2974" y="5199"/>
                </a:lnTo>
                <a:lnTo>
                  <a:pt x="2995" y="5200"/>
                </a:lnTo>
                <a:lnTo>
                  <a:pt x="3006" y="5200"/>
                </a:lnTo>
                <a:lnTo>
                  <a:pt x="3017" y="5200"/>
                </a:lnTo>
                <a:lnTo>
                  <a:pt x="3028" y="5200"/>
                </a:lnTo>
                <a:lnTo>
                  <a:pt x="3038" y="5201"/>
                </a:lnTo>
                <a:lnTo>
                  <a:pt x="3049" y="5201"/>
                </a:lnTo>
                <a:lnTo>
                  <a:pt x="3060" y="5201"/>
                </a:lnTo>
                <a:lnTo>
                  <a:pt x="3071" y="5201"/>
                </a:lnTo>
                <a:lnTo>
                  <a:pt x="3082" y="5201"/>
                </a:lnTo>
                <a:lnTo>
                  <a:pt x="3103" y="5201"/>
                </a:lnTo>
                <a:lnTo>
                  <a:pt x="3114" y="5201"/>
                </a:lnTo>
                <a:lnTo>
                  <a:pt x="3157" y="5201"/>
                </a:lnTo>
                <a:lnTo>
                  <a:pt x="3168" y="5201"/>
                </a:lnTo>
                <a:lnTo>
                  <a:pt x="0" y="5201"/>
                </a:lnTo>
                <a:lnTo>
                  <a:pt x="0" y="4767"/>
                </a:lnTo>
                <a:close/>
              </a:path>
            </a:pathLst>
          </a:custGeom>
          <a:solidFill>
            <a:srgbClr val="8C8C8C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 flipV="1">
            <a:off x="6898680" y="952200"/>
            <a:ext cx="0" cy="2033280"/>
          </a:xfrm>
          <a:prstGeom prst="line">
            <a:avLst/>
          </a:prstGeom>
          <a:ln w="12240">
            <a:solidFill>
              <a:srgbClr val="8C8C8C"/>
            </a:solidFill>
            <a:custDash>
              <a:ds d="1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 flipV="1">
            <a:off x="8408520" y="926280"/>
            <a:ext cx="0" cy="2059200"/>
          </a:xfrm>
          <a:prstGeom prst="line">
            <a:avLst/>
          </a:prstGeom>
          <a:ln w="1872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8868960" y="926280"/>
            <a:ext cx="2326680" cy="2059560"/>
          </a:xfrm>
          <a:custGeom>
            <a:avLst/>
            <a:gdLst/>
            <a:ahLst/>
            <a:rect l="0" t="0" r="r" b="b"/>
            <a:pathLst>
              <a:path w="6463" h="5721">
                <a:moveTo>
                  <a:pt x="0" y="0"/>
                </a:moveTo>
                <a:lnTo>
                  <a:pt x="6463" y="0"/>
                </a:lnTo>
                <a:lnTo>
                  <a:pt x="6463" y="5721"/>
                </a:lnTo>
                <a:lnTo>
                  <a:pt x="0" y="57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8968320" y="1019880"/>
            <a:ext cx="1988640" cy="1872360"/>
          </a:xfrm>
          <a:custGeom>
            <a:avLst/>
            <a:gdLst/>
            <a:ahLst/>
            <a:rect l="0" t="0" r="r" b="b"/>
            <a:pathLst>
              <a:path w="5524" h="5201">
                <a:moveTo>
                  <a:pt x="0" y="5161"/>
                </a:moveTo>
                <a:lnTo>
                  <a:pt x="22" y="5157"/>
                </a:lnTo>
                <a:lnTo>
                  <a:pt x="33" y="5155"/>
                </a:lnTo>
                <a:lnTo>
                  <a:pt x="43" y="5152"/>
                </a:lnTo>
                <a:lnTo>
                  <a:pt x="54" y="5150"/>
                </a:lnTo>
                <a:lnTo>
                  <a:pt x="65" y="5148"/>
                </a:lnTo>
                <a:lnTo>
                  <a:pt x="76" y="5146"/>
                </a:lnTo>
                <a:lnTo>
                  <a:pt x="87" y="5143"/>
                </a:lnTo>
                <a:lnTo>
                  <a:pt x="98" y="5141"/>
                </a:lnTo>
                <a:lnTo>
                  <a:pt x="108" y="5139"/>
                </a:lnTo>
                <a:lnTo>
                  <a:pt x="119" y="5136"/>
                </a:lnTo>
                <a:lnTo>
                  <a:pt x="130" y="5134"/>
                </a:lnTo>
                <a:lnTo>
                  <a:pt x="141" y="5131"/>
                </a:lnTo>
                <a:lnTo>
                  <a:pt x="152" y="5129"/>
                </a:lnTo>
                <a:lnTo>
                  <a:pt x="173" y="5124"/>
                </a:lnTo>
                <a:lnTo>
                  <a:pt x="184" y="5121"/>
                </a:lnTo>
                <a:lnTo>
                  <a:pt x="195" y="5119"/>
                </a:lnTo>
                <a:lnTo>
                  <a:pt x="206" y="5116"/>
                </a:lnTo>
                <a:lnTo>
                  <a:pt x="216" y="5114"/>
                </a:lnTo>
                <a:lnTo>
                  <a:pt x="227" y="5111"/>
                </a:lnTo>
                <a:lnTo>
                  <a:pt x="238" y="5109"/>
                </a:lnTo>
                <a:lnTo>
                  <a:pt x="249" y="5107"/>
                </a:lnTo>
                <a:lnTo>
                  <a:pt x="260" y="5104"/>
                </a:lnTo>
                <a:lnTo>
                  <a:pt x="270" y="5102"/>
                </a:lnTo>
                <a:lnTo>
                  <a:pt x="281" y="5099"/>
                </a:lnTo>
                <a:lnTo>
                  <a:pt x="292" y="5097"/>
                </a:lnTo>
                <a:lnTo>
                  <a:pt x="303" y="5094"/>
                </a:lnTo>
                <a:lnTo>
                  <a:pt x="314" y="5092"/>
                </a:lnTo>
                <a:lnTo>
                  <a:pt x="325" y="5090"/>
                </a:lnTo>
                <a:lnTo>
                  <a:pt x="346" y="5085"/>
                </a:lnTo>
                <a:lnTo>
                  <a:pt x="357" y="5083"/>
                </a:lnTo>
                <a:lnTo>
                  <a:pt x="368" y="5080"/>
                </a:lnTo>
                <a:lnTo>
                  <a:pt x="379" y="5078"/>
                </a:lnTo>
                <a:lnTo>
                  <a:pt x="389" y="5076"/>
                </a:lnTo>
                <a:lnTo>
                  <a:pt x="400" y="5074"/>
                </a:lnTo>
                <a:lnTo>
                  <a:pt x="422" y="5069"/>
                </a:lnTo>
                <a:lnTo>
                  <a:pt x="433" y="5067"/>
                </a:lnTo>
                <a:lnTo>
                  <a:pt x="443" y="5065"/>
                </a:lnTo>
                <a:lnTo>
                  <a:pt x="454" y="5063"/>
                </a:lnTo>
                <a:lnTo>
                  <a:pt x="465" y="5060"/>
                </a:lnTo>
                <a:lnTo>
                  <a:pt x="476" y="5058"/>
                </a:lnTo>
                <a:lnTo>
                  <a:pt x="487" y="5056"/>
                </a:lnTo>
                <a:lnTo>
                  <a:pt x="498" y="5053"/>
                </a:lnTo>
                <a:lnTo>
                  <a:pt x="519" y="5048"/>
                </a:lnTo>
                <a:lnTo>
                  <a:pt x="530" y="5046"/>
                </a:lnTo>
                <a:lnTo>
                  <a:pt x="541" y="5043"/>
                </a:lnTo>
                <a:lnTo>
                  <a:pt x="552" y="5041"/>
                </a:lnTo>
                <a:lnTo>
                  <a:pt x="562" y="5038"/>
                </a:lnTo>
                <a:lnTo>
                  <a:pt x="573" y="5035"/>
                </a:lnTo>
                <a:lnTo>
                  <a:pt x="584" y="5032"/>
                </a:lnTo>
                <a:lnTo>
                  <a:pt x="595" y="5029"/>
                </a:lnTo>
                <a:lnTo>
                  <a:pt x="606" y="5026"/>
                </a:lnTo>
                <a:lnTo>
                  <a:pt x="616" y="5022"/>
                </a:lnTo>
                <a:lnTo>
                  <a:pt x="627" y="5019"/>
                </a:lnTo>
                <a:lnTo>
                  <a:pt x="638" y="5015"/>
                </a:lnTo>
                <a:lnTo>
                  <a:pt x="649" y="5011"/>
                </a:lnTo>
                <a:lnTo>
                  <a:pt x="660" y="5006"/>
                </a:lnTo>
                <a:lnTo>
                  <a:pt x="670" y="5002"/>
                </a:lnTo>
                <a:lnTo>
                  <a:pt x="681" y="4997"/>
                </a:lnTo>
                <a:lnTo>
                  <a:pt x="692" y="4992"/>
                </a:lnTo>
                <a:lnTo>
                  <a:pt x="703" y="4987"/>
                </a:lnTo>
                <a:lnTo>
                  <a:pt x="714" y="4982"/>
                </a:lnTo>
                <a:lnTo>
                  <a:pt x="725" y="4976"/>
                </a:lnTo>
                <a:lnTo>
                  <a:pt x="735" y="4970"/>
                </a:lnTo>
                <a:lnTo>
                  <a:pt x="746" y="4962"/>
                </a:lnTo>
                <a:lnTo>
                  <a:pt x="757" y="4956"/>
                </a:lnTo>
                <a:lnTo>
                  <a:pt x="768" y="4948"/>
                </a:lnTo>
                <a:lnTo>
                  <a:pt x="779" y="4941"/>
                </a:lnTo>
                <a:lnTo>
                  <a:pt x="789" y="4933"/>
                </a:lnTo>
                <a:lnTo>
                  <a:pt x="800" y="4925"/>
                </a:lnTo>
                <a:lnTo>
                  <a:pt x="811" y="4916"/>
                </a:lnTo>
                <a:lnTo>
                  <a:pt x="822" y="4907"/>
                </a:lnTo>
                <a:lnTo>
                  <a:pt x="833" y="4898"/>
                </a:lnTo>
                <a:lnTo>
                  <a:pt x="843" y="4888"/>
                </a:lnTo>
                <a:lnTo>
                  <a:pt x="854" y="4877"/>
                </a:lnTo>
                <a:lnTo>
                  <a:pt x="865" y="4867"/>
                </a:lnTo>
                <a:lnTo>
                  <a:pt x="876" y="4855"/>
                </a:lnTo>
                <a:lnTo>
                  <a:pt x="887" y="4844"/>
                </a:lnTo>
                <a:lnTo>
                  <a:pt x="897" y="4832"/>
                </a:lnTo>
                <a:lnTo>
                  <a:pt x="908" y="4819"/>
                </a:lnTo>
                <a:lnTo>
                  <a:pt x="919" y="4806"/>
                </a:lnTo>
                <a:lnTo>
                  <a:pt x="930" y="4793"/>
                </a:lnTo>
                <a:lnTo>
                  <a:pt x="941" y="4779"/>
                </a:lnTo>
                <a:lnTo>
                  <a:pt x="951" y="4764"/>
                </a:lnTo>
                <a:lnTo>
                  <a:pt x="962" y="4750"/>
                </a:lnTo>
                <a:lnTo>
                  <a:pt x="973" y="4735"/>
                </a:lnTo>
                <a:lnTo>
                  <a:pt x="984" y="4719"/>
                </a:lnTo>
                <a:lnTo>
                  <a:pt x="995" y="4703"/>
                </a:lnTo>
                <a:lnTo>
                  <a:pt x="1006" y="4687"/>
                </a:lnTo>
                <a:lnTo>
                  <a:pt x="1016" y="4670"/>
                </a:lnTo>
                <a:lnTo>
                  <a:pt x="1027" y="4653"/>
                </a:lnTo>
                <a:lnTo>
                  <a:pt x="1038" y="4635"/>
                </a:lnTo>
                <a:lnTo>
                  <a:pt x="1049" y="4617"/>
                </a:lnTo>
                <a:lnTo>
                  <a:pt x="1060" y="4599"/>
                </a:lnTo>
                <a:lnTo>
                  <a:pt x="1070" y="4581"/>
                </a:lnTo>
                <a:lnTo>
                  <a:pt x="1081" y="4562"/>
                </a:lnTo>
                <a:lnTo>
                  <a:pt x="1092" y="4543"/>
                </a:lnTo>
                <a:lnTo>
                  <a:pt x="1103" y="4523"/>
                </a:lnTo>
                <a:lnTo>
                  <a:pt x="1114" y="4504"/>
                </a:lnTo>
                <a:lnTo>
                  <a:pt x="1124" y="4484"/>
                </a:lnTo>
                <a:lnTo>
                  <a:pt x="1135" y="4464"/>
                </a:lnTo>
                <a:lnTo>
                  <a:pt x="1146" y="4443"/>
                </a:lnTo>
                <a:lnTo>
                  <a:pt x="1157" y="4423"/>
                </a:lnTo>
                <a:lnTo>
                  <a:pt x="1168" y="4402"/>
                </a:lnTo>
                <a:lnTo>
                  <a:pt x="1178" y="4381"/>
                </a:lnTo>
                <a:lnTo>
                  <a:pt x="1189" y="4360"/>
                </a:lnTo>
                <a:lnTo>
                  <a:pt x="1200" y="4339"/>
                </a:lnTo>
                <a:lnTo>
                  <a:pt x="1211" y="4318"/>
                </a:lnTo>
                <a:lnTo>
                  <a:pt x="1222" y="4297"/>
                </a:lnTo>
                <a:lnTo>
                  <a:pt x="1232" y="4276"/>
                </a:lnTo>
                <a:lnTo>
                  <a:pt x="1243" y="4254"/>
                </a:lnTo>
                <a:lnTo>
                  <a:pt x="1254" y="4233"/>
                </a:lnTo>
                <a:lnTo>
                  <a:pt x="1265" y="4211"/>
                </a:lnTo>
                <a:lnTo>
                  <a:pt x="1276" y="4190"/>
                </a:lnTo>
                <a:lnTo>
                  <a:pt x="1286" y="4168"/>
                </a:lnTo>
                <a:lnTo>
                  <a:pt x="1297" y="4147"/>
                </a:lnTo>
                <a:lnTo>
                  <a:pt x="1308" y="4125"/>
                </a:lnTo>
                <a:lnTo>
                  <a:pt x="1319" y="4103"/>
                </a:lnTo>
                <a:lnTo>
                  <a:pt x="1341" y="4060"/>
                </a:lnTo>
                <a:lnTo>
                  <a:pt x="1351" y="4038"/>
                </a:lnTo>
                <a:lnTo>
                  <a:pt x="1362" y="4016"/>
                </a:lnTo>
                <a:lnTo>
                  <a:pt x="1373" y="3995"/>
                </a:lnTo>
                <a:lnTo>
                  <a:pt x="1384" y="3973"/>
                </a:lnTo>
                <a:lnTo>
                  <a:pt x="1395" y="3951"/>
                </a:lnTo>
                <a:lnTo>
                  <a:pt x="1416" y="3907"/>
                </a:lnTo>
                <a:lnTo>
                  <a:pt x="1427" y="3885"/>
                </a:lnTo>
                <a:lnTo>
                  <a:pt x="1438" y="3862"/>
                </a:lnTo>
                <a:lnTo>
                  <a:pt x="1449" y="3840"/>
                </a:lnTo>
                <a:lnTo>
                  <a:pt x="1459" y="3817"/>
                </a:lnTo>
                <a:lnTo>
                  <a:pt x="1470" y="3795"/>
                </a:lnTo>
                <a:lnTo>
                  <a:pt x="1492" y="3749"/>
                </a:lnTo>
                <a:lnTo>
                  <a:pt x="1503" y="3725"/>
                </a:lnTo>
                <a:lnTo>
                  <a:pt x="1513" y="3702"/>
                </a:lnTo>
                <a:lnTo>
                  <a:pt x="1524" y="3678"/>
                </a:lnTo>
                <a:lnTo>
                  <a:pt x="1535" y="3654"/>
                </a:lnTo>
                <a:lnTo>
                  <a:pt x="1546" y="3629"/>
                </a:lnTo>
                <a:lnTo>
                  <a:pt x="1557" y="3604"/>
                </a:lnTo>
                <a:lnTo>
                  <a:pt x="1568" y="3579"/>
                </a:lnTo>
                <a:lnTo>
                  <a:pt x="1578" y="3554"/>
                </a:lnTo>
                <a:lnTo>
                  <a:pt x="1589" y="3528"/>
                </a:lnTo>
                <a:lnTo>
                  <a:pt x="1600" y="3502"/>
                </a:lnTo>
                <a:lnTo>
                  <a:pt x="1611" y="3476"/>
                </a:lnTo>
                <a:lnTo>
                  <a:pt x="1622" y="3449"/>
                </a:lnTo>
                <a:lnTo>
                  <a:pt x="1632" y="3421"/>
                </a:lnTo>
                <a:lnTo>
                  <a:pt x="1643" y="3394"/>
                </a:lnTo>
                <a:lnTo>
                  <a:pt x="1654" y="3365"/>
                </a:lnTo>
                <a:lnTo>
                  <a:pt x="1665" y="3337"/>
                </a:lnTo>
                <a:lnTo>
                  <a:pt x="1676" y="3308"/>
                </a:lnTo>
                <a:lnTo>
                  <a:pt x="1686" y="3279"/>
                </a:lnTo>
                <a:lnTo>
                  <a:pt x="1697" y="3249"/>
                </a:lnTo>
                <a:lnTo>
                  <a:pt x="1708" y="3219"/>
                </a:lnTo>
                <a:lnTo>
                  <a:pt x="1719" y="3189"/>
                </a:lnTo>
                <a:lnTo>
                  <a:pt x="1730" y="3158"/>
                </a:lnTo>
                <a:lnTo>
                  <a:pt x="1740" y="3127"/>
                </a:lnTo>
                <a:lnTo>
                  <a:pt x="1751" y="3095"/>
                </a:lnTo>
                <a:lnTo>
                  <a:pt x="1762" y="3064"/>
                </a:lnTo>
                <a:lnTo>
                  <a:pt x="1773" y="3032"/>
                </a:lnTo>
                <a:lnTo>
                  <a:pt x="1784" y="3000"/>
                </a:lnTo>
                <a:lnTo>
                  <a:pt x="1795" y="2967"/>
                </a:lnTo>
                <a:lnTo>
                  <a:pt x="1805" y="2935"/>
                </a:lnTo>
                <a:lnTo>
                  <a:pt x="1816" y="2902"/>
                </a:lnTo>
                <a:lnTo>
                  <a:pt x="1827" y="2870"/>
                </a:lnTo>
                <a:lnTo>
                  <a:pt x="1838" y="2837"/>
                </a:lnTo>
                <a:lnTo>
                  <a:pt x="1849" y="2805"/>
                </a:lnTo>
                <a:lnTo>
                  <a:pt x="1859" y="2772"/>
                </a:lnTo>
                <a:lnTo>
                  <a:pt x="1870" y="2740"/>
                </a:lnTo>
                <a:lnTo>
                  <a:pt x="1881" y="2708"/>
                </a:lnTo>
                <a:lnTo>
                  <a:pt x="1892" y="2676"/>
                </a:lnTo>
                <a:lnTo>
                  <a:pt x="1903" y="2645"/>
                </a:lnTo>
                <a:lnTo>
                  <a:pt x="1913" y="2614"/>
                </a:lnTo>
                <a:lnTo>
                  <a:pt x="1924" y="2583"/>
                </a:lnTo>
                <a:lnTo>
                  <a:pt x="1935" y="2552"/>
                </a:lnTo>
                <a:lnTo>
                  <a:pt x="1946" y="2523"/>
                </a:lnTo>
                <a:lnTo>
                  <a:pt x="1957" y="2493"/>
                </a:lnTo>
                <a:lnTo>
                  <a:pt x="1968" y="2465"/>
                </a:lnTo>
                <a:lnTo>
                  <a:pt x="1978" y="2437"/>
                </a:lnTo>
                <a:lnTo>
                  <a:pt x="1989" y="2409"/>
                </a:lnTo>
                <a:lnTo>
                  <a:pt x="2000" y="2383"/>
                </a:lnTo>
                <a:lnTo>
                  <a:pt x="2011" y="2357"/>
                </a:lnTo>
                <a:lnTo>
                  <a:pt x="2022" y="2332"/>
                </a:lnTo>
                <a:lnTo>
                  <a:pt x="2032" y="2308"/>
                </a:lnTo>
                <a:lnTo>
                  <a:pt x="2043" y="2285"/>
                </a:lnTo>
                <a:lnTo>
                  <a:pt x="2054" y="2263"/>
                </a:lnTo>
                <a:lnTo>
                  <a:pt x="2065" y="2241"/>
                </a:lnTo>
                <a:lnTo>
                  <a:pt x="2076" y="2221"/>
                </a:lnTo>
                <a:lnTo>
                  <a:pt x="2086" y="2202"/>
                </a:lnTo>
                <a:lnTo>
                  <a:pt x="2097" y="2184"/>
                </a:lnTo>
                <a:lnTo>
                  <a:pt x="2108" y="2166"/>
                </a:lnTo>
                <a:lnTo>
                  <a:pt x="2119" y="2150"/>
                </a:lnTo>
                <a:lnTo>
                  <a:pt x="2130" y="2135"/>
                </a:lnTo>
                <a:lnTo>
                  <a:pt x="2140" y="2121"/>
                </a:lnTo>
                <a:lnTo>
                  <a:pt x="2151" y="2108"/>
                </a:lnTo>
                <a:lnTo>
                  <a:pt x="2162" y="2097"/>
                </a:lnTo>
                <a:lnTo>
                  <a:pt x="2173" y="2086"/>
                </a:lnTo>
                <a:lnTo>
                  <a:pt x="2184" y="2076"/>
                </a:lnTo>
                <a:lnTo>
                  <a:pt x="2194" y="2067"/>
                </a:lnTo>
                <a:lnTo>
                  <a:pt x="2205" y="2059"/>
                </a:lnTo>
                <a:lnTo>
                  <a:pt x="2216" y="2052"/>
                </a:lnTo>
                <a:lnTo>
                  <a:pt x="2227" y="2046"/>
                </a:lnTo>
                <a:lnTo>
                  <a:pt x="2238" y="2041"/>
                </a:lnTo>
                <a:lnTo>
                  <a:pt x="2248" y="2037"/>
                </a:lnTo>
                <a:lnTo>
                  <a:pt x="2259" y="2033"/>
                </a:lnTo>
                <a:lnTo>
                  <a:pt x="2270" y="2031"/>
                </a:lnTo>
                <a:lnTo>
                  <a:pt x="2281" y="2029"/>
                </a:lnTo>
                <a:lnTo>
                  <a:pt x="2292" y="2028"/>
                </a:lnTo>
                <a:lnTo>
                  <a:pt x="2303" y="2027"/>
                </a:lnTo>
                <a:lnTo>
                  <a:pt x="2313" y="2027"/>
                </a:lnTo>
                <a:lnTo>
                  <a:pt x="2324" y="2027"/>
                </a:lnTo>
                <a:lnTo>
                  <a:pt x="2335" y="2028"/>
                </a:lnTo>
                <a:lnTo>
                  <a:pt x="2346" y="2029"/>
                </a:lnTo>
                <a:lnTo>
                  <a:pt x="2357" y="2031"/>
                </a:lnTo>
                <a:lnTo>
                  <a:pt x="2367" y="2032"/>
                </a:lnTo>
                <a:lnTo>
                  <a:pt x="2378" y="2034"/>
                </a:lnTo>
                <a:lnTo>
                  <a:pt x="2389" y="2036"/>
                </a:lnTo>
                <a:lnTo>
                  <a:pt x="2400" y="2038"/>
                </a:lnTo>
                <a:lnTo>
                  <a:pt x="2411" y="2040"/>
                </a:lnTo>
                <a:lnTo>
                  <a:pt x="2421" y="2042"/>
                </a:lnTo>
                <a:lnTo>
                  <a:pt x="2432" y="2044"/>
                </a:lnTo>
                <a:lnTo>
                  <a:pt x="2443" y="2046"/>
                </a:lnTo>
                <a:lnTo>
                  <a:pt x="2454" y="2047"/>
                </a:lnTo>
                <a:lnTo>
                  <a:pt x="2465" y="2048"/>
                </a:lnTo>
                <a:lnTo>
                  <a:pt x="2475" y="2049"/>
                </a:lnTo>
                <a:lnTo>
                  <a:pt x="2486" y="2049"/>
                </a:lnTo>
                <a:lnTo>
                  <a:pt x="2497" y="2048"/>
                </a:lnTo>
                <a:lnTo>
                  <a:pt x="2508" y="2048"/>
                </a:lnTo>
                <a:lnTo>
                  <a:pt x="2519" y="2046"/>
                </a:lnTo>
                <a:lnTo>
                  <a:pt x="2529" y="2044"/>
                </a:lnTo>
                <a:lnTo>
                  <a:pt x="2540" y="2041"/>
                </a:lnTo>
                <a:lnTo>
                  <a:pt x="2551" y="2038"/>
                </a:lnTo>
                <a:lnTo>
                  <a:pt x="2562" y="2033"/>
                </a:lnTo>
                <a:lnTo>
                  <a:pt x="2573" y="2028"/>
                </a:lnTo>
                <a:lnTo>
                  <a:pt x="2583" y="2022"/>
                </a:lnTo>
                <a:lnTo>
                  <a:pt x="2594" y="2015"/>
                </a:lnTo>
                <a:lnTo>
                  <a:pt x="2605" y="2007"/>
                </a:lnTo>
                <a:lnTo>
                  <a:pt x="2616" y="1998"/>
                </a:lnTo>
                <a:lnTo>
                  <a:pt x="2627" y="1988"/>
                </a:lnTo>
                <a:lnTo>
                  <a:pt x="2638" y="1977"/>
                </a:lnTo>
                <a:lnTo>
                  <a:pt x="2648" y="1965"/>
                </a:lnTo>
                <a:lnTo>
                  <a:pt x="2659" y="1951"/>
                </a:lnTo>
                <a:lnTo>
                  <a:pt x="2670" y="1937"/>
                </a:lnTo>
                <a:lnTo>
                  <a:pt x="2681" y="1922"/>
                </a:lnTo>
                <a:lnTo>
                  <a:pt x="2692" y="1905"/>
                </a:lnTo>
                <a:lnTo>
                  <a:pt x="2702" y="1887"/>
                </a:lnTo>
                <a:lnTo>
                  <a:pt x="2713" y="1868"/>
                </a:lnTo>
                <a:lnTo>
                  <a:pt x="2724" y="1849"/>
                </a:lnTo>
                <a:lnTo>
                  <a:pt x="2735" y="1827"/>
                </a:lnTo>
                <a:lnTo>
                  <a:pt x="2746" y="1805"/>
                </a:lnTo>
                <a:lnTo>
                  <a:pt x="2756" y="1782"/>
                </a:lnTo>
                <a:lnTo>
                  <a:pt x="2767" y="1757"/>
                </a:lnTo>
                <a:lnTo>
                  <a:pt x="2778" y="1732"/>
                </a:lnTo>
                <a:lnTo>
                  <a:pt x="2789" y="1705"/>
                </a:lnTo>
                <a:lnTo>
                  <a:pt x="2800" y="1677"/>
                </a:lnTo>
                <a:lnTo>
                  <a:pt x="2810" y="1648"/>
                </a:lnTo>
                <a:lnTo>
                  <a:pt x="2821" y="1618"/>
                </a:lnTo>
                <a:lnTo>
                  <a:pt x="2832" y="1587"/>
                </a:lnTo>
                <a:lnTo>
                  <a:pt x="2843" y="1555"/>
                </a:lnTo>
                <a:lnTo>
                  <a:pt x="2854" y="1522"/>
                </a:lnTo>
                <a:lnTo>
                  <a:pt x="2865" y="1489"/>
                </a:lnTo>
                <a:lnTo>
                  <a:pt x="2875" y="1454"/>
                </a:lnTo>
                <a:lnTo>
                  <a:pt x="2886" y="1418"/>
                </a:lnTo>
                <a:lnTo>
                  <a:pt x="2897" y="1382"/>
                </a:lnTo>
                <a:lnTo>
                  <a:pt x="2908" y="1345"/>
                </a:lnTo>
                <a:lnTo>
                  <a:pt x="2919" y="1307"/>
                </a:lnTo>
                <a:lnTo>
                  <a:pt x="2929" y="1269"/>
                </a:lnTo>
                <a:lnTo>
                  <a:pt x="2940" y="1230"/>
                </a:lnTo>
                <a:lnTo>
                  <a:pt x="2951" y="1190"/>
                </a:lnTo>
                <a:lnTo>
                  <a:pt x="2962" y="1150"/>
                </a:lnTo>
                <a:lnTo>
                  <a:pt x="2973" y="1110"/>
                </a:lnTo>
                <a:lnTo>
                  <a:pt x="2983" y="1069"/>
                </a:lnTo>
                <a:lnTo>
                  <a:pt x="2994" y="1028"/>
                </a:lnTo>
                <a:lnTo>
                  <a:pt x="3005" y="987"/>
                </a:lnTo>
                <a:lnTo>
                  <a:pt x="3016" y="945"/>
                </a:lnTo>
                <a:lnTo>
                  <a:pt x="3027" y="904"/>
                </a:lnTo>
                <a:lnTo>
                  <a:pt x="3038" y="863"/>
                </a:lnTo>
                <a:lnTo>
                  <a:pt x="3048" y="821"/>
                </a:lnTo>
                <a:lnTo>
                  <a:pt x="3059" y="780"/>
                </a:lnTo>
                <a:lnTo>
                  <a:pt x="3070" y="739"/>
                </a:lnTo>
                <a:lnTo>
                  <a:pt x="3081" y="699"/>
                </a:lnTo>
                <a:lnTo>
                  <a:pt x="3092" y="658"/>
                </a:lnTo>
                <a:lnTo>
                  <a:pt x="3102" y="619"/>
                </a:lnTo>
                <a:lnTo>
                  <a:pt x="3113" y="579"/>
                </a:lnTo>
                <a:lnTo>
                  <a:pt x="3124" y="541"/>
                </a:lnTo>
                <a:lnTo>
                  <a:pt x="3135" y="503"/>
                </a:lnTo>
                <a:lnTo>
                  <a:pt x="3146" y="466"/>
                </a:lnTo>
                <a:lnTo>
                  <a:pt x="3156" y="430"/>
                </a:lnTo>
                <a:lnTo>
                  <a:pt x="3167" y="395"/>
                </a:lnTo>
                <a:lnTo>
                  <a:pt x="3178" y="361"/>
                </a:lnTo>
                <a:lnTo>
                  <a:pt x="3189" y="328"/>
                </a:lnTo>
                <a:lnTo>
                  <a:pt x="3200" y="297"/>
                </a:lnTo>
                <a:lnTo>
                  <a:pt x="3211" y="266"/>
                </a:lnTo>
                <a:lnTo>
                  <a:pt x="3221" y="237"/>
                </a:lnTo>
                <a:lnTo>
                  <a:pt x="3232" y="209"/>
                </a:lnTo>
                <a:lnTo>
                  <a:pt x="3243" y="183"/>
                </a:lnTo>
                <a:lnTo>
                  <a:pt x="3254" y="159"/>
                </a:lnTo>
                <a:lnTo>
                  <a:pt x="3265" y="135"/>
                </a:lnTo>
                <a:lnTo>
                  <a:pt x="3275" y="114"/>
                </a:lnTo>
                <a:lnTo>
                  <a:pt x="3286" y="95"/>
                </a:lnTo>
                <a:lnTo>
                  <a:pt x="3297" y="76"/>
                </a:lnTo>
                <a:lnTo>
                  <a:pt x="3308" y="60"/>
                </a:lnTo>
                <a:lnTo>
                  <a:pt x="3319" y="46"/>
                </a:lnTo>
                <a:lnTo>
                  <a:pt x="3329" y="34"/>
                </a:lnTo>
                <a:lnTo>
                  <a:pt x="3340" y="23"/>
                </a:lnTo>
                <a:lnTo>
                  <a:pt x="3351" y="15"/>
                </a:lnTo>
                <a:lnTo>
                  <a:pt x="3362" y="8"/>
                </a:lnTo>
                <a:lnTo>
                  <a:pt x="3373" y="3"/>
                </a:lnTo>
                <a:lnTo>
                  <a:pt x="3383" y="0"/>
                </a:lnTo>
                <a:lnTo>
                  <a:pt x="3394" y="0"/>
                </a:lnTo>
                <a:lnTo>
                  <a:pt x="3405" y="1"/>
                </a:lnTo>
                <a:lnTo>
                  <a:pt x="3416" y="4"/>
                </a:lnTo>
                <a:lnTo>
                  <a:pt x="3427" y="10"/>
                </a:lnTo>
                <a:lnTo>
                  <a:pt x="3437" y="17"/>
                </a:lnTo>
                <a:lnTo>
                  <a:pt x="3448" y="26"/>
                </a:lnTo>
                <a:lnTo>
                  <a:pt x="3459" y="38"/>
                </a:lnTo>
                <a:lnTo>
                  <a:pt x="3470" y="51"/>
                </a:lnTo>
                <a:lnTo>
                  <a:pt x="3481" y="66"/>
                </a:lnTo>
                <a:lnTo>
                  <a:pt x="3491" y="83"/>
                </a:lnTo>
                <a:lnTo>
                  <a:pt x="3502" y="102"/>
                </a:lnTo>
                <a:lnTo>
                  <a:pt x="3513" y="123"/>
                </a:lnTo>
                <a:lnTo>
                  <a:pt x="3524" y="145"/>
                </a:lnTo>
                <a:lnTo>
                  <a:pt x="3535" y="170"/>
                </a:lnTo>
                <a:lnTo>
                  <a:pt x="3546" y="196"/>
                </a:lnTo>
                <a:lnTo>
                  <a:pt x="3556" y="224"/>
                </a:lnTo>
                <a:lnTo>
                  <a:pt x="3567" y="254"/>
                </a:lnTo>
                <a:lnTo>
                  <a:pt x="3578" y="285"/>
                </a:lnTo>
                <a:lnTo>
                  <a:pt x="3589" y="317"/>
                </a:lnTo>
                <a:lnTo>
                  <a:pt x="3600" y="352"/>
                </a:lnTo>
                <a:lnTo>
                  <a:pt x="3610" y="387"/>
                </a:lnTo>
                <a:lnTo>
                  <a:pt x="3621" y="424"/>
                </a:lnTo>
                <a:lnTo>
                  <a:pt x="3632" y="463"/>
                </a:lnTo>
                <a:lnTo>
                  <a:pt x="3643" y="503"/>
                </a:lnTo>
                <a:lnTo>
                  <a:pt x="3654" y="544"/>
                </a:lnTo>
                <a:lnTo>
                  <a:pt x="3664" y="586"/>
                </a:lnTo>
                <a:lnTo>
                  <a:pt x="3675" y="629"/>
                </a:lnTo>
                <a:lnTo>
                  <a:pt x="3686" y="674"/>
                </a:lnTo>
                <a:lnTo>
                  <a:pt x="3697" y="719"/>
                </a:lnTo>
                <a:lnTo>
                  <a:pt x="3708" y="766"/>
                </a:lnTo>
                <a:lnTo>
                  <a:pt x="3718" y="813"/>
                </a:lnTo>
                <a:lnTo>
                  <a:pt x="3729" y="861"/>
                </a:lnTo>
                <a:lnTo>
                  <a:pt x="3740" y="910"/>
                </a:lnTo>
                <a:lnTo>
                  <a:pt x="3751" y="960"/>
                </a:lnTo>
                <a:lnTo>
                  <a:pt x="3762" y="1011"/>
                </a:lnTo>
                <a:lnTo>
                  <a:pt x="3772" y="1062"/>
                </a:lnTo>
                <a:lnTo>
                  <a:pt x="3783" y="1114"/>
                </a:lnTo>
                <a:lnTo>
                  <a:pt x="3794" y="1166"/>
                </a:lnTo>
                <a:lnTo>
                  <a:pt x="3805" y="1218"/>
                </a:lnTo>
                <a:lnTo>
                  <a:pt x="3816" y="1272"/>
                </a:lnTo>
                <a:lnTo>
                  <a:pt x="3826" y="1325"/>
                </a:lnTo>
                <a:lnTo>
                  <a:pt x="3837" y="1379"/>
                </a:lnTo>
                <a:lnTo>
                  <a:pt x="3848" y="1433"/>
                </a:lnTo>
                <a:lnTo>
                  <a:pt x="3859" y="1487"/>
                </a:lnTo>
                <a:lnTo>
                  <a:pt x="3881" y="1595"/>
                </a:lnTo>
                <a:lnTo>
                  <a:pt x="3891" y="1650"/>
                </a:lnTo>
                <a:lnTo>
                  <a:pt x="3902" y="1704"/>
                </a:lnTo>
                <a:lnTo>
                  <a:pt x="3913" y="1758"/>
                </a:lnTo>
                <a:lnTo>
                  <a:pt x="3924" y="1812"/>
                </a:lnTo>
                <a:lnTo>
                  <a:pt x="3935" y="1866"/>
                </a:lnTo>
                <a:lnTo>
                  <a:pt x="3945" y="1920"/>
                </a:lnTo>
                <a:lnTo>
                  <a:pt x="3956" y="1973"/>
                </a:lnTo>
                <a:lnTo>
                  <a:pt x="3967" y="2026"/>
                </a:lnTo>
                <a:lnTo>
                  <a:pt x="3978" y="2079"/>
                </a:lnTo>
                <a:lnTo>
                  <a:pt x="3989" y="2132"/>
                </a:lnTo>
                <a:lnTo>
                  <a:pt x="3999" y="2184"/>
                </a:lnTo>
                <a:lnTo>
                  <a:pt x="4010" y="2235"/>
                </a:lnTo>
                <a:lnTo>
                  <a:pt x="4021" y="2286"/>
                </a:lnTo>
                <a:lnTo>
                  <a:pt x="4032" y="2337"/>
                </a:lnTo>
                <a:lnTo>
                  <a:pt x="4043" y="2387"/>
                </a:lnTo>
                <a:lnTo>
                  <a:pt x="4053" y="2436"/>
                </a:lnTo>
                <a:lnTo>
                  <a:pt x="4064" y="2485"/>
                </a:lnTo>
                <a:lnTo>
                  <a:pt x="4075" y="2533"/>
                </a:lnTo>
                <a:lnTo>
                  <a:pt x="4086" y="2581"/>
                </a:lnTo>
                <a:lnTo>
                  <a:pt x="4097" y="2628"/>
                </a:lnTo>
                <a:lnTo>
                  <a:pt x="4108" y="2674"/>
                </a:lnTo>
                <a:lnTo>
                  <a:pt x="4118" y="2719"/>
                </a:lnTo>
                <a:lnTo>
                  <a:pt x="4129" y="2764"/>
                </a:lnTo>
                <a:lnTo>
                  <a:pt x="4140" y="2808"/>
                </a:lnTo>
                <a:lnTo>
                  <a:pt x="4151" y="2851"/>
                </a:lnTo>
                <a:lnTo>
                  <a:pt x="4162" y="2894"/>
                </a:lnTo>
                <a:lnTo>
                  <a:pt x="4172" y="2935"/>
                </a:lnTo>
                <a:lnTo>
                  <a:pt x="4183" y="2976"/>
                </a:lnTo>
                <a:lnTo>
                  <a:pt x="4194" y="3017"/>
                </a:lnTo>
                <a:lnTo>
                  <a:pt x="4205" y="3056"/>
                </a:lnTo>
                <a:lnTo>
                  <a:pt x="4216" y="3095"/>
                </a:lnTo>
                <a:lnTo>
                  <a:pt x="4226" y="3133"/>
                </a:lnTo>
                <a:lnTo>
                  <a:pt x="4237" y="3171"/>
                </a:lnTo>
                <a:lnTo>
                  <a:pt x="4248" y="3207"/>
                </a:lnTo>
                <a:lnTo>
                  <a:pt x="4259" y="3243"/>
                </a:lnTo>
                <a:lnTo>
                  <a:pt x="4270" y="3278"/>
                </a:lnTo>
                <a:lnTo>
                  <a:pt x="4281" y="3313"/>
                </a:lnTo>
                <a:lnTo>
                  <a:pt x="4291" y="3347"/>
                </a:lnTo>
                <a:lnTo>
                  <a:pt x="4302" y="3380"/>
                </a:lnTo>
                <a:lnTo>
                  <a:pt x="4313" y="3413"/>
                </a:lnTo>
                <a:lnTo>
                  <a:pt x="4324" y="3444"/>
                </a:lnTo>
                <a:lnTo>
                  <a:pt x="4335" y="3476"/>
                </a:lnTo>
                <a:lnTo>
                  <a:pt x="4345" y="3507"/>
                </a:lnTo>
                <a:lnTo>
                  <a:pt x="4356" y="3537"/>
                </a:lnTo>
                <a:lnTo>
                  <a:pt x="4367" y="3566"/>
                </a:lnTo>
                <a:lnTo>
                  <a:pt x="4378" y="3595"/>
                </a:lnTo>
                <a:lnTo>
                  <a:pt x="4389" y="3624"/>
                </a:lnTo>
                <a:lnTo>
                  <a:pt x="4399" y="3652"/>
                </a:lnTo>
                <a:lnTo>
                  <a:pt x="4410" y="3679"/>
                </a:lnTo>
                <a:lnTo>
                  <a:pt x="4421" y="3706"/>
                </a:lnTo>
                <a:lnTo>
                  <a:pt x="4432" y="3732"/>
                </a:lnTo>
                <a:lnTo>
                  <a:pt x="4443" y="3758"/>
                </a:lnTo>
                <a:lnTo>
                  <a:pt x="4453" y="3784"/>
                </a:lnTo>
                <a:lnTo>
                  <a:pt x="4464" y="3808"/>
                </a:lnTo>
                <a:lnTo>
                  <a:pt x="4475" y="3833"/>
                </a:lnTo>
                <a:lnTo>
                  <a:pt x="4486" y="3857"/>
                </a:lnTo>
                <a:lnTo>
                  <a:pt x="4497" y="3880"/>
                </a:lnTo>
                <a:lnTo>
                  <a:pt x="4508" y="3904"/>
                </a:lnTo>
                <a:lnTo>
                  <a:pt x="4518" y="3926"/>
                </a:lnTo>
                <a:lnTo>
                  <a:pt x="4529" y="3949"/>
                </a:lnTo>
                <a:lnTo>
                  <a:pt x="4540" y="3971"/>
                </a:lnTo>
                <a:lnTo>
                  <a:pt x="4551" y="3992"/>
                </a:lnTo>
                <a:lnTo>
                  <a:pt x="4562" y="4013"/>
                </a:lnTo>
                <a:lnTo>
                  <a:pt x="4572" y="4034"/>
                </a:lnTo>
                <a:lnTo>
                  <a:pt x="4583" y="4054"/>
                </a:lnTo>
                <a:lnTo>
                  <a:pt x="4594" y="4074"/>
                </a:lnTo>
                <a:lnTo>
                  <a:pt x="4605" y="4093"/>
                </a:lnTo>
                <a:lnTo>
                  <a:pt x="4616" y="4112"/>
                </a:lnTo>
                <a:lnTo>
                  <a:pt x="4626" y="4131"/>
                </a:lnTo>
                <a:lnTo>
                  <a:pt x="4637" y="4149"/>
                </a:lnTo>
                <a:lnTo>
                  <a:pt x="4648" y="4167"/>
                </a:lnTo>
                <a:lnTo>
                  <a:pt x="4659" y="4185"/>
                </a:lnTo>
                <a:lnTo>
                  <a:pt x="4670" y="4202"/>
                </a:lnTo>
                <a:lnTo>
                  <a:pt x="4680" y="4218"/>
                </a:lnTo>
                <a:lnTo>
                  <a:pt x="4691" y="4235"/>
                </a:lnTo>
                <a:lnTo>
                  <a:pt x="4702" y="4251"/>
                </a:lnTo>
                <a:lnTo>
                  <a:pt x="4713" y="4266"/>
                </a:lnTo>
                <a:lnTo>
                  <a:pt x="4724" y="4282"/>
                </a:lnTo>
                <a:lnTo>
                  <a:pt x="4734" y="4296"/>
                </a:lnTo>
                <a:lnTo>
                  <a:pt x="4745" y="4311"/>
                </a:lnTo>
                <a:lnTo>
                  <a:pt x="4756" y="4325"/>
                </a:lnTo>
                <a:lnTo>
                  <a:pt x="4767" y="4339"/>
                </a:lnTo>
                <a:lnTo>
                  <a:pt x="4778" y="4352"/>
                </a:lnTo>
                <a:lnTo>
                  <a:pt x="4788" y="4365"/>
                </a:lnTo>
                <a:lnTo>
                  <a:pt x="4799" y="4378"/>
                </a:lnTo>
                <a:lnTo>
                  <a:pt x="4810" y="4390"/>
                </a:lnTo>
                <a:lnTo>
                  <a:pt x="4821" y="4402"/>
                </a:lnTo>
                <a:lnTo>
                  <a:pt x="4832" y="4414"/>
                </a:lnTo>
                <a:lnTo>
                  <a:pt x="4843" y="4425"/>
                </a:lnTo>
                <a:lnTo>
                  <a:pt x="4853" y="4436"/>
                </a:lnTo>
                <a:lnTo>
                  <a:pt x="4864" y="4447"/>
                </a:lnTo>
                <a:lnTo>
                  <a:pt x="4875" y="4457"/>
                </a:lnTo>
                <a:lnTo>
                  <a:pt x="4886" y="4467"/>
                </a:lnTo>
                <a:lnTo>
                  <a:pt x="4897" y="4477"/>
                </a:lnTo>
                <a:lnTo>
                  <a:pt x="4907" y="4486"/>
                </a:lnTo>
                <a:lnTo>
                  <a:pt x="4918" y="4496"/>
                </a:lnTo>
                <a:lnTo>
                  <a:pt x="4929" y="4505"/>
                </a:lnTo>
                <a:lnTo>
                  <a:pt x="4940" y="4513"/>
                </a:lnTo>
                <a:lnTo>
                  <a:pt x="4951" y="4522"/>
                </a:lnTo>
                <a:lnTo>
                  <a:pt x="4961" y="4530"/>
                </a:lnTo>
                <a:lnTo>
                  <a:pt x="4972" y="4538"/>
                </a:lnTo>
                <a:lnTo>
                  <a:pt x="4983" y="4545"/>
                </a:lnTo>
                <a:lnTo>
                  <a:pt x="4994" y="4553"/>
                </a:lnTo>
                <a:lnTo>
                  <a:pt x="5005" y="4560"/>
                </a:lnTo>
                <a:lnTo>
                  <a:pt x="5015" y="4568"/>
                </a:lnTo>
                <a:lnTo>
                  <a:pt x="5026" y="4575"/>
                </a:lnTo>
                <a:lnTo>
                  <a:pt x="5037" y="4581"/>
                </a:lnTo>
                <a:lnTo>
                  <a:pt x="5048" y="4588"/>
                </a:lnTo>
                <a:lnTo>
                  <a:pt x="5059" y="4595"/>
                </a:lnTo>
                <a:lnTo>
                  <a:pt x="5069" y="4601"/>
                </a:lnTo>
                <a:lnTo>
                  <a:pt x="5080" y="4607"/>
                </a:lnTo>
                <a:lnTo>
                  <a:pt x="5091" y="4614"/>
                </a:lnTo>
                <a:lnTo>
                  <a:pt x="5102" y="4620"/>
                </a:lnTo>
                <a:lnTo>
                  <a:pt x="5113" y="4626"/>
                </a:lnTo>
                <a:lnTo>
                  <a:pt x="5123" y="4632"/>
                </a:lnTo>
                <a:lnTo>
                  <a:pt x="5134" y="4638"/>
                </a:lnTo>
                <a:lnTo>
                  <a:pt x="5145" y="4644"/>
                </a:lnTo>
                <a:lnTo>
                  <a:pt x="5156" y="4650"/>
                </a:lnTo>
                <a:lnTo>
                  <a:pt x="5167" y="4655"/>
                </a:lnTo>
                <a:lnTo>
                  <a:pt x="5178" y="4661"/>
                </a:lnTo>
                <a:lnTo>
                  <a:pt x="5199" y="4673"/>
                </a:lnTo>
                <a:lnTo>
                  <a:pt x="5210" y="4679"/>
                </a:lnTo>
                <a:lnTo>
                  <a:pt x="5221" y="4685"/>
                </a:lnTo>
                <a:lnTo>
                  <a:pt x="5232" y="4691"/>
                </a:lnTo>
                <a:lnTo>
                  <a:pt x="5242" y="4697"/>
                </a:lnTo>
                <a:lnTo>
                  <a:pt x="5253" y="4704"/>
                </a:lnTo>
                <a:lnTo>
                  <a:pt x="5264" y="4710"/>
                </a:lnTo>
                <a:lnTo>
                  <a:pt x="5275" y="4716"/>
                </a:lnTo>
                <a:lnTo>
                  <a:pt x="5286" y="4723"/>
                </a:lnTo>
                <a:lnTo>
                  <a:pt x="5296" y="4729"/>
                </a:lnTo>
                <a:lnTo>
                  <a:pt x="5307" y="4736"/>
                </a:lnTo>
                <a:lnTo>
                  <a:pt x="5318" y="4742"/>
                </a:lnTo>
                <a:lnTo>
                  <a:pt x="5329" y="4749"/>
                </a:lnTo>
                <a:lnTo>
                  <a:pt x="5340" y="4756"/>
                </a:lnTo>
                <a:lnTo>
                  <a:pt x="5351" y="4763"/>
                </a:lnTo>
                <a:lnTo>
                  <a:pt x="5361" y="4770"/>
                </a:lnTo>
                <a:lnTo>
                  <a:pt x="5372" y="4778"/>
                </a:lnTo>
                <a:lnTo>
                  <a:pt x="5383" y="4785"/>
                </a:lnTo>
                <a:lnTo>
                  <a:pt x="5394" y="4793"/>
                </a:lnTo>
                <a:lnTo>
                  <a:pt x="5405" y="4800"/>
                </a:lnTo>
                <a:lnTo>
                  <a:pt x="5415" y="4808"/>
                </a:lnTo>
                <a:lnTo>
                  <a:pt x="5426" y="4816"/>
                </a:lnTo>
                <a:lnTo>
                  <a:pt x="5437" y="4824"/>
                </a:lnTo>
                <a:lnTo>
                  <a:pt x="5448" y="4831"/>
                </a:lnTo>
                <a:lnTo>
                  <a:pt x="5459" y="4840"/>
                </a:lnTo>
                <a:lnTo>
                  <a:pt x="5470" y="4848"/>
                </a:lnTo>
                <a:lnTo>
                  <a:pt x="5481" y="4856"/>
                </a:lnTo>
                <a:lnTo>
                  <a:pt x="5492" y="4864"/>
                </a:lnTo>
                <a:lnTo>
                  <a:pt x="5503" y="4872"/>
                </a:lnTo>
                <a:lnTo>
                  <a:pt x="5514" y="4881"/>
                </a:lnTo>
                <a:lnTo>
                  <a:pt x="5524" y="4889"/>
                </a:lnTo>
                <a:lnTo>
                  <a:pt x="5524" y="5201"/>
                </a:lnTo>
                <a:lnTo>
                  <a:pt x="0" y="5201"/>
                </a:lnTo>
                <a:lnTo>
                  <a:pt x="0" y="5161"/>
                </a:lnTo>
                <a:close/>
              </a:path>
            </a:pathLst>
          </a:custGeom>
          <a:solidFill>
            <a:srgbClr val="8C8C8C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 flipV="1">
            <a:off x="10491480" y="952200"/>
            <a:ext cx="0" cy="2033280"/>
          </a:xfrm>
          <a:prstGeom prst="line">
            <a:avLst/>
          </a:prstGeom>
          <a:ln w="12240">
            <a:solidFill>
              <a:srgbClr val="8C8C8C"/>
            </a:solidFill>
            <a:custDash>
              <a:ds d="1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 flipV="1">
            <a:off x="8968320" y="926280"/>
            <a:ext cx="0" cy="2059200"/>
          </a:xfrm>
          <a:prstGeom prst="line">
            <a:avLst/>
          </a:prstGeom>
          <a:ln w="1872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 flipV="1">
            <a:off x="8868960" y="926280"/>
            <a:ext cx="0" cy="205920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8761320" y="28414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8761320" y="23648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8761320" y="188820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8761320" y="14115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8837280" y="28918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8837280" y="241560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8837280" y="193896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8837280" y="146232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8837280" y="9856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 flipV="1">
            <a:off x="6320880" y="926280"/>
            <a:ext cx="0" cy="205920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710560" y="934920"/>
            <a:ext cx="114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213240" y="28414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213240" y="22690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213240" y="16966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6289200" y="28918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6289200" y="23194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6289200" y="17470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6289200" y="11746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 flipV="1">
            <a:off x="3823560" y="926280"/>
            <a:ext cx="0" cy="205920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213240" y="11242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715920" y="28414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715920" y="22683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715920" y="16952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3791880" y="28918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3791880" y="231876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3791880" y="174564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3791880" y="117252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3715920" y="11221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377000" y="589320"/>
            <a:ext cx="9003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377000" y="687960"/>
            <a:ext cx="10576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(null N1: warming shufﬂed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377000" y="786960"/>
            <a:ext cx="8899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within province-years)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874320" y="589320"/>
            <a:ext cx="9003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3874320" y="687960"/>
            <a:ext cx="9817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(null N3: events shufﬂed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874320" y="786960"/>
            <a:ext cx="9154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among species at risk)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371640" y="589320"/>
            <a:ext cx="5191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371640" y="687960"/>
            <a:ext cx="9205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(null N2: effort shufﬂed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371640" y="786960"/>
            <a:ext cx="11797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across years within province)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919720" y="638640"/>
            <a:ext cx="6789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Warming × effort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326240" y="2985480"/>
            <a:ext cx="2326320" cy="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 flipV="1">
            <a:off x="142560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 flipV="1">
            <a:off x="196344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 flipV="1">
            <a:off x="250164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 flipV="1">
            <a:off x="303948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357768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919720" y="737640"/>
            <a:ext cx="3463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(null N3)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36224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90008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243828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97612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3823560" y="2985480"/>
            <a:ext cx="2326320" cy="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 flipV="1">
            <a:off x="392292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 flipV="1">
            <a:off x="446076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 flipV="1">
            <a:off x="499896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 flipV="1">
            <a:off x="553680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 flipV="1">
            <a:off x="607500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51432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85956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39776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93560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547344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6320880" y="2985480"/>
            <a:ext cx="2326320" cy="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 flipV="1">
            <a:off x="689868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 flipV="1">
            <a:off x="758556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 flipV="1">
            <a:off x="827208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01164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83532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52220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8868960" y="2985480"/>
            <a:ext cx="2326320" cy="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 flipV="1">
            <a:off x="956268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 flipV="1">
            <a:off x="10491480" y="298548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20908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949932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 flipV="1">
            <a:off x="1326240" y="926280"/>
            <a:ext cx="0" cy="205920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0428120" y="3030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218600" y="28414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218600" y="23479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218600" y="18547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294560" y="28918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294560" y="23986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1294560" y="190512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294560" y="141192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218600" y="13611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111640" y="3175920"/>
            <a:ext cx="21945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ratio under the permutation null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 rot="16200000">
            <a:off x="-14760" y="1897200"/>
            <a:ext cx="4226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Density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326240" y="323280"/>
            <a:ext cx="85716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Red: observed. Dotted: unity. The warming nulls centre near 1.16, not unity, because within-stratum shufﬂes preserve the provincial-annual climate–event covariance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9480" y="3378600"/>
            <a:ext cx="4263480" cy="3498840"/>
          </a:xfrm>
          <a:custGeom>
            <a:avLst/>
            <a:gdLst/>
            <a:ahLst/>
            <a:rect l="0" t="0" r="r" b="b"/>
            <a:pathLst>
              <a:path w="11843" h="9719">
                <a:moveTo>
                  <a:pt x="0" y="0"/>
                </a:moveTo>
                <a:lnTo>
                  <a:pt x="11843" y="0"/>
                </a:lnTo>
                <a:lnTo>
                  <a:pt x="11843" y="9719"/>
                </a:lnTo>
                <a:lnTo>
                  <a:pt x="0" y="97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4332600" y="3378600"/>
            <a:ext cx="3539520" cy="3498840"/>
          </a:xfrm>
          <a:custGeom>
            <a:avLst/>
            <a:gdLst/>
            <a:ahLst/>
            <a:rect l="0" t="0" r="r" b="b"/>
            <a:pathLst>
              <a:path w="9832" h="9719">
                <a:moveTo>
                  <a:pt x="0" y="0"/>
                </a:moveTo>
                <a:lnTo>
                  <a:pt x="9832" y="0"/>
                </a:lnTo>
                <a:lnTo>
                  <a:pt x="9832" y="9719"/>
                </a:lnTo>
                <a:lnTo>
                  <a:pt x="0" y="97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7871760" y="3378600"/>
            <a:ext cx="3387240" cy="3498840"/>
          </a:xfrm>
          <a:custGeom>
            <a:avLst/>
            <a:gdLst/>
            <a:ahLst/>
            <a:rect l="0" t="0" r="r" b="b"/>
            <a:pathLst>
              <a:path w="9409" h="9719">
                <a:moveTo>
                  <a:pt x="0" y="0"/>
                </a:moveTo>
                <a:lnTo>
                  <a:pt x="9409" y="0"/>
                </a:lnTo>
                <a:lnTo>
                  <a:pt x="9409" y="9719"/>
                </a:lnTo>
                <a:lnTo>
                  <a:pt x="0" y="97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326240" y="3961440"/>
            <a:ext cx="2943360" cy="2276640"/>
          </a:xfrm>
          <a:custGeom>
            <a:avLst/>
            <a:gdLst/>
            <a:ahLst/>
            <a:rect l="0" t="0" r="r" b="b"/>
            <a:pathLst>
              <a:path w="8176" h="6324">
                <a:moveTo>
                  <a:pt x="0" y="0"/>
                </a:moveTo>
                <a:lnTo>
                  <a:pt x="8176" y="0"/>
                </a:lnTo>
                <a:lnTo>
                  <a:pt x="8176" y="6324"/>
                </a:lnTo>
                <a:lnTo>
                  <a:pt x="0" y="6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 flipV="1">
            <a:off x="2450160" y="3961440"/>
            <a:ext cx="0" cy="2276280"/>
          </a:xfrm>
          <a:prstGeom prst="line">
            <a:avLst/>
          </a:prstGeom>
          <a:ln w="12240">
            <a:solidFill>
              <a:srgbClr val="8C8C8C"/>
            </a:solidFill>
            <a:custDash>
              <a:ds d="1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3031920" y="4385880"/>
            <a:ext cx="671040" cy="0"/>
          </a:xfrm>
          <a:prstGeom prst="line">
            <a:avLst/>
          </a:prstGeom>
          <a:ln w="1224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3170880" y="4928040"/>
            <a:ext cx="684360" cy="0"/>
          </a:xfrm>
          <a:prstGeom prst="line">
            <a:avLst/>
          </a:prstGeom>
          <a:ln w="1224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2171520" y="5469840"/>
            <a:ext cx="524520" cy="0"/>
          </a:xfrm>
          <a:prstGeom prst="line">
            <a:avLst/>
          </a:prstGeom>
          <a:ln w="1224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605600" y="6012000"/>
            <a:ext cx="644040" cy="0"/>
          </a:xfrm>
          <a:prstGeom prst="line">
            <a:avLst/>
          </a:prstGeom>
          <a:ln w="1224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3016080" y="4286520"/>
            <a:ext cx="662400" cy="0"/>
          </a:xfrm>
          <a:prstGeom prst="line">
            <a:avLst/>
          </a:prstGeom>
          <a:ln w="1224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3201840" y="4828680"/>
            <a:ext cx="629640" cy="0"/>
          </a:xfrm>
          <a:prstGeom prst="line">
            <a:avLst/>
          </a:prstGeom>
          <a:ln w="1224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242080" y="5370480"/>
            <a:ext cx="519480" cy="0"/>
          </a:xfrm>
          <a:prstGeom prst="line">
            <a:avLst/>
          </a:prstGeom>
          <a:ln w="1224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459800" y="5912280"/>
            <a:ext cx="769320" cy="0"/>
          </a:xfrm>
          <a:prstGeom prst="line">
            <a:avLst/>
          </a:prstGeom>
          <a:ln w="1224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988360" y="4187160"/>
            <a:ext cx="1043640" cy="0"/>
          </a:xfrm>
          <a:prstGeom prst="line">
            <a:avLst/>
          </a:prstGeom>
          <a:ln w="1224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3067560" y="4729320"/>
            <a:ext cx="1068120" cy="0"/>
          </a:xfrm>
          <a:prstGeom prst="line">
            <a:avLst/>
          </a:prstGeom>
          <a:ln w="1224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2149200" y="5271120"/>
            <a:ext cx="658440" cy="0"/>
          </a:xfrm>
          <a:prstGeom prst="line">
            <a:avLst/>
          </a:prstGeom>
          <a:ln w="1224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1544760" y="5813280"/>
            <a:ext cx="866160" cy="0"/>
          </a:xfrm>
          <a:prstGeom prst="line">
            <a:avLst/>
          </a:prstGeom>
          <a:ln w="1224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3350160" y="4368960"/>
            <a:ext cx="34920" cy="34560"/>
          </a:xfrm>
          <a:custGeom>
            <a:avLst/>
            <a:gdLst/>
            <a:ahLst/>
            <a:rect l="0" t="0" r="r" b="b"/>
            <a:pathLst>
              <a:path w="97" h="96">
                <a:moveTo>
                  <a:pt x="0" y="47"/>
                </a:moveTo>
                <a:cubicBezTo>
                  <a:pt x="0" y="-16"/>
                  <a:pt x="97" y="-16"/>
                  <a:pt x="97" y="47"/>
                </a:cubicBezTo>
                <a:cubicBezTo>
                  <a:pt x="97" y="112"/>
                  <a:pt x="0" y="112"/>
                  <a:pt x="0" y="47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3350160" y="4368960"/>
            <a:ext cx="34920" cy="34560"/>
          </a:xfrm>
          <a:custGeom>
            <a:avLst/>
            <a:gdLst/>
            <a:ahLst/>
            <a:rect l="0" t="0" r="r" b="b"/>
            <a:pathLst>
              <a:path fill="none" w="97" h="96">
                <a:moveTo>
                  <a:pt x="97" y="47"/>
                </a:moveTo>
                <a:cubicBezTo>
                  <a:pt x="97" y="112"/>
                  <a:pt x="0" y="112"/>
                  <a:pt x="0" y="47"/>
                </a:cubicBezTo>
                <a:cubicBezTo>
                  <a:pt x="0" y="-16"/>
                  <a:pt x="97" y="-16"/>
                  <a:pt x="97" y="47"/>
                </a:cubicBezTo>
              </a:path>
            </a:pathLst>
          </a:custGeom>
          <a:ln cap="rnd" w="16200">
            <a:solidFill>
              <a:srgbClr val="8C8C8C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3495960" y="4910760"/>
            <a:ext cx="34560" cy="34920"/>
          </a:xfrm>
          <a:custGeom>
            <a:avLst/>
            <a:gdLst/>
            <a:ahLst/>
            <a:rect l="0" t="0" r="r" b="b"/>
            <a:pathLst>
              <a:path w="96" h="97">
                <a:moveTo>
                  <a:pt x="0" y="49"/>
                </a:moveTo>
                <a:cubicBezTo>
                  <a:pt x="0" y="-16"/>
                  <a:pt x="96" y="-16"/>
                  <a:pt x="96" y="49"/>
                </a:cubicBezTo>
                <a:cubicBezTo>
                  <a:pt x="96" y="113"/>
                  <a:pt x="0" y="113"/>
                  <a:pt x="0" y="49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3495960" y="4910760"/>
            <a:ext cx="34560" cy="34920"/>
          </a:xfrm>
          <a:custGeom>
            <a:avLst/>
            <a:gdLst/>
            <a:ahLst/>
            <a:rect l="0" t="0" r="r" b="b"/>
            <a:pathLst>
              <a:path fill="none" w="96" h="97">
                <a:moveTo>
                  <a:pt x="96" y="49"/>
                </a:moveTo>
                <a:cubicBezTo>
                  <a:pt x="96" y="113"/>
                  <a:pt x="0" y="113"/>
                  <a:pt x="0" y="49"/>
                </a:cubicBezTo>
                <a:cubicBezTo>
                  <a:pt x="0" y="-16"/>
                  <a:pt x="96" y="-16"/>
                  <a:pt x="96" y="49"/>
                </a:cubicBezTo>
              </a:path>
            </a:pathLst>
          </a:custGeom>
          <a:ln cap="rnd" w="16200">
            <a:solidFill>
              <a:srgbClr val="8C8C8C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416680" y="5452920"/>
            <a:ext cx="34560" cy="34920"/>
          </a:xfrm>
          <a:custGeom>
            <a:avLst/>
            <a:gdLst/>
            <a:ahLst/>
            <a:rect l="0" t="0" r="r" b="b"/>
            <a:pathLst>
              <a:path w="96" h="97">
                <a:moveTo>
                  <a:pt x="0" y="48"/>
                </a:moveTo>
                <a:cubicBezTo>
                  <a:pt x="0" y="-16"/>
                  <a:pt x="96" y="-16"/>
                  <a:pt x="96" y="48"/>
                </a:cubicBezTo>
                <a:cubicBezTo>
                  <a:pt x="96" y="113"/>
                  <a:pt x="0" y="113"/>
                  <a:pt x="0" y="48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2416680" y="5452920"/>
            <a:ext cx="34560" cy="34920"/>
          </a:xfrm>
          <a:custGeom>
            <a:avLst/>
            <a:gdLst/>
            <a:ahLst/>
            <a:rect l="0" t="0" r="r" b="b"/>
            <a:pathLst>
              <a:path fill="none" w="96" h="97">
                <a:moveTo>
                  <a:pt x="96" y="48"/>
                </a:moveTo>
                <a:cubicBezTo>
                  <a:pt x="96" y="113"/>
                  <a:pt x="0" y="113"/>
                  <a:pt x="0" y="48"/>
                </a:cubicBezTo>
                <a:cubicBezTo>
                  <a:pt x="0" y="-16"/>
                  <a:pt x="96" y="-16"/>
                  <a:pt x="96" y="48"/>
                </a:cubicBezTo>
              </a:path>
            </a:pathLst>
          </a:custGeom>
          <a:ln cap="rnd" w="16200">
            <a:solidFill>
              <a:srgbClr val="8C8C8C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910520" y="5994720"/>
            <a:ext cx="34560" cy="34560"/>
          </a:xfrm>
          <a:custGeom>
            <a:avLst/>
            <a:gdLst/>
            <a:ahLst/>
            <a:rect l="0" t="0" r="r" b="b"/>
            <a:pathLst>
              <a:path w="96" h="96">
                <a:moveTo>
                  <a:pt x="0" y="49"/>
                </a:moveTo>
                <a:cubicBezTo>
                  <a:pt x="0" y="-16"/>
                  <a:pt x="96" y="-16"/>
                  <a:pt x="96" y="49"/>
                </a:cubicBezTo>
                <a:cubicBezTo>
                  <a:pt x="96" y="112"/>
                  <a:pt x="0" y="112"/>
                  <a:pt x="0" y="49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910520" y="5994720"/>
            <a:ext cx="34560" cy="34560"/>
          </a:xfrm>
          <a:custGeom>
            <a:avLst/>
            <a:gdLst/>
            <a:ahLst/>
            <a:rect l="0" t="0" r="r" b="b"/>
            <a:pathLst>
              <a:path fill="none" w="96" h="96">
                <a:moveTo>
                  <a:pt x="96" y="49"/>
                </a:moveTo>
                <a:cubicBezTo>
                  <a:pt x="96" y="112"/>
                  <a:pt x="0" y="112"/>
                  <a:pt x="0" y="49"/>
                </a:cubicBezTo>
                <a:cubicBezTo>
                  <a:pt x="0" y="-16"/>
                  <a:pt x="96" y="-16"/>
                  <a:pt x="96" y="49"/>
                </a:cubicBezTo>
              </a:path>
            </a:pathLst>
          </a:custGeom>
          <a:ln cap="rnd" w="16200">
            <a:solidFill>
              <a:srgbClr val="8C8C8C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350160" y="4269600"/>
            <a:ext cx="34920" cy="34560"/>
          </a:xfrm>
          <a:custGeom>
            <a:avLst/>
            <a:gdLst/>
            <a:ahLst/>
            <a:rect l="0" t="0" r="r" b="b"/>
            <a:pathLst>
              <a:path w="97" h="96">
                <a:moveTo>
                  <a:pt x="0" y="47"/>
                </a:moveTo>
                <a:cubicBezTo>
                  <a:pt x="0" y="-16"/>
                  <a:pt x="97" y="-16"/>
                  <a:pt x="97" y="47"/>
                </a:cubicBezTo>
                <a:cubicBezTo>
                  <a:pt x="97" y="112"/>
                  <a:pt x="0" y="112"/>
                  <a:pt x="0" y="47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3350160" y="4269600"/>
            <a:ext cx="34920" cy="34560"/>
          </a:xfrm>
          <a:custGeom>
            <a:avLst/>
            <a:gdLst/>
            <a:ahLst/>
            <a:rect l="0" t="0" r="r" b="b"/>
            <a:pathLst>
              <a:path fill="none" w="97" h="96">
                <a:moveTo>
                  <a:pt x="97" y="47"/>
                </a:moveTo>
                <a:cubicBezTo>
                  <a:pt x="97" y="112"/>
                  <a:pt x="0" y="112"/>
                  <a:pt x="0" y="47"/>
                </a:cubicBezTo>
                <a:cubicBezTo>
                  <a:pt x="0" y="-16"/>
                  <a:pt x="97" y="-16"/>
                  <a:pt x="97" y="47"/>
                </a:cubicBezTo>
              </a:path>
            </a:pathLst>
          </a:custGeom>
          <a:ln cap="rnd" w="16200">
            <a:solidFill>
              <a:srgbClr val="009E73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3495960" y="4811400"/>
            <a:ext cx="34560" cy="34560"/>
          </a:xfrm>
          <a:custGeom>
            <a:avLst/>
            <a:gdLst/>
            <a:ahLst/>
            <a:rect l="0" t="0" r="r" b="b"/>
            <a:pathLst>
              <a:path w="96" h="96">
                <a:moveTo>
                  <a:pt x="0" y="48"/>
                </a:moveTo>
                <a:cubicBezTo>
                  <a:pt x="0" y="-16"/>
                  <a:pt x="96" y="-16"/>
                  <a:pt x="96" y="48"/>
                </a:cubicBezTo>
                <a:cubicBezTo>
                  <a:pt x="96" y="112"/>
                  <a:pt x="0" y="112"/>
                  <a:pt x="0" y="4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3495960" y="4811400"/>
            <a:ext cx="34560" cy="34560"/>
          </a:xfrm>
          <a:custGeom>
            <a:avLst/>
            <a:gdLst/>
            <a:ahLst/>
            <a:rect l="0" t="0" r="r" b="b"/>
            <a:pathLst>
              <a:path fill="none" w="96" h="96">
                <a:moveTo>
                  <a:pt x="96" y="48"/>
                </a:moveTo>
                <a:cubicBezTo>
                  <a:pt x="96" y="112"/>
                  <a:pt x="0" y="112"/>
                  <a:pt x="0" y="48"/>
                </a:cubicBezTo>
                <a:cubicBezTo>
                  <a:pt x="0" y="-16"/>
                  <a:pt x="96" y="-16"/>
                  <a:pt x="96" y="48"/>
                </a:cubicBezTo>
              </a:path>
            </a:pathLst>
          </a:custGeom>
          <a:ln cap="rnd" w="16200">
            <a:solidFill>
              <a:srgbClr val="009E73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416680" y="5353560"/>
            <a:ext cx="34560" cy="34920"/>
          </a:xfrm>
          <a:custGeom>
            <a:avLst/>
            <a:gdLst/>
            <a:ahLst/>
            <a:rect l="0" t="0" r="r" b="b"/>
            <a:pathLst>
              <a:path w="96" h="97">
                <a:moveTo>
                  <a:pt x="0" y="48"/>
                </a:moveTo>
                <a:cubicBezTo>
                  <a:pt x="0" y="-16"/>
                  <a:pt x="96" y="-16"/>
                  <a:pt x="96" y="48"/>
                </a:cubicBezTo>
                <a:cubicBezTo>
                  <a:pt x="96" y="113"/>
                  <a:pt x="0" y="113"/>
                  <a:pt x="0" y="4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2416680" y="5353560"/>
            <a:ext cx="34560" cy="34920"/>
          </a:xfrm>
          <a:custGeom>
            <a:avLst/>
            <a:gdLst/>
            <a:ahLst/>
            <a:rect l="0" t="0" r="r" b="b"/>
            <a:pathLst>
              <a:path fill="none" w="96" h="97">
                <a:moveTo>
                  <a:pt x="96" y="48"/>
                </a:moveTo>
                <a:cubicBezTo>
                  <a:pt x="96" y="113"/>
                  <a:pt x="0" y="113"/>
                  <a:pt x="0" y="48"/>
                </a:cubicBezTo>
                <a:cubicBezTo>
                  <a:pt x="0" y="-16"/>
                  <a:pt x="96" y="-16"/>
                  <a:pt x="96" y="48"/>
                </a:cubicBezTo>
              </a:path>
            </a:pathLst>
          </a:custGeom>
          <a:ln cap="rnd" w="16200">
            <a:solidFill>
              <a:srgbClr val="009E73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910520" y="5895360"/>
            <a:ext cx="34560" cy="34920"/>
          </a:xfrm>
          <a:custGeom>
            <a:avLst/>
            <a:gdLst/>
            <a:ahLst/>
            <a:rect l="0" t="0" r="r" b="b"/>
            <a:pathLst>
              <a:path w="96" h="97">
                <a:moveTo>
                  <a:pt x="0" y="48"/>
                </a:moveTo>
                <a:cubicBezTo>
                  <a:pt x="0" y="-16"/>
                  <a:pt x="96" y="-16"/>
                  <a:pt x="96" y="48"/>
                </a:cubicBezTo>
                <a:cubicBezTo>
                  <a:pt x="96" y="113"/>
                  <a:pt x="0" y="113"/>
                  <a:pt x="0" y="4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910520" y="5895360"/>
            <a:ext cx="34560" cy="34920"/>
          </a:xfrm>
          <a:custGeom>
            <a:avLst/>
            <a:gdLst/>
            <a:ahLst/>
            <a:rect l="0" t="0" r="r" b="b"/>
            <a:pathLst>
              <a:path fill="none" w="96" h="97">
                <a:moveTo>
                  <a:pt x="96" y="48"/>
                </a:moveTo>
                <a:cubicBezTo>
                  <a:pt x="96" y="113"/>
                  <a:pt x="0" y="113"/>
                  <a:pt x="0" y="48"/>
                </a:cubicBezTo>
                <a:cubicBezTo>
                  <a:pt x="0" y="-16"/>
                  <a:pt x="96" y="-16"/>
                  <a:pt x="96" y="48"/>
                </a:cubicBezTo>
              </a:path>
            </a:pathLst>
          </a:custGeom>
          <a:ln cap="rnd" w="16200">
            <a:solidFill>
              <a:srgbClr val="009E73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3350160" y="4170240"/>
            <a:ext cx="34920" cy="34560"/>
          </a:xfrm>
          <a:custGeom>
            <a:avLst/>
            <a:gdLst/>
            <a:ahLst/>
            <a:rect l="0" t="0" r="r" b="b"/>
            <a:pathLst>
              <a:path w="97" h="96">
                <a:moveTo>
                  <a:pt x="0" y="47"/>
                </a:moveTo>
                <a:cubicBezTo>
                  <a:pt x="0" y="-16"/>
                  <a:pt x="97" y="-16"/>
                  <a:pt x="97" y="47"/>
                </a:cubicBezTo>
                <a:cubicBezTo>
                  <a:pt x="97" y="112"/>
                  <a:pt x="0" y="112"/>
                  <a:pt x="0" y="47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3350160" y="4170240"/>
            <a:ext cx="34920" cy="34560"/>
          </a:xfrm>
          <a:custGeom>
            <a:avLst/>
            <a:gdLst/>
            <a:ahLst/>
            <a:rect l="0" t="0" r="r" b="b"/>
            <a:pathLst>
              <a:path fill="none" w="97" h="96">
                <a:moveTo>
                  <a:pt x="97" y="47"/>
                </a:moveTo>
                <a:cubicBezTo>
                  <a:pt x="97" y="112"/>
                  <a:pt x="0" y="112"/>
                  <a:pt x="0" y="47"/>
                </a:cubicBezTo>
                <a:cubicBezTo>
                  <a:pt x="0" y="-16"/>
                  <a:pt x="97" y="-16"/>
                  <a:pt x="97" y="47"/>
                </a:cubicBezTo>
              </a:path>
            </a:pathLst>
          </a:custGeom>
          <a:ln cap="rnd" w="16200">
            <a:solidFill>
              <a:srgbClr val="0072B2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3495960" y="4712040"/>
            <a:ext cx="34560" cy="34560"/>
          </a:xfrm>
          <a:custGeom>
            <a:avLst/>
            <a:gdLst/>
            <a:ahLst/>
            <a:rect l="0" t="0" r="r" b="b"/>
            <a:pathLst>
              <a:path w="96" h="96">
                <a:moveTo>
                  <a:pt x="0" y="48"/>
                </a:moveTo>
                <a:cubicBezTo>
                  <a:pt x="0" y="-16"/>
                  <a:pt x="96" y="-16"/>
                  <a:pt x="96" y="48"/>
                </a:cubicBezTo>
                <a:cubicBezTo>
                  <a:pt x="96" y="112"/>
                  <a:pt x="0" y="112"/>
                  <a:pt x="0" y="4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3495960" y="4712040"/>
            <a:ext cx="34560" cy="34560"/>
          </a:xfrm>
          <a:custGeom>
            <a:avLst/>
            <a:gdLst/>
            <a:ahLst/>
            <a:rect l="0" t="0" r="r" b="b"/>
            <a:pathLst>
              <a:path fill="none" w="96" h="96">
                <a:moveTo>
                  <a:pt x="96" y="48"/>
                </a:moveTo>
                <a:cubicBezTo>
                  <a:pt x="96" y="112"/>
                  <a:pt x="0" y="112"/>
                  <a:pt x="0" y="48"/>
                </a:cubicBezTo>
                <a:cubicBezTo>
                  <a:pt x="0" y="-16"/>
                  <a:pt x="96" y="-16"/>
                  <a:pt x="96" y="48"/>
                </a:cubicBezTo>
              </a:path>
            </a:pathLst>
          </a:custGeom>
          <a:ln cap="rnd" w="16200">
            <a:solidFill>
              <a:srgbClr val="0072B2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2416680" y="5254200"/>
            <a:ext cx="34560" cy="34920"/>
          </a:xfrm>
          <a:custGeom>
            <a:avLst/>
            <a:gdLst/>
            <a:ahLst/>
            <a:rect l="0" t="0" r="r" b="b"/>
            <a:pathLst>
              <a:path w="96" h="97">
                <a:moveTo>
                  <a:pt x="0" y="48"/>
                </a:moveTo>
                <a:cubicBezTo>
                  <a:pt x="0" y="-16"/>
                  <a:pt x="96" y="-16"/>
                  <a:pt x="96" y="48"/>
                </a:cubicBezTo>
                <a:cubicBezTo>
                  <a:pt x="96" y="113"/>
                  <a:pt x="0" y="113"/>
                  <a:pt x="0" y="4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416680" y="5254200"/>
            <a:ext cx="34560" cy="34920"/>
          </a:xfrm>
          <a:custGeom>
            <a:avLst/>
            <a:gdLst/>
            <a:ahLst/>
            <a:rect l="0" t="0" r="r" b="b"/>
            <a:pathLst>
              <a:path fill="none" w="96" h="97">
                <a:moveTo>
                  <a:pt x="96" y="48"/>
                </a:moveTo>
                <a:cubicBezTo>
                  <a:pt x="96" y="113"/>
                  <a:pt x="0" y="113"/>
                  <a:pt x="0" y="48"/>
                </a:cubicBezTo>
                <a:cubicBezTo>
                  <a:pt x="0" y="-16"/>
                  <a:pt x="96" y="-16"/>
                  <a:pt x="96" y="48"/>
                </a:cubicBezTo>
              </a:path>
            </a:pathLst>
          </a:custGeom>
          <a:ln cap="rnd" w="16200">
            <a:solidFill>
              <a:srgbClr val="0072B2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910520" y="5796000"/>
            <a:ext cx="34560" cy="34920"/>
          </a:xfrm>
          <a:custGeom>
            <a:avLst/>
            <a:gdLst/>
            <a:ahLst/>
            <a:rect l="0" t="0" r="r" b="b"/>
            <a:pathLst>
              <a:path w="96" h="97">
                <a:moveTo>
                  <a:pt x="0" y="49"/>
                </a:moveTo>
                <a:cubicBezTo>
                  <a:pt x="0" y="-16"/>
                  <a:pt x="96" y="-16"/>
                  <a:pt x="96" y="49"/>
                </a:cubicBezTo>
                <a:cubicBezTo>
                  <a:pt x="96" y="113"/>
                  <a:pt x="0" y="113"/>
                  <a:pt x="0" y="49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910520" y="5796000"/>
            <a:ext cx="34560" cy="34920"/>
          </a:xfrm>
          <a:custGeom>
            <a:avLst/>
            <a:gdLst/>
            <a:ahLst/>
            <a:rect l="0" t="0" r="r" b="b"/>
            <a:pathLst>
              <a:path fill="none" w="96" h="97">
                <a:moveTo>
                  <a:pt x="96" y="49"/>
                </a:moveTo>
                <a:cubicBezTo>
                  <a:pt x="96" y="113"/>
                  <a:pt x="0" y="113"/>
                  <a:pt x="0" y="49"/>
                </a:cubicBezTo>
                <a:cubicBezTo>
                  <a:pt x="0" y="-16"/>
                  <a:pt x="96" y="-16"/>
                  <a:pt x="96" y="49"/>
                </a:cubicBezTo>
              </a:path>
            </a:pathLst>
          </a:custGeom>
          <a:ln cap="rnd" w="16200">
            <a:solidFill>
              <a:srgbClr val="0072B2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 flipV="1">
            <a:off x="1326240" y="3961440"/>
            <a:ext cx="0" cy="227628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326240" y="120240"/>
            <a:ext cx="332748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 Design-preserving permutation nulls (199 each)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545400" y="5861880"/>
            <a:ext cx="758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Warming × effort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532800" y="5320080"/>
            <a:ext cx="77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Annual variability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23240" y="4777920"/>
            <a:ext cx="5796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294560" y="59122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294560" y="53704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294560" y="48286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294560" y="428652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326240" y="6237720"/>
            <a:ext cx="2943000" cy="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 flipV="1">
            <a:off x="179892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 flipV="1">
            <a:off x="245016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 flipV="1">
            <a:off x="298188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 flipV="1">
            <a:off x="343152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 flipV="1">
            <a:off x="382104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 flipV="1">
            <a:off x="416448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304200" y="4236120"/>
            <a:ext cx="1005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735560" y="62820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386800" y="62820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2918520" y="62820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3368160" y="62820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3757680" y="62820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4101120" y="628200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777040" y="5455440"/>
            <a:ext cx="1689840" cy="472320"/>
          </a:xfrm>
          <a:custGeom>
            <a:avLst/>
            <a:gdLst/>
            <a:ahLst/>
            <a:rect l="0" t="0" r="r" b="b"/>
            <a:pathLst>
              <a:path w="4694" h="1312">
                <a:moveTo>
                  <a:pt x="0" y="0"/>
                </a:moveTo>
                <a:lnTo>
                  <a:pt x="4694" y="0"/>
                </a:lnTo>
                <a:lnTo>
                  <a:pt x="4694" y="1312"/>
                </a:lnTo>
                <a:lnTo>
                  <a:pt x="0" y="13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840400" y="551844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851920" y="5576040"/>
            <a:ext cx="92160" cy="0"/>
          </a:xfrm>
          <a:prstGeom prst="line">
            <a:avLst/>
          </a:prstGeom>
          <a:ln w="1224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873520" y="555156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8"/>
                </a:moveTo>
                <a:cubicBezTo>
                  <a:pt x="0" y="-23"/>
                  <a:pt x="137" y="-23"/>
                  <a:pt x="137" y="68"/>
                </a:cubicBezTo>
                <a:cubicBezTo>
                  <a:pt x="137" y="159"/>
                  <a:pt x="0" y="159"/>
                  <a:pt x="0" y="68"/>
                </a:cubicBez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873520" y="555156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8"/>
                </a:moveTo>
                <a:cubicBezTo>
                  <a:pt x="137" y="159"/>
                  <a:pt x="0" y="159"/>
                  <a:pt x="0" y="68"/>
                </a:cubicBezTo>
                <a:cubicBezTo>
                  <a:pt x="0" y="-23"/>
                  <a:pt x="137" y="-23"/>
                  <a:pt x="137" y="68"/>
                </a:cubicBezTo>
              </a:path>
            </a:pathLst>
          </a:custGeom>
          <a:ln cap="rnd" w="16200">
            <a:solidFill>
              <a:srgbClr val="8C8C8C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840400" y="563364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2851920" y="5691240"/>
            <a:ext cx="92160" cy="0"/>
          </a:xfrm>
          <a:prstGeom prst="line">
            <a:avLst/>
          </a:prstGeom>
          <a:ln w="12240">
            <a:solidFill>
              <a:srgbClr val="009E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873520" y="566676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8"/>
                </a:moveTo>
                <a:cubicBezTo>
                  <a:pt x="0" y="-23"/>
                  <a:pt x="137" y="-23"/>
                  <a:pt x="137" y="68"/>
                </a:cubicBezTo>
                <a:cubicBezTo>
                  <a:pt x="137" y="160"/>
                  <a:pt x="0" y="160"/>
                  <a:pt x="0" y="68"/>
                </a:cubicBez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873520" y="566676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8"/>
                </a:moveTo>
                <a:cubicBezTo>
                  <a:pt x="137" y="160"/>
                  <a:pt x="0" y="160"/>
                  <a:pt x="0" y="68"/>
                </a:cubicBezTo>
                <a:cubicBezTo>
                  <a:pt x="0" y="-23"/>
                  <a:pt x="137" y="-23"/>
                  <a:pt x="137" y="68"/>
                </a:cubicBezTo>
              </a:path>
            </a:pathLst>
          </a:custGeom>
          <a:ln cap="rnd" w="16200">
            <a:solidFill>
              <a:srgbClr val="009E73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840400" y="574884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851920" y="5806440"/>
            <a:ext cx="92160" cy="0"/>
          </a:xfrm>
          <a:prstGeom prst="line">
            <a:avLst/>
          </a:prstGeom>
          <a:ln w="12240">
            <a:solidFill>
              <a:srgbClr val="0072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2873520" y="5781960"/>
            <a:ext cx="49320" cy="49320"/>
          </a:xfrm>
          <a:custGeom>
            <a:avLst/>
            <a:gdLst/>
            <a:ahLst/>
            <a:rect l="0" t="0" r="r" b="b"/>
            <a:pathLst>
              <a:path w="137" h="137">
                <a:moveTo>
                  <a:pt x="0" y="68"/>
                </a:moveTo>
                <a:cubicBezTo>
                  <a:pt x="0" y="-22"/>
                  <a:pt x="137" y="-22"/>
                  <a:pt x="137" y="68"/>
                </a:cubicBezTo>
                <a:cubicBezTo>
                  <a:pt x="137" y="160"/>
                  <a:pt x="0" y="160"/>
                  <a:pt x="0" y="68"/>
                </a:cubicBez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873520" y="5781960"/>
            <a:ext cx="49320" cy="49320"/>
          </a:xfrm>
          <a:custGeom>
            <a:avLst/>
            <a:gdLst/>
            <a:ahLst/>
            <a:rect l="0" t="0" r="r" b="b"/>
            <a:pathLst>
              <a:path fill="none" w="137" h="137">
                <a:moveTo>
                  <a:pt x="137" y="68"/>
                </a:moveTo>
                <a:cubicBezTo>
                  <a:pt x="137" y="160"/>
                  <a:pt x="0" y="160"/>
                  <a:pt x="0" y="68"/>
                </a:cubicBezTo>
                <a:cubicBezTo>
                  <a:pt x="0" y="-22"/>
                  <a:pt x="137" y="-22"/>
                  <a:pt x="137" y="68"/>
                </a:cubicBezTo>
              </a:path>
            </a:pathLst>
          </a:custGeom>
          <a:ln cap="rnd" w="16200">
            <a:solidFill>
              <a:srgbClr val="0072B2"/>
            </a:solidFill>
            <a:round/>
          </a:ln>
        </p:spPr>
        <p:txBody>
          <a:bodyPr lIns="7920" tIns="7920" rIns="7920" bIns="79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2169360" y="6674400"/>
            <a:ext cx="12240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ratio (95% CI)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3018960" y="5531760"/>
            <a:ext cx="10299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Wald (model-based)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3018960" y="5646960"/>
            <a:ext cx="12841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Species cluster bootstrap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3018960" y="5762160"/>
            <a:ext cx="1322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Province cluster bootstrap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326240" y="3632400"/>
            <a:ext cx="21074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Provincial clustering widens the intervals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326240" y="3758760"/>
            <a:ext cx="31446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(SE ratio 1.26-1.59); species clustering does not (0.86-1.17)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4865400" y="3961440"/>
            <a:ext cx="2943360" cy="2276640"/>
          </a:xfrm>
          <a:custGeom>
            <a:avLst/>
            <a:gdLst/>
            <a:ahLst/>
            <a:rect l="0" t="0" r="r" b="b"/>
            <a:pathLst>
              <a:path w="8176" h="6324">
                <a:moveTo>
                  <a:pt x="0" y="0"/>
                </a:moveTo>
                <a:lnTo>
                  <a:pt x="8176" y="0"/>
                </a:lnTo>
                <a:lnTo>
                  <a:pt x="8176" y="6324"/>
                </a:lnTo>
                <a:lnTo>
                  <a:pt x="0" y="6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4865400" y="4117680"/>
            <a:ext cx="2919600" cy="0"/>
          </a:xfrm>
          <a:prstGeom prst="line">
            <a:avLst/>
          </a:prstGeom>
          <a:ln w="12240">
            <a:solidFill>
              <a:srgbClr val="7F7F7F"/>
            </a:solidFill>
            <a:custDash>
              <a:ds d="400000" sp="4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5093280" y="4154760"/>
            <a:ext cx="385560" cy="2083320"/>
          </a:xfrm>
          <a:custGeom>
            <a:avLst/>
            <a:gdLst/>
            <a:ahLst/>
            <a:rect l="0" t="0" r="r" b="b"/>
            <a:pathLst>
              <a:path w="1071" h="5787">
                <a:moveTo>
                  <a:pt x="0" y="0"/>
                </a:moveTo>
                <a:lnTo>
                  <a:pt x="1071" y="0"/>
                </a:lnTo>
                <a:lnTo>
                  <a:pt x="1071" y="5787"/>
                </a:lnTo>
                <a:lnTo>
                  <a:pt x="0" y="5787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5793840" y="4154760"/>
            <a:ext cx="385920" cy="2083320"/>
          </a:xfrm>
          <a:custGeom>
            <a:avLst/>
            <a:gdLst/>
            <a:ahLst/>
            <a:rect l="0" t="0" r="r" b="b"/>
            <a:pathLst>
              <a:path w="1072" h="5787">
                <a:moveTo>
                  <a:pt x="0" y="0"/>
                </a:moveTo>
                <a:lnTo>
                  <a:pt x="1072" y="0"/>
                </a:lnTo>
                <a:lnTo>
                  <a:pt x="1072" y="5787"/>
                </a:lnTo>
                <a:lnTo>
                  <a:pt x="0" y="5787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6494760" y="4184640"/>
            <a:ext cx="385560" cy="2053440"/>
          </a:xfrm>
          <a:custGeom>
            <a:avLst/>
            <a:gdLst/>
            <a:ahLst/>
            <a:rect l="0" t="0" r="r" b="b"/>
            <a:pathLst>
              <a:path w="1071" h="5704">
                <a:moveTo>
                  <a:pt x="0" y="0"/>
                </a:moveTo>
                <a:lnTo>
                  <a:pt x="1071" y="0"/>
                </a:lnTo>
                <a:lnTo>
                  <a:pt x="1071" y="5704"/>
                </a:lnTo>
                <a:lnTo>
                  <a:pt x="0" y="5704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7195320" y="4169880"/>
            <a:ext cx="385920" cy="2068200"/>
          </a:xfrm>
          <a:custGeom>
            <a:avLst/>
            <a:gdLst/>
            <a:ahLst/>
            <a:rect l="0" t="0" r="r" b="b"/>
            <a:pathLst>
              <a:path w="1072" h="5745">
                <a:moveTo>
                  <a:pt x="0" y="0"/>
                </a:moveTo>
                <a:lnTo>
                  <a:pt x="1072" y="0"/>
                </a:lnTo>
                <a:lnTo>
                  <a:pt x="1072" y="5745"/>
                </a:lnTo>
                <a:lnTo>
                  <a:pt x="0" y="5745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1326240" y="3429360"/>
            <a:ext cx="28681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  Cluster bootstraps (300 resamples each)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5057280" y="4200840"/>
            <a:ext cx="4456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bias -0.005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5758200" y="4200840"/>
            <a:ext cx="4456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bias -0.008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6458760" y="4230360"/>
            <a:ext cx="4456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bias -0.006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 flipV="1">
            <a:off x="4865400" y="3961440"/>
            <a:ext cx="0" cy="227628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7147080" y="4215600"/>
            <a:ext cx="46800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bias +0.001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4668840" y="6186960"/>
            <a:ext cx="148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4618080" y="5628960"/>
            <a:ext cx="205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25%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4618080" y="5071320"/>
            <a:ext cx="205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4618080" y="4513320"/>
            <a:ext cx="205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75%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4833720" y="623772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4833720" y="567972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4833720" y="512172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4833720" y="45640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4833720" y="400608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4865400" y="6237720"/>
            <a:ext cx="2943000" cy="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 flipV="1">
            <a:off x="528588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 flipV="1">
            <a:off x="598644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 flipV="1">
            <a:off x="668736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 flipV="1">
            <a:off x="738792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4567320" y="3955320"/>
            <a:ext cx="2617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 rot="20700000">
            <a:off x="4346280" y="6400080"/>
            <a:ext cx="1005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 rot="20700000">
            <a:off x="5459400" y="6346800"/>
            <a:ext cx="5796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 rot="20700000">
            <a:off x="5972760" y="6371280"/>
            <a:ext cx="77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Annual variability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 rot="20700000">
            <a:off x="6685920" y="6369840"/>
            <a:ext cx="758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Warming × effort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 rot="16200000">
            <a:off x="3365640" y="5092200"/>
            <a:ext cx="2187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Actual coverage of the nominal 95% CI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4865400" y="3632400"/>
            <a:ext cx="18990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Coverage 91.3-95.3%; absolute bias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4865400" y="3758760"/>
            <a:ext cx="18532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below 0.01 on the log-hazard scale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8252280" y="3961440"/>
            <a:ext cx="2943360" cy="2276640"/>
          </a:xfrm>
          <a:custGeom>
            <a:avLst/>
            <a:gdLst/>
            <a:ahLst/>
            <a:rect l="0" t="0" r="r" b="b"/>
            <a:pathLst>
              <a:path w="8176" h="6324">
                <a:moveTo>
                  <a:pt x="0" y="0"/>
                </a:moveTo>
                <a:lnTo>
                  <a:pt x="8176" y="0"/>
                </a:lnTo>
                <a:lnTo>
                  <a:pt x="8176" y="6324"/>
                </a:lnTo>
                <a:lnTo>
                  <a:pt x="0" y="63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8252280" y="5132520"/>
            <a:ext cx="2943000" cy="0"/>
          </a:xfrm>
          <a:prstGeom prst="line">
            <a:avLst/>
          </a:prstGeom>
          <a:ln w="1224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8252280" y="5935680"/>
            <a:ext cx="2923560" cy="0"/>
          </a:xfrm>
          <a:prstGeom prst="line">
            <a:avLst/>
          </a:prstGeom>
          <a:ln w="12240">
            <a:solidFill>
              <a:srgbClr val="999999"/>
            </a:solidFill>
            <a:custDash>
              <a:ds d="1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8252280" y="4329360"/>
            <a:ext cx="2923560" cy="0"/>
          </a:xfrm>
          <a:prstGeom prst="line">
            <a:avLst/>
          </a:prstGeom>
          <a:ln w="12240">
            <a:solidFill>
              <a:srgbClr val="999999"/>
            </a:solidFill>
            <a:custDash>
              <a:ds d="1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8639640" y="56901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8639640" y="56901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8591040" y="53506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8591040" y="53506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8728920" y="51728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8728920" y="51728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8651880" y="54504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8651880" y="54504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8622000" y="49766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8622000" y="49766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8563680" y="559800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8563680" y="559800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5"/>
                </a:moveTo>
                <a:cubicBezTo>
                  <a:pt x="91" y="107"/>
                  <a:pt x="0" y="107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8656200" y="45280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8656200" y="45280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8744760" y="46638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8744760" y="46638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8687160" y="47908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8687160" y="47908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8722080" y="52880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8722080" y="52880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8651880" y="51476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8651880" y="51476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8763480" y="52210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7"/>
                  <a:pt x="0" y="107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8763480" y="52210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7"/>
                  <a:pt x="0" y="107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8681760" y="475452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8681760" y="475452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8747640" y="455832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8747640" y="455832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5"/>
                </a:moveTo>
                <a:cubicBezTo>
                  <a:pt x="91" y="106"/>
                  <a:pt x="0" y="106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8575920" y="43732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8575920" y="43732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8586000" y="52520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8586000" y="52520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8732160" y="498276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8732160" y="498276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8739000" y="436932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8739000" y="436932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5"/>
                </a:moveTo>
                <a:cubicBezTo>
                  <a:pt x="91" y="106"/>
                  <a:pt x="0" y="106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8600400" y="543600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8600400" y="543600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5"/>
                </a:moveTo>
                <a:cubicBezTo>
                  <a:pt x="92" y="106"/>
                  <a:pt x="0" y="106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8577720" y="55134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8577720" y="55134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8557560" y="54860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8557560" y="54860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8735040" y="53949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8735040" y="53949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8"/>
                  <a:pt x="0" y="108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8580600" y="53092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8580600" y="53092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8722080" y="524880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8722080" y="524880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8559360" y="477540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8559360" y="477540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8770320" y="52020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8770320" y="52020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8"/>
                  <a:pt x="0" y="108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8552880" y="52646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8"/>
                  <a:pt x="0" y="108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8552880" y="52646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8"/>
                  <a:pt x="0" y="108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8740800" y="59446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8740800" y="59446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8708400" y="50198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8708400" y="50198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5"/>
                </a:moveTo>
                <a:cubicBezTo>
                  <a:pt x="91" y="107"/>
                  <a:pt x="0" y="107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8713080" y="452520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8713080" y="452520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5"/>
                </a:moveTo>
                <a:cubicBezTo>
                  <a:pt x="92" y="106"/>
                  <a:pt x="0" y="106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8573760" y="52963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8573760" y="52963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8"/>
                  <a:pt x="0" y="108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8743680" y="51429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8743680" y="51429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8595360" y="508680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7"/>
                  <a:pt x="0" y="107"/>
                  <a:pt x="0" y="47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8595360" y="508680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7"/>
                  <a:pt x="0" y="107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8643240" y="47905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7"/>
                  <a:pt x="0" y="107"/>
                  <a:pt x="0" y="45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8643240" y="47905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5"/>
                </a:moveTo>
                <a:cubicBezTo>
                  <a:pt x="91" y="107"/>
                  <a:pt x="0" y="107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8697240" y="53492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8697240" y="53492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8722800" y="43430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8722800" y="43430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8562240" y="48510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8562240" y="48510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8532720" y="571248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6"/>
                  <a:pt x="0" y="106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8532720" y="571248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6"/>
                </a:moveTo>
                <a:cubicBezTo>
                  <a:pt x="91" y="106"/>
                  <a:pt x="0" y="106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8583120" y="48974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8583120" y="48974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8775000" y="53848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8775000" y="53848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8753040" y="48315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7"/>
                  <a:pt x="0" y="107"/>
                  <a:pt x="0" y="47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8753040" y="48315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7"/>
                  <a:pt x="0" y="107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9246960" y="511380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9246960" y="511380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9450360" y="438948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9450360" y="438948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8"/>
                  <a:pt x="0" y="108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9369720" y="48657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9369720" y="48657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9285120" y="512028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9285120" y="512028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6"/>
                </a:moveTo>
                <a:cubicBezTo>
                  <a:pt x="91" y="106"/>
                  <a:pt x="0" y="106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9325080" y="570852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9325080" y="570852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9397440" y="542052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7"/>
                  <a:pt x="0" y="107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9397440" y="542052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7"/>
                  <a:pt x="0" y="107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9315720" y="404856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9315720" y="404856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5"/>
                </a:moveTo>
                <a:cubicBezTo>
                  <a:pt x="91" y="107"/>
                  <a:pt x="0" y="107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9470160" y="53352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9470160" y="53352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9251280" y="49921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7"/>
                  <a:pt x="0" y="107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9251280" y="49921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7"/>
                  <a:pt x="0" y="107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9480960" y="52192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7"/>
                  <a:pt x="0" y="107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9480960" y="52192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7"/>
                  <a:pt x="0" y="107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9358920" y="44647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9358920" y="44647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9474120" y="55749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9474120" y="55749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9391680" y="53096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9391680" y="53096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9260280" y="578628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9260280" y="578628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9321480" y="543168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9321480" y="543168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9383040" y="61178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9383040" y="61178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9329040" y="446544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9329040" y="446544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5"/>
                </a:moveTo>
                <a:cubicBezTo>
                  <a:pt x="91" y="106"/>
                  <a:pt x="0" y="106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9234720" y="47264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9234720" y="47264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5"/>
                </a:moveTo>
                <a:cubicBezTo>
                  <a:pt x="91" y="107"/>
                  <a:pt x="0" y="107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9455400" y="478908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9455400" y="478908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9464040" y="50824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9464040" y="50824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9292320" y="529092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9292320" y="529092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9257760" y="511740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9257760" y="511740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5"/>
                </a:moveTo>
                <a:cubicBezTo>
                  <a:pt x="91" y="106"/>
                  <a:pt x="0" y="106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9440640" y="53748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9440640" y="53748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9469080" y="430308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9469080" y="430308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5"/>
                </a:moveTo>
                <a:cubicBezTo>
                  <a:pt x="91" y="107"/>
                  <a:pt x="0" y="107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9363600" y="56905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9363600" y="56905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9371880" y="49770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8"/>
                  <a:pt x="0" y="108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9371880" y="49770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8"/>
                  <a:pt x="0" y="108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9257400" y="50072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8"/>
                  <a:pt x="0" y="108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9257400" y="50072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8"/>
                  <a:pt x="0" y="108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9410760" y="52891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7"/>
                  <a:pt x="0" y="107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9410760" y="52891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7"/>
                  <a:pt x="0" y="107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9260640" y="491472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9260640" y="491472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5"/>
                </a:moveTo>
                <a:cubicBezTo>
                  <a:pt x="92" y="106"/>
                  <a:pt x="0" y="106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9355320" y="508536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9355320" y="508536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5"/>
                </a:moveTo>
                <a:cubicBezTo>
                  <a:pt x="92" y="106"/>
                  <a:pt x="0" y="106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9250560" y="55263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9250560" y="55263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9261720" y="534636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7"/>
                  <a:pt x="0" y="107"/>
                  <a:pt x="0" y="47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9261720" y="534636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7"/>
                  <a:pt x="0" y="107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9361440" y="47822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8"/>
                  <a:pt x="0" y="108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9361440" y="47822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8"/>
                  <a:pt x="0" y="108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9337680" y="43228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8"/>
                  <a:pt x="0" y="108"/>
                  <a:pt x="0" y="47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9337680" y="43228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8"/>
                  <a:pt x="0" y="108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9436320" y="53953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9436320" y="53953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9289800" y="457920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6"/>
                  <a:pt x="0" y="106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9289800" y="457920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6"/>
                </a:moveTo>
                <a:cubicBezTo>
                  <a:pt x="92" y="106"/>
                  <a:pt x="0" y="106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9469440" y="540288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6"/>
                  <a:pt x="0" y="106"/>
                  <a:pt x="0" y="45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9469440" y="540288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5"/>
                </a:moveTo>
                <a:cubicBezTo>
                  <a:pt x="92" y="106"/>
                  <a:pt x="0" y="106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9269280" y="53733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9269280" y="53733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9363960" y="566856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9363960" y="566856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9406800" y="579456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6"/>
                  <a:pt x="0" y="106"/>
                  <a:pt x="0" y="45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9406800" y="579456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5"/>
                </a:moveTo>
                <a:cubicBezTo>
                  <a:pt x="92" y="106"/>
                  <a:pt x="0" y="106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9425160" y="54792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9425160" y="54792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9946440" y="539316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9946440" y="539316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8"/>
                  <a:pt x="0" y="108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9957600" y="501516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9957600" y="501516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5"/>
                </a:moveTo>
                <a:cubicBezTo>
                  <a:pt x="91" y="106"/>
                  <a:pt x="0" y="106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10087920" y="51642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8"/>
                  <a:pt x="0" y="108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10087920" y="51642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8"/>
                  <a:pt x="0" y="108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10076400" y="50158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0076400" y="50158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9995040" y="444168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9995040" y="444168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6"/>
                </a:moveTo>
                <a:cubicBezTo>
                  <a:pt x="91" y="106"/>
                  <a:pt x="0" y="106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9941400" y="513972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9941400" y="513972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10159560" y="48495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10159560" y="48495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10120680" y="51836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10120680" y="51836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10174680" y="496188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7"/>
                  <a:pt x="0" y="107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10174680" y="496188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7"/>
                  <a:pt x="0" y="107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10042920" y="52693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10042920" y="52693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10077840" y="467352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10077840" y="467352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6"/>
                </a:moveTo>
                <a:cubicBezTo>
                  <a:pt x="92" y="106"/>
                  <a:pt x="0" y="106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9982440" y="539280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9982440" y="539280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0107360" y="484992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10107360" y="484992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9972000" y="48463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9972000" y="48463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9941040" y="59176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9941040" y="59176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8"/>
                  <a:pt x="0" y="108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10127880" y="50871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7"/>
                  <a:pt x="0" y="107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10127880" y="50871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7"/>
                  <a:pt x="0" y="107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10172160" y="531828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10172160" y="531828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6"/>
                </a:moveTo>
                <a:cubicBezTo>
                  <a:pt x="91" y="106"/>
                  <a:pt x="0" y="106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9994680" y="500580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8"/>
                  <a:pt x="0" y="108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9994680" y="500580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8"/>
                  <a:pt x="0" y="108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10117080" y="51368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10117080" y="51368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8"/>
                  <a:pt x="0" y="108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10015560" y="49136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0015560" y="49136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10015560" y="48002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7"/>
                  <a:pt x="0" y="107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10015560" y="48002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7"/>
                  <a:pt x="0" y="107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9976680" y="53380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9976680" y="53380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10168200" y="50018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10168200" y="50018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8"/>
                  <a:pt x="0" y="108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10085400" y="504288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10085400" y="504288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10015920" y="515880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10015920" y="515880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6"/>
                </a:moveTo>
                <a:cubicBezTo>
                  <a:pt x="91" y="106"/>
                  <a:pt x="0" y="106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9962280" y="51620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7"/>
                  <a:pt x="0" y="107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9962280" y="51620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7"/>
                  <a:pt x="0" y="107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10180800" y="537120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10180800" y="537120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5"/>
                </a:moveTo>
                <a:cubicBezTo>
                  <a:pt x="92" y="106"/>
                  <a:pt x="0" y="106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10053720" y="494748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10053720" y="494748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5"/>
                </a:moveTo>
                <a:cubicBezTo>
                  <a:pt x="91" y="106"/>
                  <a:pt x="0" y="106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10047960" y="59493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8"/>
                  <a:pt x="0" y="108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10047960" y="59493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8"/>
                  <a:pt x="0" y="108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10152720" y="497592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8"/>
                  <a:pt x="0" y="108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10152720" y="497592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8"/>
                  <a:pt x="0" y="108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10067400" y="52326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10067400" y="52326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8"/>
                  <a:pt x="0" y="108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9963720" y="483768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9963720" y="483768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10077120" y="50738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10077120" y="50738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10087200" y="52160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7"/>
                  <a:pt x="0" y="107"/>
                  <a:pt x="0" y="47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10087200" y="52160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7"/>
                  <a:pt x="0" y="107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9941040" y="448020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6"/>
                  <a:pt x="0" y="106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9941040" y="448020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6"/>
                </a:moveTo>
                <a:cubicBezTo>
                  <a:pt x="91" y="106"/>
                  <a:pt x="0" y="106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10115640" y="508716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10115640" y="508716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10100520" y="54705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10100520" y="54705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10060920" y="53614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8"/>
                  <a:pt x="0" y="108"/>
                  <a:pt x="0" y="47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10060920" y="53614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8"/>
                  <a:pt x="0" y="108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9934560" y="517716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9934560" y="517716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9941400" y="55303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9941400" y="55303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10083960" y="55569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10083960" y="55569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10838160" y="463500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10838160" y="463500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10654560" y="528516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0654560" y="528516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6"/>
                </a:moveTo>
                <a:cubicBezTo>
                  <a:pt x="92" y="106"/>
                  <a:pt x="0" y="106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10662480" y="51663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8"/>
                  <a:pt x="0" y="108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10662480" y="51663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8"/>
                  <a:pt x="0" y="108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10667160" y="516600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10667160" y="516600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10810800" y="519732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10810800" y="519732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8"/>
                  <a:pt x="0" y="108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10873080" y="521748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10873080" y="521748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6"/>
                </a:moveTo>
                <a:cubicBezTo>
                  <a:pt x="92" y="106"/>
                  <a:pt x="0" y="106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10800000" y="603216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10800000" y="603216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6"/>
                </a:moveTo>
                <a:cubicBezTo>
                  <a:pt x="91" y="106"/>
                  <a:pt x="0" y="106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10669320" y="49968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10669320" y="49968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10838880" y="509688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10838880" y="509688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6"/>
                </a:moveTo>
                <a:cubicBezTo>
                  <a:pt x="91" y="106"/>
                  <a:pt x="0" y="106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10818720" y="523728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8"/>
                  <a:pt x="0" y="108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10818720" y="523728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8"/>
                  <a:pt x="0" y="108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10744200" y="526536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10744200" y="526536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8"/>
                  <a:pt x="0" y="108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10696320" y="529020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10696320" y="529020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6"/>
                </a:moveTo>
                <a:cubicBezTo>
                  <a:pt x="91" y="106"/>
                  <a:pt x="0" y="106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10728000" y="48398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8"/>
                  <a:pt x="0" y="108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10728000" y="48398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8"/>
                  <a:pt x="0" y="108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10730880" y="47419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10730880" y="47419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10878120" y="556200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8"/>
                  <a:pt x="0" y="108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10878120" y="556200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8"/>
                  <a:pt x="0" y="108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10819800" y="47232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10819800" y="47232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10713960" y="51786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10713960" y="51786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10692360" y="598428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0692360" y="598428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5"/>
                </a:moveTo>
                <a:cubicBezTo>
                  <a:pt x="91" y="107"/>
                  <a:pt x="0" y="107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10879200" y="50828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10879200" y="508284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5"/>
                </a:moveTo>
                <a:cubicBezTo>
                  <a:pt x="91" y="107"/>
                  <a:pt x="0" y="107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10729440" y="48600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10729440" y="48600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10877400" y="51253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10877400" y="51253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10764720" y="495936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10764720" y="495936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10640880" y="538812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10640880" y="538812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6"/>
                </a:moveTo>
                <a:cubicBezTo>
                  <a:pt x="91" y="106"/>
                  <a:pt x="0" y="106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10856520" y="49795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10856520" y="49795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5"/>
                </a:moveTo>
                <a:cubicBezTo>
                  <a:pt x="91" y="107"/>
                  <a:pt x="0" y="107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10716480" y="55101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0716480" y="55101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10632600" y="51933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7"/>
                </a:moveTo>
                <a:cubicBezTo>
                  <a:pt x="0" y="-15"/>
                  <a:pt x="92" y="-15"/>
                  <a:pt x="92" y="47"/>
                </a:cubicBezTo>
                <a:cubicBezTo>
                  <a:pt x="92" y="107"/>
                  <a:pt x="0" y="107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0632600" y="51933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7"/>
                </a:moveTo>
                <a:cubicBezTo>
                  <a:pt x="92" y="107"/>
                  <a:pt x="0" y="107"/>
                  <a:pt x="0" y="47"/>
                </a:cubicBezTo>
                <a:cubicBezTo>
                  <a:pt x="0" y="-15"/>
                  <a:pt x="92" y="-15"/>
                  <a:pt x="92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10842840" y="511488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10842840" y="511488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10838880" y="49226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10838880" y="492264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10800720" y="437112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10800720" y="437112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5"/>
                </a:moveTo>
                <a:cubicBezTo>
                  <a:pt x="91" y="106"/>
                  <a:pt x="0" y="106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10707480" y="465696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6"/>
                  <a:pt x="0" y="106"/>
                  <a:pt x="0" y="45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10707480" y="465696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5"/>
                </a:moveTo>
                <a:cubicBezTo>
                  <a:pt x="92" y="106"/>
                  <a:pt x="0" y="106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10655280" y="48733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7"/>
                </a:moveTo>
                <a:cubicBezTo>
                  <a:pt x="0" y="-15"/>
                  <a:pt x="91" y="-15"/>
                  <a:pt x="91" y="47"/>
                </a:cubicBezTo>
                <a:cubicBezTo>
                  <a:pt x="91" y="108"/>
                  <a:pt x="0" y="108"/>
                  <a:pt x="0" y="47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10655280" y="48733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7"/>
                </a:moveTo>
                <a:cubicBezTo>
                  <a:pt x="91" y="108"/>
                  <a:pt x="0" y="108"/>
                  <a:pt x="0" y="47"/>
                </a:cubicBezTo>
                <a:cubicBezTo>
                  <a:pt x="0" y="-15"/>
                  <a:pt x="91" y="-15"/>
                  <a:pt x="91" y="47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10719360" y="537084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6"/>
                  <a:pt x="0" y="106"/>
                  <a:pt x="0" y="45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10719360" y="537084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5"/>
                </a:moveTo>
                <a:cubicBezTo>
                  <a:pt x="92" y="106"/>
                  <a:pt x="0" y="106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10839960" y="4671360"/>
            <a:ext cx="33120" cy="32760"/>
          </a:xfrm>
          <a:custGeom>
            <a:avLst/>
            <a:gdLst/>
            <a:ahLst/>
            <a:rect l="0" t="0" r="r" b="b"/>
            <a:pathLst>
              <a:path w="92" h="91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6"/>
                  <a:pt x="0" y="106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10839960" y="4671360"/>
            <a:ext cx="33120" cy="32760"/>
          </a:xfrm>
          <a:custGeom>
            <a:avLst/>
            <a:gdLst/>
            <a:ahLst/>
            <a:rect l="0" t="0" r="r" b="b"/>
            <a:pathLst>
              <a:path fill="none" w="92" h="91">
                <a:moveTo>
                  <a:pt x="92" y="46"/>
                </a:moveTo>
                <a:cubicBezTo>
                  <a:pt x="92" y="106"/>
                  <a:pt x="0" y="106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10655640" y="60807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0655640" y="60807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7"/>
                  <a:pt x="0" y="107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10743120" y="488700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10743120" y="488700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10703520" y="53179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7"/>
                  <a:pt x="0" y="107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10703520" y="53179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7"/>
                  <a:pt x="0" y="107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10867680" y="569556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7"/>
                  <a:pt x="0" y="107"/>
                  <a:pt x="0" y="45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0867680" y="569556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5"/>
                </a:moveTo>
                <a:cubicBezTo>
                  <a:pt x="91" y="107"/>
                  <a:pt x="0" y="107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10822680" y="459252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7"/>
                  <a:pt x="0" y="107"/>
                  <a:pt x="0" y="45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0822680" y="459252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5"/>
                </a:moveTo>
                <a:cubicBezTo>
                  <a:pt x="91" y="107"/>
                  <a:pt x="0" y="107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0717920" y="407592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5"/>
                </a:moveTo>
                <a:cubicBezTo>
                  <a:pt x="0" y="-15"/>
                  <a:pt x="91" y="-15"/>
                  <a:pt x="91" y="45"/>
                </a:cubicBezTo>
                <a:cubicBezTo>
                  <a:pt x="91" y="106"/>
                  <a:pt x="0" y="106"/>
                  <a:pt x="0" y="45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0717920" y="407592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5"/>
                </a:moveTo>
                <a:cubicBezTo>
                  <a:pt x="91" y="106"/>
                  <a:pt x="0" y="106"/>
                  <a:pt x="0" y="45"/>
                </a:cubicBezTo>
                <a:cubicBezTo>
                  <a:pt x="0" y="-15"/>
                  <a:pt x="91" y="-15"/>
                  <a:pt x="91" y="45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10657800" y="510696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6"/>
                </a:moveTo>
                <a:cubicBezTo>
                  <a:pt x="0" y="-15"/>
                  <a:pt x="92" y="-15"/>
                  <a:pt x="92" y="46"/>
                </a:cubicBezTo>
                <a:cubicBezTo>
                  <a:pt x="92" y="108"/>
                  <a:pt x="0" y="108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10657800" y="510696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6"/>
                </a:moveTo>
                <a:cubicBezTo>
                  <a:pt x="92" y="108"/>
                  <a:pt x="0" y="108"/>
                  <a:pt x="0" y="46"/>
                </a:cubicBezTo>
                <a:cubicBezTo>
                  <a:pt x="0" y="-15"/>
                  <a:pt x="92" y="-15"/>
                  <a:pt x="92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0662840" y="449712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0" y="45"/>
                </a:moveTo>
                <a:cubicBezTo>
                  <a:pt x="0" y="-15"/>
                  <a:pt x="92" y="-15"/>
                  <a:pt x="92" y="45"/>
                </a:cubicBezTo>
                <a:cubicBezTo>
                  <a:pt x="92" y="107"/>
                  <a:pt x="0" y="107"/>
                  <a:pt x="0" y="45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10662840" y="4497120"/>
            <a:ext cx="33120" cy="33120"/>
          </a:xfrm>
          <a:custGeom>
            <a:avLst/>
            <a:gdLst/>
            <a:ahLst/>
            <a:rect l="0" t="0" r="r" b="b"/>
            <a:pathLst>
              <a:path fill="none" w="92" h="92">
                <a:moveTo>
                  <a:pt x="92" y="45"/>
                </a:moveTo>
                <a:cubicBezTo>
                  <a:pt x="92" y="107"/>
                  <a:pt x="0" y="107"/>
                  <a:pt x="0" y="45"/>
                </a:cubicBezTo>
                <a:cubicBezTo>
                  <a:pt x="0" y="-15"/>
                  <a:pt x="92" y="-15"/>
                  <a:pt x="92" y="45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 flipV="1">
            <a:off x="8252280" y="3961440"/>
            <a:ext cx="0" cy="227628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4865400" y="3429360"/>
            <a:ext cx="27511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  Parametric bootstrap (150 simulations)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8106480" y="61527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8106480" y="56174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8144640" y="508176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8144640" y="45464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8220600" y="620352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8220600" y="566784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8220600" y="513252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8220600" y="459720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8220600" y="4061520"/>
            <a:ext cx="31680" cy="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8252280" y="6237720"/>
            <a:ext cx="2943000" cy="0"/>
          </a:xfrm>
          <a:prstGeom prst="line">
            <a:avLst/>
          </a:prstGeom>
          <a:ln cap="sq"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-6120" rIns="6120" bIns="-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 flipV="1">
            <a:off x="867276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 flipV="1">
            <a:off x="937332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 flipV="1">
            <a:off x="1007424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 flipV="1">
            <a:off x="10774800" y="6237720"/>
            <a:ext cx="0" cy="31680"/>
          </a:xfrm>
          <a:prstGeom prst="line">
            <a:avLst/>
          </a:prstGeom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8144640" y="40111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 rot="20700000">
            <a:off x="7733160" y="6400080"/>
            <a:ext cx="10051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 rot="20700000">
            <a:off x="8845920" y="6346800"/>
            <a:ext cx="5796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 rot="20700000">
            <a:off x="9359640" y="6371280"/>
            <a:ext cx="77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Annual variability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 rot="20700000">
            <a:off x="10072800" y="6369840"/>
            <a:ext cx="758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Warming × effort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9838440" y="3949200"/>
            <a:ext cx="1490040" cy="479880"/>
          </a:xfrm>
          <a:custGeom>
            <a:avLst/>
            <a:gdLst/>
            <a:ahLst/>
            <a:rect l="0" t="0" r="r" b="b"/>
            <a:pathLst>
              <a:path w="4139" h="1333">
                <a:moveTo>
                  <a:pt x="0" y="0"/>
                </a:moveTo>
                <a:lnTo>
                  <a:pt x="4139" y="0"/>
                </a:lnTo>
                <a:lnTo>
                  <a:pt x="4139" y="1333"/>
                </a:lnTo>
                <a:lnTo>
                  <a:pt x="0" y="13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9901440" y="401256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9942840" y="405396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6"/>
                  <a:pt x="0" y="106"/>
                  <a:pt x="0" y="46"/>
                </a:cubicBezTo>
                <a:close/>
              </a:path>
            </a:pathLst>
          </a:custGeom>
          <a:solidFill>
            <a:srgbClr val="0072B2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9942840" y="4053960"/>
            <a:ext cx="32760" cy="32760"/>
          </a:xfrm>
          <a:custGeom>
            <a:avLst/>
            <a:gdLst/>
            <a:ahLst/>
            <a:rect l="0" t="0" r="r" b="b"/>
            <a:pathLst>
              <a:path fill="none" w="91" h="91">
                <a:moveTo>
                  <a:pt x="91" y="46"/>
                </a:moveTo>
                <a:cubicBezTo>
                  <a:pt x="91" y="106"/>
                  <a:pt x="0" y="106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72B2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9901440" y="4127760"/>
            <a:ext cx="115560" cy="238320"/>
          </a:xfrm>
          <a:custGeom>
            <a:avLst/>
            <a:gdLst/>
            <a:ahLst/>
            <a:rect l="0" t="0" r="r" b="b"/>
            <a:pathLst>
              <a:path w="321" h="662">
                <a:moveTo>
                  <a:pt x="0" y="0"/>
                </a:moveTo>
                <a:lnTo>
                  <a:pt x="321" y="0"/>
                </a:lnTo>
                <a:lnTo>
                  <a:pt x="321" y="662"/>
                </a:lnTo>
                <a:lnTo>
                  <a:pt x="0" y="6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9942840" y="423036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0" y="46"/>
                </a:moveTo>
                <a:cubicBezTo>
                  <a:pt x="0" y="-15"/>
                  <a:pt x="91" y="-15"/>
                  <a:pt x="91" y="46"/>
                </a:cubicBezTo>
                <a:cubicBezTo>
                  <a:pt x="91" y="108"/>
                  <a:pt x="0" y="108"/>
                  <a:pt x="0" y="46"/>
                </a:cubicBezTo>
                <a:close/>
              </a:path>
            </a:pathLst>
          </a:custGeom>
          <a:solidFill>
            <a:srgbClr val="009E73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9942840" y="4230360"/>
            <a:ext cx="32760" cy="33120"/>
          </a:xfrm>
          <a:custGeom>
            <a:avLst/>
            <a:gdLst/>
            <a:ahLst/>
            <a:rect l="0" t="0" r="r" b="b"/>
            <a:pathLst>
              <a:path fill="none" w="91" h="92">
                <a:moveTo>
                  <a:pt x="91" y="46"/>
                </a:moveTo>
                <a:cubicBezTo>
                  <a:pt x="91" y="108"/>
                  <a:pt x="0" y="108"/>
                  <a:pt x="0" y="46"/>
                </a:cubicBezTo>
                <a:cubicBezTo>
                  <a:pt x="0" y="-15"/>
                  <a:pt x="91" y="-15"/>
                  <a:pt x="91" y="46"/>
                </a:cubicBezTo>
              </a:path>
            </a:pathLst>
          </a:custGeom>
          <a:ln cap="rnd" w="7920">
            <a:solidFill>
              <a:srgbClr val="009E73">
                <a:alpha val="6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 rot="16200000">
            <a:off x="6830640" y="5094000"/>
            <a:ext cx="23353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Change in hazard ratio when held out (%)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10080000" y="4025880"/>
            <a:ext cx="11890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Leave one province out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10080000" y="4140720"/>
            <a:ext cx="9540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Leave one species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10080000" y="4264200"/>
            <a:ext cx="4899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decile out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8252280" y="3632400"/>
            <a:ext cx="28054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No single province or species decile carries the result;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8252280" y="3758760"/>
            <a:ext cx="27730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maximum change 4.2%, 9 of 164 beyond 3% (dotted)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8252280" y="3429360"/>
            <a:ext cx="77976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  Inﬂuence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FigS5_resampling_v2</dc:title>
</cp:coreProperties>
</file>