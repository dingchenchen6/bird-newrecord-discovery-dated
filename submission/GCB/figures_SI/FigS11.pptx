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1328400" cy="69469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66280" y="262800"/>
            <a:ext cx="10194840" cy="1099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566280" y="1541160"/>
            <a:ext cx="10194840" cy="381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1328480" cy="6946920"/>
          </a:xfrm>
          <a:custGeom>
            <a:avLst/>
            <a:gdLst/>
            <a:ahLst/>
            <a:rect l="0" t="0" r="r" b="b"/>
            <a:pathLst>
              <a:path w="31468" h="19297">
                <a:moveTo>
                  <a:pt x="0" y="0"/>
                </a:moveTo>
                <a:lnTo>
                  <a:pt x="31468" y="0"/>
                </a:lnTo>
                <a:lnTo>
                  <a:pt x="31468" y="19297"/>
                </a:lnTo>
                <a:lnTo>
                  <a:pt x="0" y="19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1328480" cy="6946920"/>
          </a:xfrm>
          <a:custGeom>
            <a:avLst/>
            <a:gdLst/>
            <a:ahLst/>
            <a:rect l="0" t="0" r="r" b="b"/>
            <a:pathLst>
              <a:path w="31468" h="19297">
                <a:moveTo>
                  <a:pt x="0" y="0"/>
                </a:moveTo>
                <a:lnTo>
                  <a:pt x="31468" y="0"/>
                </a:lnTo>
                <a:lnTo>
                  <a:pt x="31468" y="19297"/>
                </a:lnTo>
                <a:lnTo>
                  <a:pt x="0" y="19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3320">
            <a:solidFill>
              <a:srgbClr val="FFFFFF"/>
            </a:solidFill>
            <a:round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69480" y="69480"/>
            <a:ext cx="11189520" cy="3309480"/>
          </a:xfrm>
          <a:custGeom>
            <a:avLst/>
            <a:gdLst/>
            <a:ahLst/>
            <a:rect l="0" t="0" r="r" b="b"/>
            <a:pathLst>
              <a:path w="31082" h="9193">
                <a:moveTo>
                  <a:pt x="0" y="0"/>
                </a:moveTo>
                <a:lnTo>
                  <a:pt x="31082" y="0"/>
                </a:lnTo>
                <a:lnTo>
                  <a:pt x="31082" y="9193"/>
                </a:lnTo>
                <a:lnTo>
                  <a:pt x="0" y="919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2240">
            <a:solidFill>
              <a:srgbClr val="FFFFFF"/>
            </a:solidFill>
            <a:round/>
          </a:ln>
        </p:spPr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1326240" y="926280"/>
            <a:ext cx="2307600" cy="2059560"/>
          </a:xfrm>
          <a:custGeom>
            <a:avLst/>
            <a:gdLst/>
            <a:ahLst/>
            <a:rect l="0" t="0" r="r" b="b"/>
            <a:pathLst>
              <a:path w="6410" h="5721">
                <a:moveTo>
                  <a:pt x="0" y="0"/>
                </a:moveTo>
                <a:lnTo>
                  <a:pt x="6410" y="0"/>
                </a:lnTo>
                <a:lnTo>
                  <a:pt x="6410" y="5721"/>
                </a:lnTo>
                <a:lnTo>
                  <a:pt x="0" y="572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1424880" y="1019880"/>
            <a:ext cx="1941480" cy="1872360"/>
          </a:xfrm>
          <a:custGeom>
            <a:avLst/>
            <a:gdLst/>
            <a:ahLst/>
            <a:rect l="0" t="0" r="r" b="b"/>
            <a:pathLst>
              <a:path w="5393" h="5201">
                <a:moveTo>
                  <a:pt x="0" y="5099"/>
                </a:moveTo>
                <a:lnTo>
                  <a:pt x="10" y="5094"/>
                </a:lnTo>
                <a:lnTo>
                  <a:pt x="21" y="5089"/>
                </a:lnTo>
                <a:lnTo>
                  <a:pt x="64" y="5069"/>
                </a:lnTo>
                <a:lnTo>
                  <a:pt x="75" y="5064"/>
                </a:lnTo>
                <a:lnTo>
                  <a:pt x="96" y="5053"/>
                </a:lnTo>
                <a:lnTo>
                  <a:pt x="118" y="5043"/>
                </a:lnTo>
                <a:lnTo>
                  <a:pt x="128" y="5038"/>
                </a:lnTo>
                <a:lnTo>
                  <a:pt x="139" y="5034"/>
                </a:lnTo>
                <a:lnTo>
                  <a:pt x="150" y="5029"/>
                </a:lnTo>
                <a:lnTo>
                  <a:pt x="171" y="5020"/>
                </a:lnTo>
                <a:lnTo>
                  <a:pt x="182" y="5015"/>
                </a:lnTo>
                <a:lnTo>
                  <a:pt x="193" y="5011"/>
                </a:lnTo>
                <a:lnTo>
                  <a:pt x="203" y="5007"/>
                </a:lnTo>
                <a:lnTo>
                  <a:pt x="214" y="5003"/>
                </a:lnTo>
                <a:lnTo>
                  <a:pt x="225" y="4999"/>
                </a:lnTo>
                <a:lnTo>
                  <a:pt x="235" y="4995"/>
                </a:lnTo>
                <a:lnTo>
                  <a:pt x="246" y="4992"/>
                </a:lnTo>
                <a:lnTo>
                  <a:pt x="268" y="4985"/>
                </a:lnTo>
                <a:lnTo>
                  <a:pt x="278" y="4982"/>
                </a:lnTo>
                <a:lnTo>
                  <a:pt x="300" y="4975"/>
                </a:lnTo>
                <a:lnTo>
                  <a:pt x="311" y="4972"/>
                </a:lnTo>
                <a:lnTo>
                  <a:pt x="321" y="4969"/>
                </a:lnTo>
                <a:lnTo>
                  <a:pt x="332" y="4965"/>
                </a:lnTo>
                <a:lnTo>
                  <a:pt x="343" y="4962"/>
                </a:lnTo>
                <a:lnTo>
                  <a:pt x="364" y="4956"/>
                </a:lnTo>
                <a:lnTo>
                  <a:pt x="375" y="4952"/>
                </a:lnTo>
                <a:lnTo>
                  <a:pt x="385" y="4949"/>
                </a:lnTo>
                <a:lnTo>
                  <a:pt x="396" y="4945"/>
                </a:lnTo>
                <a:lnTo>
                  <a:pt x="407" y="4941"/>
                </a:lnTo>
                <a:lnTo>
                  <a:pt x="418" y="4937"/>
                </a:lnTo>
                <a:lnTo>
                  <a:pt x="428" y="4933"/>
                </a:lnTo>
                <a:lnTo>
                  <a:pt x="439" y="4928"/>
                </a:lnTo>
                <a:lnTo>
                  <a:pt x="450" y="4923"/>
                </a:lnTo>
                <a:lnTo>
                  <a:pt x="461" y="4918"/>
                </a:lnTo>
                <a:lnTo>
                  <a:pt x="471" y="4912"/>
                </a:lnTo>
                <a:lnTo>
                  <a:pt x="482" y="4906"/>
                </a:lnTo>
                <a:lnTo>
                  <a:pt x="493" y="4899"/>
                </a:lnTo>
                <a:lnTo>
                  <a:pt x="503" y="4892"/>
                </a:lnTo>
                <a:lnTo>
                  <a:pt x="514" y="4884"/>
                </a:lnTo>
                <a:lnTo>
                  <a:pt x="525" y="4876"/>
                </a:lnTo>
                <a:lnTo>
                  <a:pt x="536" y="4867"/>
                </a:lnTo>
                <a:lnTo>
                  <a:pt x="546" y="4857"/>
                </a:lnTo>
                <a:lnTo>
                  <a:pt x="557" y="4847"/>
                </a:lnTo>
                <a:lnTo>
                  <a:pt x="568" y="4836"/>
                </a:lnTo>
                <a:lnTo>
                  <a:pt x="579" y="4825"/>
                </a:lnTo>
                <a:lnTo>
                  <a:pt x="589" y="4813"/>
                </a:lnTo>
                <a:lnTo>
                  <a:pt x="600" y="4800"/>
                </a:lnTo>
                <a:lnTo>
                  <a:pt x="611" y="4786"/>
                </a:lnTo>
                <a:lnTo>
                  <a:pt x="621" y="4772"/>
                </a:lnTo>
                <a:lnTo>
                  <a:pt x="632" y="4757"/>
                </a:lnTo>
                <a:lnTo>
                  <a:pt x="643" y="4742"/>
                </a:lnTo>
                <a:lnTo>
                  <a:pt x="654" y="4726"/>
                </a:lnTo>
                <a:lnTo>
                  <a:pt x="664" y="4709"/>
                </a:lnTo>
                <a:lnTo>
                  <a:pt x="675" y="4692"/>
                </a:lnTo>
                <a:lnTo>
                  <a:pt x="686" y="4674"/>
                </a:lnTo>
                <a:lnTo>
                  <a:pt x="696" y="4655"/>
                </a:lnTo>
                <a:lnTo>
                  <a:pt x="707" y="4636"/>
                </a:lnTo>
                <a:lnTo>
                  <a:pt x="718" y="4616"/>
                </a:lnTo>
                <a:lnTo>
                  <a:pt x="729" y="4596"/>
                </a:lnTo>
                <a:lnTo>
                  <a:pt x="739" y="4575"/>
                </a:lnTo>
                <a:lnTo>
                  <a:pt x="750" y="4554"/>
                </a:lnTo>
                <a:lnTo>
                  <a:pt x="761" y="4533"/>
                </a:lnTo>
                <a:lnTo>
                  <a:pt x="771" y="4511"/>
                </a:lnTo>
                <a:lnTo>
                  <a:pt x="782" y="4489"/>
                </a:lnTo>
                <a:lnTo>
                  <a:pt x="793" y="4466"/>
                </a:lnTo>
                <a:lnTo>
                  <a:pt x="804" y="4443"/>
                </a:lnTo>
                <a:lnTo>
                  <a:pt x="814" y="4420"/>
                </a:lnTo>
                <a:lnTo>
                  <a:pt x="825" y="4397"/>
                </a:lnTo>
                <a:lnTo>
                  <a:pt x="836" y="4373"/>
                </a:lnTo>
                <a:lnTo>
                  <a:pt x="846" y="4349"/>
                </a:lnTo>
                <a:lnTo>
                  <a:pt x="857" y="4325"/>
                </a:lnTo>
                <a:lnTo>
                  <a:pt x="868" y="4301"/>
                </a:lnTo>
                <a:lnTo>
                  <a:pt x="879" y="4277"/>
                </a:lnTo>
                <a:lnTo>
                  <a:pt x="889" y="4253"/>
                </a:lnTo>
                <a:lnTo>
                  <a:pt x="900" y="4228"/>
                </a:lnTo>
                <a:lnTo>
                  <a:pt x="911" y="4203"/>
                </a:lnTo>
                <a:lnTo>
                  <a:pt x="932" y="4154"/>
                </a:lnTo>
                <a:lnTo>
                  <a:pt x="943" y="4128"/>
                </a:lnTo>
                <a:lnTo>
                  <a:pt x="954" y="4103"/>
                </a:lnTo>
                <a:lnTo>
                  <a:pt x="964" y="4078"/>
                </a:lnTo>
                <a:lnTo>
                  <a:pt x="975" y="4052"/>
                </a:lnTo>
                <a:lnTo>
                  <a:pt x="986" y="4027"/>
                </a:lnTo>
                <a:lnTo>
                  <a:pt x="997" y="4001"/>
                </a:lnTo>
                <a:lnTo>
                  <a:pt x="1007" y="3975"/>
                </a:lnTo>
                <a:lnTo>
                  <a:pt x="1018" y="3948"/>
                </a:lnTo>
                <a:lnTo>
                  <a:pt x="1029" y="3921"/>
                </a:lnTo>
                <a:lnTo>
                  <a:pt x="1040" y="3895"/>
                </a:lnTo>
                <a:lnTo>
                  <a:pt x="1050" y="3867"/>
                </a:lnTo>
                <a:lnTo>
                  <a:pt x="1061" y="3839"/>
                </a:lnTo>
                <a:lnTo>
                  <a:pt x="1072" y="3811"/>
                </a:lnTo>
                <a:lnTo>
                  <a:pt x="1082" y="3783"/>
                </a:lnTo>
                <a:lnTo>
                  <a:pt x="1093" y="3754"/>
                </a:lnTo>
                <a:lnTo>
                  <a:pt x="1104" y="3724"/>
                </a:lnTo>
                <a:lnTo>
                  <a:pt x="1114" y="3694"/>
                </a:lnTo>
                <a:lnTo>
                  <a:pt x="1125" y="3663"/>
                </a:lnTo>
                <a:lnTo>
                  <a:pt x="1136" y="3632"/>
                </a:lnTo>
                <a:lnTo>
                  <a:pt x="1147" y="3600"/>
                </a:lnTo>
                <a:lnTo>
                  <a:pt x="1157" y="3567"/>
                </a:lnTo>
                <a:lnTo>
                  <a:pt x="1168" y="3534"/>
                </a:lnTo>
                <a:lnTo>
                  <a:pt x="1179" y="3500"/>
                </a:lnTo>
                <a:lnTo>
                  <a:pt x="1190" y="3466"/>
                </a:lnTo>
                <a:lnTo>
                  <a:pt x="1200" y="3430"/>
                </a:lnTo>
                <a:lnTo>
                  <a:pt x="1211" y="3394"/>
                </a:lnTo>
                <a:lnTo>
                  <a:pt x="1222" y="3358"/>
                </a:lnTo>
                <a:lnTo>
                  <a:pt x="1232" y="3320"/>
                </a:lnTo>
                <a:lnTo>
                  <a:pt x="1243" y="3282"/>
                </a:lnTo>
                <a:lnTo>
                  <a:pt x="1254" y="3243"/>
                </a:lnTo>
                <a:lnTo>
                  <a:pt x="1265" y="3203"/>
                </a:lnTo>
                <a:lnTo>
                  <a:pt x="1275" y="3163"/>
                </a:lnTo>
                <a:lnTo>
                  <a:pt x="1286" y="3121"/>
                </a:lnTo>
                <a:lnTo>
                  <a:pt x="1297" y="3079"/>
                </a:lnTo>
                <a:lnTo>
                  <a:pt x="1307" y="3037"/>
                </a:lnTo>
                <a:lnTo>
                  <a:pt x="1318" y="2993"/>
                </a:lnTo>
                <a:lnTo>
                  <a:pt x="1329" y="2949"/>
                </a:lnTo>
                <a:lnTo>
                  <a:pt x="1340" y="2904"/>
                </a:lnTo>
                <a:lnTo>
                  <a:pt x="1350" y="2859"/>
                </a:lnTo>
                <a:lnTo>
                  <a:pt x="1361" y="2813"/>
                </a:lnTo>
                <a:lnTo>
                  <a:pt x="1372" y="2766"/>
                </a:lnTo>
                <a:lnTo>
                  <a:pt x="1382" y="2719"/>
                </a:lnTo>
                <a:lnTo>
                  <a:pt x="1393" y="2671"/>
                </a:lnTo>
                <a:lnTo>
                  <a:pt x="1404" y="2623"/>
                </a:lnTo>
                <a:lnTo>
                  <a:pt x="1415" y="2574"/>
                </a:lnTo>
                <a:lnTo>
                  <a:pt x="1425" y="2525"/>
                </a:lnTo>
                <a:lnTo>
                  <a:pt x="1436" y="2475"/>
                </a:lnTo>
                <a:lnTo>
                  <a:pt x="1447" y="2425"/>
                </a:lnTo>
                <a:lnTo>
                  <a:pt x="1458" y="2374"/>
                </a:lnTo>
                <a:lnTo>
                  <a:pt x="1468" y="2323"/>
                </a:lnTo>
                <a:lnTo>
                  <a:pt x="1479" y="2272"/>
                </a:lnTo>
                <a:lnTo>
                  <a:pt x="1490" y="2220"/>
                </a:lnTo>
                <a:lnTo>
                  <a:pt x="1500" y="2168"/>
                </a:lnTo>
                <a:lnTo>
                  <a:pt x="1511" y="2115"/>
                </a:lnTo>
                <a:lnTo>
                  <a:pt x="1522" y="2063"/>
                </a:lnTo>
                <a:lnTo>
                  <a:pt x="1533" y="2010"/>
                </a:lnTo>
                <a:lnTo>
                  <a:pt x="1543" y="1957"/>
                </a:lnTo>
                <a:lnTo>
                  <a:pt x="1554" y="1903"/>
                </a:lnTo>
                <a:lnTo>
                  <a:pt x="1565" y="1850"/>
                </a:lnTo>
                <a:lnTo>
                  <a:pt x="1575" y="1797"/>
                </a:lnTo>
                <a:lnTo>
                  <a:pt x="1608" y="1636"/>
                </a:lnTo>
                <a:lnTo>
                  <a:pt x="1618" y="1583"/>
                </a:lnTo>
                <a:lnTo>
                  <a:pt x="1629" y="1530"/>
                </a:lnTo>
                <a:lnTo>
                  <a:pt x="1640" y="1477"/>
                </a:lnTo>
                <a:lnTo>
                  <a:pt x="1651" y="1424"/>
                </a:lnTo>
                <a:lnTo>
                  <a:pt x="1661" y="1371"/>
                </a:lnTo>
                <a:lnTo>
                  <a:pt x="1672" y="1319"/>
                </a:lnTo>
                <a:lnTo>
                  <a:pt x="1683" y="1267"/>
                </a:lnTo>
                <a:lnTo>
                  <a:pt x="1693" y="1216"/>
                </a:lnTo>
                <a:lnTo>
                  <a:pt x="1704" y="1165"/>
                </a:lnTo>
                <a:lnTo>
                  <a:pt x="1715" y="1114"/>
                </a:lnTo>
                <a:lnTo>
                  <a:pt x="1725" y="1065"/>
                </a:lnTo>
                <a:lnTo>
                  <a:pt x="1736" y="1015"/>
                </a:lnTo>
                <a:lnTo>
                  <a:pt x="1747" y="967"/>
                </a:lnTo>
                <a:lnTo>
                  <a:pt x="1758" y="919"/>
                </a:lnTo>
                <a:lnTo>
                  <a:pt x="1768" y="872"/>
                </a:lnTo>
                <a:lnTo>
                  <a:pt x="1779" y="826"/>
                </a:lnTo>
                <a:lnTo>
                  <a:pt x="1790" y="781"/>
                </a:lnTo>
                <a:lnTo>
                  <a:pt x="1801" y="737"/>
                </a:lnTo>
                <a:lnTo>
                  <a:pt x="1811" y="694"/>
                </a:lnTo>
                <a:lnTo>
                  <a:pt x="1822" y="652"/>
                </a:lnTo>
                <a:lnTo>
                  <a:pt x="1833" y="611"/>
                </a:lnTo>
                <a:lnTo>
                  <a:pt x="1843" y="572"/>
                </a:lnTo>
                <a:lnTo>
                  <a:pt x="1854" y="533"/>
                </a:lnTo>
                <a:lnTo>
                  <a:pt x="1865" y="496"/>
                </a:lnTo>
                <a:lnTo>
                  <a:pt x="1876" y="460"/>
                </a:lnTo>
                <a:lnTo>
                  <a:pt x="1886" y="425"/>
                </a:lnTo>
                <a:lnTo>
                  <a:pt x="1897" y="392"/>
                </a:lnTo>
                <a:lnTo>
                  <a:pt x="1908" y="360"/>
                </a:lnTo>
                <a:lnTo>
                  <a:pt x="1919" y="329"/>
                </a:lnTo>
                <a:lnTo>
                  <a:pt x="1929" y="300"/>
                </a:lnTo>
                <a:lnTo>
                  <a:pt x="1940" y="272"/>
                </a:lnTo>
                <a:lnTo>
                  <a:pt x="1951" y="245"/>
                </a:lnTo>
                <a:lnTo>
                  <a:pt x="1961" y="220"/>
                </a:lnTo>
                <a:lnTo>
                  <a:pt x="1972" y="197"/>
                </a:lnTo>
                <a:lnTo>
                  <a:pt x="1983" y="175"/>
                </a:lnTo>
                <a:lnTo>
                  <a:pt x="1994" y="154"/>
                </a:lnTo>
                <a:lnTo>
                  <a:pt x="2004" y="135"/>
                </a:lnTo>
                <a:lnTo>
                  <a:pt x="2015" y="116"/>
                </a:lnTo>
                <a:lnTo>
                  <a:pt x="2026" y="100"/>
                </a:lnTo>
                <a:lnTo>
                  <a:pt x="2036" y="84"/>
                </a:lnTo>
                <a:lnTo>
                  <a:pt x="2047" y="71"/>
                </a:lnTo>
                <a:lnTo>
                  <a:pt x="2058" y="58"/>
                </a:lnTo>
                <a:lnTo>
                  <a:pt x="2069" y="46"/>
                </a:lnTo>
                <a:lnTo>
                  <a:pt x="2079" y="37"/>
                </a:lnTo>
                <a:lnTo>
                  <a:pt x="2090" y="28"/>
                </a:lnTo>
                <a:lnTo>
                  <a:pt x="2101" y="20"/>
                </a:lnTo>
                <a:lnTo>
                  <a:pt x="2111" y="14"/>
                </a:lnTo>
                <a:lnTo>
                  <a:pt x="2122" y="9"/>
                </a:lnTo>
                <a:lnTo>
                  <a:pt x="2133" y="5"/>
                </a:lnTo>
                <a:lnTo>
                  <a:pt x="2144" y="2"/>
                </a:lnTo>
                <a:lnTo>
                  <a:pt x="2154" y="0"/>
                </a:lnTo>
                <a:lnTo>
                  <a:pt x="2165" y="0"/>
                </a:lnTo>
                <a:lnTo>
                  <a:pt x="2176" y="0"/>
                </a:lnTo>
                <a:lnTo>
                  <a:pt x="2186" y="1"/>
                </a:lnTo>
                <a:lnTo>
                  <a:pt x="2197" y="4"/>
                </a:lnTo>
                <a:lnTo>
                  <a:pt x="2208" y="7"/>
                </a:lnTo>
                <a:lnTo>
                  <a:pt x="2219" y="11"/>
                </a:lnTo>
                <a:lnTo>
                  <a:pt x="2229" y="16"/>
                </a:lnTo>
                <a:lnTo>
                  <a:pt x="2240" y="22"/>
                </a:lnTo>
                <a:lnTo>
                  <a:pt x="2251" y="28"/>
                </a:lnTo>
                <a:lnTo>
                  <a:pt x="2262" y="35"/>
                </a:lnTo>
                <a:lnTo>
                  <a:pt x="2272" y="43"/>
                </a:lnTo>
                <a:lnTo>
                  <a:pt x="2283" y="52"/>
                </a:lnTo>
                <a:lnTo>
                  <a:pt x="2294" y="61"/>
                </a:lnTo>
                <a:lnTo>
                  <a:pt x="2304" y="70"/>
                </a:lnTo>
                <a:lnTo>
                  <a:pt x="2315" y="80"/>
                </a:lnTo>
                <a:lnTo>
                  <a:pt x="2326" y="90"/>
                </a:lnTo>
                <a:lnTo>
                  <a:pt x="2337" y="100"/>
                </a:lnTo>
                <a:lnTo>
                  <a:pt x="2347" y="111"/>
                </a:lnTo>
                <a:lnTo>
                  <a:pt x="2358" y="122"/>
                </a:lnTo>
                <a:lnTo>
                  <a:pt x="2369" y="133"/>
                </a:lnTo>
                <a:lnTo>
                  <a:pt x="2380" y="144"/>
                </a:lnTo>
                <a:lnTo>
                  <a:pt x="2390" y="155"/>
                </a:lnTo>
                <a:lnTo>
                  <a:pt x="2412" y="176"/>
                </a:lnTo>
                <a:lnTo>
                  <a:pt x="2422" y="187"/>
                </a:lnTo>
                <a:lnTo>
                  <a:pt x="2433" y="197"/>
                </a:lnTo>
                <a:lnTo>
                  <a:pt x="2444" y="206"/>
                </a:lnTo>
                <a:lnTo>
                  <a:pt x="2454" y="216"/>
                </a:lnTo>
                <a:lnTo>
                  <a:pt x="2465" y="224"/>
                </a:lnTo>
                <a:lnTo>
                  <a:pt x="2476" y="232"/>
                </a:lnTo>
                <a:lnTo>
                  <a:pt x="2487" y="240"/>
                </a:lnTo>
                <a:lnTo>
                  <a:pt x="2497" y="247"/>
                </a:lnTo>
                <a:lnTo>
                  <a:pt x="2508" y="253"/>
                </a:lnTo>
                <a:lnTo>
                  <a:pt x="2519" y="259"/>
                </a:lnTo>
                <a:lnTo>
                  <a:pt x="2530" y="263"/>
                </a:lnTo>
                <a:lnTo>
                  <a:pt x="2540" y="267"/>
                </a:lnTo>
                <a:lnTo>
                  <a:pt x="2551" y="270"/>
                </a:lnTo>
                <a:lnTo>
                  <a:pt x="2562" y="272"/>
                </a:lnTo>
                <a:lnTo>
                  <a:pt x="2572" y="274"/>
                </a:lnTo>
                <a:lnTo>
                  <a:pt x="2583" y="275"/>
                </a:lnTo>
                <a:lnTo>
                  <a:pt x="2594" y="274"/>
                </a:lnTo>
                <a:lnTo>
                  <a:pt x="2605" y="273"/>
                </a:lnTo>
                <a:lnTo>
                  <a:pt x="2615" y="272"/>
                </a:lnTo>
                <a:lnTo>
                  <a:pt x="2626" y="269"/>
                </a:lnTo>
                <a:lnTo>
                  <a:pt x="2637" y="266"/>
                </a:lnTo>
                <a:lnTo>
                  <a:pt x="2647" y="262"/>
                </a:lnTo>
                <a:lnTo>
                  <a:pt x="2658" y="257"/>
                </a:lnTo>
                <a:lnTo>
                  <a:pt x="2669" y="252"/>
                </a:lnTo>
                <a:lnTo>
                  <a:pt x="2680" y="246"/>
                </a:lnTo>
                <a:lnTo>
                  <a:pt x="2690" y="240"/>
                </a:lnTo>
                <a:lnTo>
                  <a:pt x="2701" y="234"/>
                </a:lnTo>
                <a:lnTo>
                  <a:pt x="2712" y="227"/>
                </a:lnTo>
                <a:lnTo>
                  <a:pt x="2733" y="213"/>
                </a:lnTo>
                <a:lnTo>
                  <a:pt x="2744" y="206"/>
                </a:lnTo>
                <a:lnTo>
                  <a:pt x="2755" y="199"/>
                </a:lnTo>
                <a:lnTo>
                  <a:pt x="2765" y="192"/>
                </a:lnTo>
                <a:lnTo>
                  <a:pt x="2776" y="186"/>
                </a:lnTo>
                <a:lnTo>
                  <a:pt x="2787" y="180"/>
                </a:lnTo>
                <a:lnTo>
                  <a:pt x="2798" y="174"/>
                </a:lnTo>
                <a:lnTo>
                  <a:pt x="2808" y="169"/>
                </a:lnTo>
                <a:lnTo>
                  <a:pt x="2819" y="164"/>
                </a:lnTo>
                <a:lnTo>
                  <a:pt x="2830" y="161"/>
                </a:lnTo>
                <a:lnTo>
                  <a:pt x="2840" y="158"/>
                </a:lnTo>
                <a:lnTo>
                  <a:pt x="2851" y="156"/>
                </a:lnTo>
                <a:lnTo>
                  <a:pt x="2862" y="155"/>
                </a:lnTo>
                <a:lnTo>
                  <a:pt x="2873" y="155"/>
                </a:lnTo>
                <a:lnTo>
                  <a:pt x="2883" y="156"/>
                </a:lnTo>
                <a:lnTo>
                  <a:pt x="2894" y="158"/>
                </a:lnTo>
                <a:lnTo>
                  <a:pt x="2905" y="162"/>
                </a:lnTo>
                <a:lnTo>
                  <a:pt x="2915" y="168"/>
                </a:lnTo>
                <a:lnTo>
                  <a:pt x="2926" y="174"/>
                </a:lnTo>
                <a:lnTo>
                  <a:pt x="2937" y="182"/>
                </a:lnTo>
                <a:lnTo>
                  <a:pt x="2948" y="191"/>
                </a:lnTo>
                <a:lnTo>
                  <a:pt x="2958" y="202"/>
                </a:lnTo>
                <a:lnTo>
                  <a:pt x="2969" y="214"/>
                </a:lnTo>
                <a:lnTo>
                  <a:pt x="2980" y="228"/>
                </a:lnTo>
                <a:lnTo>
                  <a:pt x="2991" y="244"/>
                </a:lnTo>
                <a:lnTo>
                  <a:pt x="3001" y="261"/>
                </a:lnTo>
                <a:lnTo>
                  <a:pt x="3012" y="279"/>
                </a:lnTo>
                <a:lnTo>
                  <a:pt x="3023" y="300"/>
                </a:lnTo>
                <a:lnTo>
                  <a:pt x="3033" y="321"/>
                </a:lnTo>
                <a:lnTo>
                  <a:pt x="3044" y="345"/>
                </a:lnTo>
                <a:lnTo>
                  <a:pt x="3055" y="369"/>
                </a:lnTo>
                <a:lnTo>
                  <a:pt x="3065" y="395"/>
                </a:lnTo>
                <a:lnTo>
                  <a:pt x="3076" y="423"/>
                </a:lnTo>
                <a:lnTo>
                  <a:pt x="3087" y="451"/>
                </a:lnTo>
                <a:lnTo>
                  <a:pt x="3098" y="482"/>
                </a:lnTo>
                <a:lnTo>
                  <a:pt x="3108" y="513"/>
                </a:lnTo>
                <a:lnTo>
                  <a:pt x="3119" y="546"/>
                </a:lnTo>
                <a:lnTo>
                  <a:pt x="3130" y="579"/>
                </a:lnTo>
                <a:lnTo>
                  <a:pt x="3141" y="614"/>
                </a:lnTo>
                <a:lnTo>
                  <a:pt x="3151" y="650"/>
                </a:lnTo>
                <a:lnTo>
                  <a:pt x="3162" y="687"/>
                </a:lnTo>
                <a:lnTo>
                  <a:pt x="3173" y="724"/>
                </a:lnTo>
                <a:lnTo>
                  <a:pt x="3183" y="762"/>
                </a:lnTo>
                <a:lnTo>
                  <a:pt x="3194" y="801"/>
                </a:lnTo>
                <a:lnTo>
                  <a:pt x="3205" y="841"/>
                </a:lnTo>
                <a:lnTo>
                  <a:pt x="3216" y="880"/>
                </a:lnTo>
                <a:lnTo>
                  <a:pt x="3226" y="921"/>
                </a:lnTo>
                <a:lnTo>
                  <a:pt x="3237" y="961"/>
                </a:lnTo>
                <a:lnTo>
                  <a:pt x="3259" y="1044"/>
                </a:lnTo>
                <a:lnTo>
                  <a:pt x="3269" y="1085"/>
                </a:lnTo>
                <a:lnTo>
                  <a:pt x="3291" y="1168"/>
                </a:lnTo>
                <a:lnTo>
                  <a:pt x="3312" y="1250"/>
                </a:lnTo>
                <a:lnTo>
                  <a:pt x="3323" y="1291"/>
                </a:lnTo>
                <a:lnTo>
                  <a:pt x="3334" y="1331"/>
                </a:lnTo>
                <a:lnTo>
                  <a:pt x="3344" y="1371"/>
                </a:lnTo>
                <a:lnTo>
                  <a:pt x="3355" y="1411"/>
                </a:lnTo>
                <a:lnTo>
                  <a:pt x="3366" y="1451"/>
                </a:lnTo>
                <a:lnTo>
                  <a:pt x="3376" y="1490"/>
                </a:lnTo>
                <a:lnTo>
                  <a:pt x="3387" y="1528"/>
                </a:lnTo>
                <a:lnTo>
                  <a:pt x="3398" y="1566"/>
                </a:lnTo>
                <a:lnTo>
                  <a:pt x="3409" y="1604"/>
                </a:lnTo>
                <a:lnTo>
                  <a:pt x="3419" y="1641"/>
                </a:lnTo>
                <a:lnTo>
                  <a:pt x="3430" y="1678"/>
                </a:lnTo>
                <a:lnTo>
                  <a:pt x="3441" y="1714"/>
                </a:lnTo>
                <a:lnTo>
                  <a:pt x="3451" y="1749"/>
                </a:lnTo>
                <a:lnTo>
                  <a:pt x="3462" y="1784"/>
                </a:lnTo>
                <a:lnTo>
                  <a:pt x="3473" y="1818"/>
                </a:lnTo>
                <a:lnTo>
                  <a:pt x="3484" y="1853"/>
                </a:lnTo>
                <a:lnTo>
                  <a:pt x="3494" y="1886"/>
                </a:lnTo>
                <a:lnTo>
                  <a:pt x="3505" y="1919"/>
                </a:lnTo>
                <a:lnTo>
                  <a:pt x="3516" y="1952"/>
                </a:lnTo>
                <a:lnTo>
                  <a:pt x="3526" y="1985"/>
                </a:lnTo>
                <a:lnTo>
                  <a:pt x="3537" y="2016"/>
                </a:lnTo>
                <a:lnTo>
                  <a:pt x="3548" y="2048"/>
                </a:lnTo>
                <a:lnTo>
                  <a:pt x="3559" y="2080"/>
                </a:lnTo>
                <a:lnTo>
                  <a:pt x="3569" y="2111"/>
                </a:lnTo>
                <a:lnTo>
                  <a:pt x="3580" y="2142"/>
                </a:lnTo>
                <a:lnTo>
                  <a:pt x="3602" y="2205"/>
                </a:lnTo>
                <a:lnTo>
                  <a:pt x="3612" y="2236"/>
                </a:lnTo>
                <a:lnTo>
                  <a:pt x="3623" y="2267"/>
                </a:lnTo>
                <a:lnTo>
                  <a:pt x="3634" y="2298"/>
                </a:lnTo>
                <a:lnTo>
                  <a:pt x="3644" y="2329"/>
                </a:lnTo>
                <a:lnTo>
                  <a:pt x="3655" y="2361"/>
                </a:lnTo>
                <a:lnTo>
                  <a:pt x="3666" y="2393"/>
                </a:lnTo>
                <a:lnTo>
                  <a:pt x="3677" y="2425"/>
                </a:lnTo>
                <a:lnTo>
                  <a:pt x="3687" y="2457"/>
                </a:lnTo>
                <a:lnTo>
                  <a:pt x="3698" y="2490"/>
                </a:lnTo>
                <a:lnTo>
                  <a:pt x="3709" y="2523"/>
                </a:lnTo>
                <a:lnTo>
                  <a:pt x="3720" y="2556"/>
                </a:lnTo>
                <a:lnTo>
                  <a:pt x="3730" y="2590"/>
                </a:lnTo>
                <a:lnTo>
                  <a:pt x="3741" y="2624"/>
                </a:lnTo>
                <a:lnTo>
                  <a:pt x="3752" y="2659"/>
                </a:lnTo>
                <a:lnTo>
                  <a:pt x="3762" y="2694"/>
                </a:lnTo>
                <a:lnTo>
                  <a:pt x="3773" y="2730"/>
                </a:lnTo>
                <a:lnTo>
                  <a:pt x="3784" y="2766"/>
                </a:lnTo>
                <a:lnTo>
                  <a:pt x="3794" y="2803"/>
                </a:lnTo>
                <a:lnTo>
                  <a:pt x="3805" y="2840"/>
                </a:lnTo>
                <a:lnTo>
                  <a:pt x="3816" y="2877"/>
                </a:lnTo>
                <a:lnTo>
                  <a:pt x="3827" y="2915"/>
                </a:lnTo>
                <a:lnTo>
                  <a:pt x="3837" y="2954"/>
                </a:lnTo>
                <a:lnTo>
                  <a:pt x="3848" y="2993"/>
                </a:lnTo>
                <a:lnTo>
                  <a:pt x="3859" y="3032"/>
                </a:lnTo>
                <a:lnTo>
                  <a:pt x="3870" y="3072"/>
                </a:lnTo>
                <a:lnTo>
                  <a:pt x="3880" y="3112"/>
                </a:lnTo>
                <a:lnTo>
                  <a:pt x="3891" y="3153"/>
                </a:lnTo>
                <a:lnTo>
                  <a:pt x="3902" y="3194"/>
                </a:lnTo>
                <a:lnTo>
                  <a:pt x="3912" y="3235"/>
                </a:lnTo>
                <a:lnTo>
                  <a:pt x="3923" y="3276"/>
                </a:lnTo>
                <a:lnTo>
                  <a:pt x="3934" y="3317"/>
                </a:lnTo>
                <a:lnTo>
                  <a:pt x="3945" y="3359"/>
                </a:lnTo>
                <a:lnTo>
                  <a:pt x="3955" y="3401"/>
                </a:lnTo>
                <a:lnTo>
                  <a:pt x="3966" y="3443"/>
                </a:lnTo>
                <a:lnTo>
                  <a:pt x="3977" y="3485"/>
                </a:lnTo>
                <a:lnTo>
                  <a:pt x="3987" y="3527"/>
                </a:lnTo>
                <a:lnTo>
                  <a:pt x="3998" y="3568"/>
                </a:lnTo>
                <a:lnTo>
                  <a:pt x="4020" y="3652"/>
                </a:lnTo>
                <a:lnTo>
                  <a:pt x="4030" y="3693"/>
                </a:lnTo>
                <a:lnTo>
                  <a:pt x="4041" y="3734"/>
                </a:lnTo>
                <a:lnTo>
                  <a:pt x="4052" y="3775"/>
                </a:lnTo>
                <a:lnTo>
                  <a:pt x="4063" y="3816"/>
                </a:lnTo>
                <a:lnTo>
                  <a:pt x="4073" y="3856"/>
                </a:lnTo>
                <a:lnTo>
                  <a:pt x="4084" y="3896"/>
                </a:lnTo>
                <a:lnTo>
                  <a:pt x="4095" y="3935"/>
                </a:lnTo>
                <a:lnTo>
                  <a:pt x="4105" y="3974"/>
                </a:lnTo>
                <a:lnTo>
                  <a:pt x="4116" y="4013"/>
                </a:lnTo>
                <a:lnTo>
                  <a:pt x="4127" y="4050"/>
                </a:lnTo>
                <a:lnTo>
                  <a:pt x="4139" y="4088"/>
                </a:lnTo>
                <a:lnTo>
                  <a:pt x="4149" y="4125"/>
                </a:lnTo>
                <a:lnTo>
                  <a:pt x="4160" y="4161"/>
                </a:lnTo>
                <a:lnTo>
                  <a:pt x="4171" y="4196"/>
                </a:lnTo>
                <a:lnTo>
                  <a:pt x="4181" y="4231"/>
                </a:lnTo>
                <a:lnTo>
                  <a:pt x="4192" y="4266"/>
                </a:lnTo>
                <a:lnTo>
                  <a:pt x="4203" y="4299"/>
                </a:lnTo>
                <a:lnTo>
                  <a:pt x="4214" y="4332"/>
                </a:lnTo>
                <a:lnTo>
                  <a:pt x="4224" y="4364"/>
                </a:lnTo>
                <a:lnTo>
                  <a:pt x="4235" y="4396"/>
                </a:lnTo>
                <a:lnTo>
                  <a:pt x="4246" y="4427"/>
                </a:lnTo>
                <a:lnTo>
                  <a:pt x="4256" y="4457"/>
                </a:lnTo>
                <a:lnTo>
                  <a:pt x="4267" y="4486"/>
                </a:lnTo>
                <a:lnTo>
                  <a:pt x="4278" y="4515"/>
                </a:lnTo>
                <a:lnTo>
                  <a:pt x="4289" y="4542"/>
                </a:lnTo>
                <a:lnTo>
                  <a:pt x="4299" y="4569"/>
                </a:lnTo>
                <a:lnTo>
                  <a:pt x="4310" y="4596"/>
                </a:lnTo>
                <a:lnTo>
                  <a:pt x="4321" y="4622"/>
                </a:lnTo>
                <a:lnTo>
                  <a:pt x="4332" y="4646"/>
                </a:lnTo>
                <a:lnTo>
                  <a:pt x="4342" y="4670"/>
                </a:lnTo>
                <a:lnTo>
                  <a:pt x="4353" y="4694"/>
                </a:lnTo>
                <a:lnTo>
                  <a:pt x="4364" y="4717"/>
                </a:lnTo>
                <a:lnTo>
                  <a:pt x="4374" y="4739"/>
                </a:lnTo>
                <a:lnTo>
                  <a:pt x="4385" y="4760"/>
                </a:lnTo>
                <a:lnTo>
                  <a:pt x="4396" y="4780"/>
                </a:lnTo>
                <a:lnTo>
                  <a:pt x="4407" y="4800"/>
                </a:lnTo>
                <a:lnTo>
                  <a:pt x="4417" y="4819"/>
                </a:lnTo>
                <a:lnTo>
                  <a:pt x="4428" y="4838"/>
                </a:lnTo>
                <a:lnTo>
                  <a:pt x="4439" y="4856"/>
                </a:lnTo>
                <a:lnTo>
                  <a:pt x="4450" y="4873"/>
                </a:lnTo>
                <a:lnTo>
                  <a:pt x="4460" y="4890"/>
                </a:lnTo>
                <a:lnTo>
                  <a:pt x="4471" y="4906"/>
                </a:lnTo>
                <a:lnTo>
                  <a:pt x="4482" y="4921"/>
                </a:lnTo>
                <a:lnTo>
                  <a:pt x="4492" y="4936"/>
                </a:lnTo>
                <a:lnTo>
                  <a:pt x="4503" y="4950"/>
                </a:lnTo>
                <a:lnTo>
                  <a:pt x="4514" y="4964"/>
                </a:lnTo>
                <a:lnTo>
                  <a:pt x="4524" y="4978"/>
                </a:lnTo>
                <a:lnTo>
                  <a:pt x="4535" y="4990"/>
                </a:lnTo>
                <a:lnTo>
                  <a:pt x="4546" y="5002"/>
                </a:lnTo>
                <a:lnTo>
                  <a:pt x="4557" y="5014"/>
                </a:lnTo>
                <a:lnTo>
                  <a:pt x="4567" y="5025"/>
                </a:lnTo>
                <a:lnTo>
                  <a:pt x="4578" y="5035"/>
                </a:lnTo>
                <a:lnTo>
                  <a:pt x="4589" y="5045"/>
                </a:lnTo>
                <a:lnTo>
                  <a:pt x="4600" y="5055"/>
                </a:lnTo>
                <a:lnTo>
                  <a:pt x="4610" y="5064"/>
                </a:lnTo>
                <a:lnTo>
                  <a:pt x="4621" y="5072"/>
                </a:lnTo>
                <a:lnTo>
                  <a:pt x="4632" y="5081"/>
                </a:lnTo>
                <a:lnTo>
                  <a:pt x="4642" y="5089"/>
                </a:lnTo>
                <a:lnTo>
                  <a:pt x="4653" y="5096"/>
                </a:lnTo>
                <a:lnTo>
                  <a:pt x="4664" y="5103"/>
                </a:lnTo>
                <a:lnTo>
                  <a:pt x="4675" y="5110"/>
                </a:lnTo>
                <a:lnTo>
                  <a:pt x="4685" y="5116"/>
                </a:lnTo>
                <a:lnTo>
                  <a:pt x="4696" y="5122"/>
                </a:lnTo>
                <a:lnTo>
                  <a:pt x="4707" y="5128"/>
                </a:lnTo>
                <a:lnTo>
                  <a:pt x="4717" y="5133"/>
                </a:lnTo>
                <a:lnTo>
                  <a:pt x="4728" y="5138"/>
                </a:lnTo>
                <a:lnTo>
                  <a:pt x="4739" y="5142"/>
                </a:lnTo>
                <a:lnTo>
                  <a:pt x="4750" y="5147"/>
                </a:lnTo>
                <a:lnTo>
                  <a:pt x="4760" y="5151"/>
                </a:lnTo>
                <a:lnTo>
                  <a:pt x="4771" y="5155"/>
                </a:lnTo>
                <a:lnTo>
                  <a:pt x="4782" y="5159"/>
                </a:lnTo>
                <a:lnTo>
                  <a:pt x="4792" y="5162"/>
                </a:lnTo>
                <a:lnTo>
                  <a:pt x="4803" y="5165"/>
                </a:lnTo>
                <a:lnTo>
                  <a:pt x="4814" y="5168"/>
                </a:lnTo>
                <a:lnTo>
                  <a:pt x="4825" y="5171"/>
                </a:lnTo>
                <a:lnTo>
                  <a:pt x="4835" y="5173"/>
                </a:lnTo>
                <a:lnTo>
                  <a:pt x="4846" y="5176"/>
                </a:lnTo>
                <a:lnTo>
                  <a:pt x="4857" y="5178"/>
                </a:lnTo>
                <a:lnTo>
                  <a:pt x="4867" y="5180"/>
                </a:lnTo>
                <a:lnTo>
                  <a:pt x="4878" y="5182"/>
                </a:lnTo>
                <a:lnTo>
                  <a:pt x="4889" y="5184"/>
                </a:lnTo>
                <a:lnTo>
                  <a:pt x="4910" y="5187"/>
                </a:lnTo>
                <a:lnTo>
                  <a:pt x="4921" y="5188"/>
                </a:lnTo>
                <a:lnTo>
                  <a:pt x="4943" y="5191"/>
                </a:lnTo>
                <a:lnTo>
                  <a:pt x="4964" y="5193"/>
                </a:lnTo>
                <a:lnTo>
                  <a:pt x="4975" y="5194"/>
                </a:lnTo>
                <a:lnTo>
                  <a:pt x="4985" y="5194"/>
                </a:lnTo>
                <a:lnTo>
                  <a:pt x="5007" y="5196"/>
                </a:lnTo>
                <a:lnTo>
                  <a:pt x="5018" y="5196"/>
                </a:lnTo>
                <a:lnTo>
                  <a:pt x="5028" y="5197"/>
                </a:lnTo>
                <a:lnTo>
                  <a:pt x="5039" y="5197"/>
                </a:lnTo>
                <a:lnTo>
                  <a:pt x="5050" y="5198"/>
                </a:lnTo>
                <a:lnTo>
                  <a:pt x="5061" y="5198"/>
                </a:lnTo>
                <a:lnTo>
                  <a:pt x="5071" y="5199"/>
                </a:lnTo>
                <a:lnTo>
                  <a:pt x="5082" y="5199"/>
                </a:lnTo>
                <a:lnTo>
                  <a:pt x="5103" y="5200"/>
                </a:lnTo>
                <a:lnTo>
                  <a:pt x="5114" y="5200"/>
                </a:lnTo>
                <a:lnTo>
                  <a:pt x="5125" y="5200"/>
                </a:lnTo>
                <a:lnTo>
                  <a:pt x="5168" y="5200"/>
                </a:lnTo>
                <a:lnTo>
                  <a:pt x="5178" y="5201"/>
                </a:lnTo>
                <a:lnTo>
                  <a:pt x="5189" y="5201"/>
                </a:lnTo>
                <a:lnTo>
                  <a:pt x="5200" y="5201"/>
                </a:lnTo>
                <a:lnTo>
                  <a:pt x="5221" y="5201"/>
                </a:lnTo>
                <a:lnTo>
                  <a:pt x="5243" y="5201"/>
                </a:lnTo>
                <a:lnTo>
                  <a:pt x="5253" y="5201"/>
                </a:lnTo>
                <a:lnTo>
                  <a:pt x="5286" y="5201"/>
                </a:lnTo>
                <a:lnTo>
                  <a:pt x="5296" y="5201"/>
                </a:lnTo>
                <a:lnTo>
                  <a:pt x="5382" y="5201"/>
                </a:lnTo>
                <a:lnTo>
                  <a:pt x="5393" y="5201"/>
                </a:lnTo>
                <a:lnTo>
                  <a:pt x="0" y="5201"/>
                </a:lnTo>
                <a:lnTo>
                  <a:pt x="0" y="5099"/>
                </a:lnTo>
                <a:close/>
              </a:path>
            </a:pathLst>
          </a:custGeom>
          <a:solidFill>
            <a:srgbClr val="8C8C8C">
              <a:alpha val="3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"/>
          <p:cNvSpPr/>
          <p:nvPr/>
        </p:nvSpPr>
        <p:spPr>
          <a:xfrm flipV="1">
            <a:off x="1424880" y="952200"/>
            <a:ext cx="0" cy="2033280"/>
          </a:xfrm>
          <a:prstGeom prst="line">
            <a:avLst/>
          </a:prstGeom>
          <a:ln w="12240">
            <a:solidFill>
              <a:srgbClr val="8C8C8C"/>
            </a:solidFill>
            <a:custDash>
              <a:ds d="100000" sp="300000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/>
          <p:nvPr/>
        </p:nvSpPr>
        <p:spPr>
          <a:xfrm flipV="1">
            <a:off x="3396960" y="926280"/>
            <a:ext cx="0" cy="2059200"/>
          </a:xfrm>
          <a:prstGeom prst="line">
            <a:avLst/>
          </a:prstGeom>
          <a:ln w="18720">
            <a:solidFill>
              <a:srgbClr val="D55E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360" tIns="9360" r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/>
          <p:nvPr/>
        </p:nvSpPr>
        <p:spPr>
          <a:xfrm>
            <a:off x="3804480" y="926280"/>
            <a:ext cx="2307600" cy="2059560"/>
          </a:xfrm>
          <a:custGeom>
            <a:avLst/>
            <a:gdLst/>
            <a:ahLst/>
            <a:rect l="0" t="0" r="r" b="b"/>
            <a:pathLst>
              <a:path w="6410" h="5721">
                <a:moveTo>
                  <a:pt x="0" y="0"/>
                </a:moveTo>
                <a:lnTo>
                  <a:pt x="6410" y="0"/>
                </a:lnTo>
                <a:lnTo>
                  <a:pt x="6410" y="5721"/>
                </a:lnTo>
                <a:lnTo>
                  <a:pt x="0" y="572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/>
          <p:nvPr/>
        </p:nvSpPr>
        <p:spPr>
          <a:xfrm>
            <a:off x="3903120" y="1019880"/>
            <a:ext cx="1972440" cy="1872360"/>
          </a:xfrm>
          <a:custGeom>
            <a:avLst/>
            <a:gdLst/>
            <a:ahLst/>
            <a:rect l="0" t="0" r="r" b="b"/>
            <a:pathLst>
              <a:path w="5479" h="5201">
                <a:moveTo>
                  <a:pt x="0" y="5200"/>
                </a:moveTo>
                <a:lnTo>
                  <a:pt x="11" y="5200"/>
                </a:lnTo>
                <a:lnTo>
                  <a:pt x="32" y="5199"/>
                </a:lnTo>
                <a:lnTo>
                  <a:pt x="43" y="5199"/>
                </a:lnTo>
                <a:lnTo>
                  <a:pt x="53" y="5199"/>
                </a:lnTo>
                <a:lnTo>
                  <a:pt x="64" y="5198"/>
                </a:lnTo>
                <a:lnTo>
                  <a:pt x="75" y="5198"/>
                </a:lnTo>
                <a:lnTo>
                  <a:pt x="86" y="5197"/>
                </a:lnTo>
                <a:lnTo>
                  <a:pt x="96" y="5197"/>
                </a:lnTo>
                <a:lnTo>
                  <a:pt x="128" y="5195"/>
                </a:lnTo>
                <a:lnTo>
                  <a:pt x="139" y="5195"/>
                </a:lnTo>
                <a:lnTo>
                  <a:pt x="150" y="5194"/>
                </a:lnTo>
                <a:lnTo>
                  <a:pt x="171" y="5192"/>
                </a:lnTo>
                <a:lnTo>
                  <a:pt x="182" y="5191"/>
                </a:lnTo>
                <a:lnTo>
                  <a:pt x="193" y="5190"/>
                </a:lnTo>
                <a:lnTo>
                  <a:pt x="203" y="5189"/>
                </a:lnTo>
                <a:lnTo>
                  <a:pt x="225" y="5187"/>
                </a:lnTo>
                <a:lnTo>
                  <a:pt x="236" y="5185"/>
                </a:lnTo>
                <a:lnTo>
                  <a:pt x="246" y="5184"/>
                </a:lnTo>
                <a:lnTo>
                  <a:pt x="257" y="5182"/>
                </a:lnTo>
                <a:lnTo>
                  <a:pt x="279" y="5178"/>
                </a:lnTo>
                <a:lnTo>
                  <a:pt x="289" y="5176"/>
                </a:lnTo>
                <a:lnTo>
                  <a:pt x="300" y="5174"/>
                </a:lnTo>
                <a:lnTo>
                  <a:pt x="311" y="5172"/>
                </a:lnTo>
                <a:lnTo>
                  <a:pt x="321" y="5170"/>
                </a:lnTo>
                <a:lnTo>
                  <a:pt x="332" y="5167"/>
                </a:lnTo>
                <a:lnTo>
                  <a:pt x="343" y="5165"/>
                </a:lnTo>
                <a:lnTo>
                  <a:pt x="354" y="5162"/>
                </a:lnTo>
                <a:lnTo>
                  <a:pt x="375" y="5156"/>
                </a:lnTo>
                <a:lnTo>
                  <a:pt x="386" y="5152"/>
                </a:lnTo>
                <a:lnTo>
                  <a:pt x="397" y="5149"/>
                </a:lnTo>
                <a:lnTo>
                  <a:pt x="407" y="5145"/>
                </a:lnTo>
                <a:lnTo>
                  <a:pt x="418" y="5142"/>
                </a:lnTo>
                <a:lnTo>
                  <a:pt x="429" y="5138"/>
                </a:lnTo>
                <a:lnTo>
                  <a:pt x="439" y="5133"/>
                </a:lnTo>
                <a:lnTo>
                  <a:pt x="450" y="5129"/>
                </a:lnTo>
                <a:lnTo>
                  <a:pt x="461" y="5124"/>
                </a:lnTo>
                <a:lnTo>
                  <a:pt x="471" y="5120"/>
                </a:lnTo>
                <a:lnTo>
                  <a:pt x="482" y="5115"/>
                </a:lnTo>
                <a:lnTo>
                  <a:pt x="493" y="5109"/>
                </a:lnTo>
                <a:lnTo>
                  <a:pt x="504" y="5104"/>
                </a:lnTo>
                <a:lnTo>
                  <a:pt x="514" y="5098"/>
                </a:lnTo>
                <a:lnTo>
                  <a:pt x="525" y="5092"/>
                </a:lnTo>
                <a:lnTo>
                  <a:pt x="536" y="5086"/>
                </a:lnTo>
                <a:lnTo>
                  <a:pt x="547" y="5079"/>
                </a:lnTo>
                <a:lnTo>
                  <a:pt x="557" y="5072"/>
                </a:lnTo>
                <a:lnTo>
                  <a:pt x="568" y="5065"/>
                </a:lnTo>
                <a:lnTo>
                  <a:pt x="579" y="5058"/>
                </a:lnTo>
                <a:lnTo>
                  <a:pt x="589" y="5050"/>
                </a:lnTo>
                <a:lnTo>
                  <a:pt x="600" y="5041"/>
                </a:lnTo>
                <a:lnTo>
                  <a:pt x="611" y="5033"/>
                </a:lnTo>
                <a:lnTo>
                  <a:pt x="622" y="5024"/>
                </a:lnTo>
                <a:lnTo>
                  <a:pt x="632" y="5014"/>
                </a:lnTo>
                <a:lnTo>
                  <a:pt x="643" y="5004"/>
                </a:lnTo>
                <a:lnTo>
                  <a:pt x="654" y="4993"/>
                </a:lnTo>
                <a:lnTo>
                  <a:pt x="664" y="4982"/>
                </a:lnTo>
                <a:lnTo>
                  <a:pt x="675" y="4970"/>
                </a:lnTo>
                <a:lnTo>
                  <a:pt x="686" y="4957"/>
                </a:lnTo>
                <a:lnTo>
                  <a:pt x="697" y="4944"/>
                </a:lnTo>
                <a:lnTo>
                  <a:pt x="707" y="4930"/>
                </a:lnTo>
                <a:lnTo>
                  <a:pt x="718" y="4915"/>
                </a:lnTo>
                <a:lnTo>
                  <a:pt x="729" y="4900"/>
                </a:lnTo>
                <a:lnTo>
                  <a:pt x="740" y="4884"/>
                </a:lnTo>
                <a:lnTo>
                  <a:pt x="750" y="4867"/>
                </a:lnTo>
                <a:lnTo>
                  <a:pt x="761" y="4849"/>
                </a:lnTo>
                <a:lnTo>
                  <a:pt x="772" y="4830"/>
                </a:lnTo>
                <a:lnTo>
                  <a:pt x="782" y="4810"/>
                </a:lnTo>
                <a:lnTo>
                  <a:pt x="793" y="4790"/>
                </a:lnTo>
                <a:lnTo>
                  <a:pt x="804" y="4768"/>
                </a:lnTo>
                <a:lnTo>
                  <a:pt x="814" y="4745"/>
                </a:lnTo>
                <a:lnTo>
                  <a:pt x="825" y="4721"/>
                </a:lnTo>
                <a:lnTo>
                  <a:pt x="836" y="4696"/>
                </a:lnTo>
                <a:lnTo>
                  <a:pt x="847" y="4669"/>
                </a:lnTo>
                <a:lnTo>
                  <a:pt x="857" y="4641"/>
                </a:lnTo>
                <a:lnTo>
                  <a:pt x="868" y="4613"/>
                </a:lnTo>
                <a:lnTo>
                  <a:pt x="879" y="4583"/>
                </a:lnTo>
                <a:lnTo>
                  <a:pt x="890" y="4551"/>
                </a:lnTo>
                <a:lnTo>
                  <a:pt x="900" y="4518"/>
                </a:lnTo>
                <a:lnTo>
                  <a:pt x="911" y="4484"/>
                </a:lnTo>
                <a:lnTo>
                  <a:pt x="922" y="4449"/>
                </a:lnTo>
                <a:lnTo>
                  <a:pt x="932" y="4412"/>
                </a:lnTo>
                <a:lnTo>
                  <a:pt x="943" y="4374"/>
                </a:lnTo>
                <a:lnTo>
                  <a:pt x="954" y="4335"/>
                </a:lnTo>
                <a:lnTo>
                  <a:pt x="965" y="4294"/>
                </a:lnTo>
                <a:lnTo>
                  <a:pt x="975" y="4252"/>
                </a:lnTo>
                <a:lnTo>
                  <a:pt x="986" y="4209"/>
                </a:lnTo>
                <a:lnTo>
                  <a:pt x="997" y="4165"/>
                </a:lnTo>
                <a:lnTo>
                  <a:pt x="1008" y="4119"/>
                </a:lnTo>
                <a:lnTo>
                  <a:pt x="1018" y="4072"/>
                </a:lnTo>
                <a:lnTo>
                  <a:pt x="1029" y="4023"/>
                </a:lnTo>
                <a:lnTo>
                  <a:pt x="1040" y="3974"/>
                </a:lnTo>
                <a:lnTo>
                  <a:pt x="1050" y="3923"/>
                </a:lnTo>
                <a:lnTo>
                  <a:pt x="1061" y="3872"/>
                </a:lnTo>
                <a:lnTo>
                  <a:pt x="1072" y="3819"/>
                </a:lnTo>
                <a:lnTo>
                  <a:pt x="1082" y="3765"/>
                </a:lnTo>
                <a:lnTo>
                  <a:pt x="1093" y="3711"/>
                </a:lnTo>
                <a:lnTo>
                  <a:pt x="1104" y="3655"/>
                </a:lnTo>
                <a:lnTo>
                  <a:pt x="1115" y="3599"/>
                </a:lnTo>
                <a:lnTo>
                  <a:pt x="1125" y="3542"/>
                </a:lnTo>
                <a:lnTo>
                  <a:pt x="1136" y="3484"/>
                </a:lnTo>
                <a:lnTo>
                  <a:pt x="1147" y="3425"/>
                </a:lnTo>
                <a:lnTo>
                  <a:pt x="1158" y="3366"/>
                </a:lnTo>
                <a:lnTo>
                  <a:pt x="1168" y="3307"/>
                </a:lnTo>
                <a:lnTo>
                  <a:pt x="1179" y="3247"/>
                </a:lnTo>
                <a:lnTo>
                  <a:pt x="1190" y="3186"/>
                </a:lnTo>
                <a:lnTo>
                  <a:pt x="1200" y="3126"/>
                </a:lnTo>
                <a:lnTo>
                  <a:pt x="1211" y="3065"/>
                </a:lnTo>
                <a:lnTo>
                  <a:pt x="1222" y="3003"/>
                </a:lnTo>
                <a:lnTo>
                  <a:pt x="1233" y="2942"/>
                </a:lnTo>
                <a:lnTo>
                  <a:pt x="1243" y="2881"/>
                </a:lnTo>
                <a:lnTo>
                  <a:pt x="1265" y="2759"/>
                </a:lnTo>
                <a:lnTo>
                  <a:pt x="1276" y="2698"/>
                </a:lnTo>
                <a:lnTo>
                  <a:pt x="1286" y="2638"/>
                </a:lnTo>
                <a:lnTo>
                  <a:pt x="1297" y="2578"/>
                </a:lnTo>
                <a:lnTo>
                  <a:pt x="1308" y="2518"/>
                </a:lnTo>
                <a:lnTo>
                  <a:pt x="1318" y="2459"/>
                </a:lnTo>
                <a:lnTo>
                  <a:pt x="1329" y="2400"/>
                </a:lnTo>
                <a:lnTo>
                  <a:pt x="1340" y="2342"/>
                </a:lnTo>
                <a:lnTo>
                  <a:pt x="1351" y="2285"/>
                </a:lnTo>
                <a:lnTo>
                  <a:pt x="1361" y="2229"/>
                </a:lnTo>
                <a:lnTo>
                  <a:pt x="1372" y="2173"/>
                </a:lnTo>
                <a:lnTo>
                  <a:pt x="1383" y="2118"/>
                </a:lnTo>
                <a:lnTo>
                  <a:pt x="1393" y="2064"/>
                </a:lnTo>
                <a:lnTo>
                  <a:pt x="1404" y="2011"/>
                </a:lnTo>
                <a:lnTo>
                  <a:pt x="1415" y="1959"/>
                </a:lnTo>
                <a:lnTo>
                  <a:pt x="1426" y="1909"/>
                </a:lnTo>
                <a:lnTo>
                  <a:pt x="1436" y="1859"/>
                </a:lnTo>
                <a:lnTo>
                  <a:pt x="1447" y="1811"/>
                </a:lnTo>
                <a:lnTo>
                  <a:pt x="1458" y="1763"/>
                </a:lnTo>
                <a:lnTo>
                  <a:pt x="1468" y="1717"/>
                </a:lnTo>
                <a:lnTo>
                  <a:pt x="1479" y="1672"/>
                </a:lnTo>
                <a:lnTo>
                  <a:pt x="1490" y="1628"/>
                </a:lnTo>
                <a:lnTo>
                  <a:pt x="1501" y="1585"/>
                </a:lnTo>
                <a:lnTo>
                  <a:pt x="1511" y="1544"/>
                </a:lnTo>
                <a:lnTo>
                  <a:pt x="1522" y="1503"/>
                </a:lnTo>
                <a:lnTo>
                  <a:pt x="1533" y="1464"/>
                </a:lnTo>
                <a:lnTo>
                  <a:pt x="1543" y="1426"/>
                </a:lnTo>
                <a:lnTo>
                  <a:pt x="1554" y="1389"/>
                </a:lnTo>
                <a:lnTo>
                  <a:pt x="1565" y="1353"/>
                </a:lnTo>
                <a:lnTo>
                  <a:pt x="1576" y="1318"/>
                </a:lnTo>
                <a:lnTo>
                  <a:pt x="1586" y="1284"/>
                </a:lnTo>
                <a:lnTo>
                  <a:pt x="1597" y="1251"/>
                </a:lnTo>
                <a:lnTo>
                  <a:pt x="1608" y="1219"/>
                </a:lnTo>
                <a:lnTo>
                  <a:pt x="1619" y="1187"/>
                </a:lnTo>
                <a:lnTo>
                  <a:pt x="1629" y="1157"/>
                </a:lnTo>
                <a:lnTo>
                  <a:pt x="1640" y="1127"/>
                </a:lnTo>
                <a:lnTo>
                  <a:pt x="1651" y="1098"/>
                </a:lnTo>
                <a:lnTo>
                  <a:pt x="1661" y="1069"/>
                </a:lnTo>
                <a:lnTo>
                  <a:pt x="1672" y="1041"/>
                </a:lnTo>
                <a:lnTo>
                  <a:pt x="1683" y="1013"/>
                </a:lnTo>
                <a:lnTo>
                  <a:pt x="1694" y="985"/>
                </a:lnTo>
                <a:lnTo>
                  <a:pt x="1704" y="958"/>
                </a:lnTo>
                <a:lnTo>
                  <a:pt x="1715" y="930"/>
                </a:lnTo>
                <a:lnTo>
                  <a:pt x="1736" y="876"/>
                </a:lnTo>
                <a:lnTo>
                  <a:pt x="1747" y="850"/>
                </a:lnTo>
                <a:lnTo>
                  <a:pt x="1769" y="796"/>
                </a:lnTo>
                <a:lnTo>
                  <a:pt x="1779" y="768"/>
                </a:lnTo>
                <a:lnTo>
                  <a:pt x="1790" y="741"/>
                </a:lnTo>
                <a:lnTo>
                  <a:pt x="1801" y="714"/>
                </a:lnTo>
                <a:lnTo>
                  <a:pt x="1811" y="686"/>
                </a:lnTo>
                <a:lnTo>
                  <a:pt x="1822" y="658"/>
                </a:lnTo>
                <a:lnTo>
                  <a:pt x="1833" y="630"/>
                </a:lnTo>
                <a:lnTo>
                  <a:pt x="1844" y="602"/>
                </a:lnTo>
                <a:lnTo>
                  <a:pt x="1876" y="517"/>
                </a:lnTo>
                <a:lnTo>
                  <a:pt x="1887" y="488"/>
                </a:lnTo>
                <a:lnTo>
                  <a:pt x="1897" y="460"/>
                </a:lnTo>
                <a:lnTo>
                  <a:pt x="1908" y="431"/>
                </a:lnTo>
                <a:lnTo>
                  <a:pt x="1919" y="403"/>
                </a:lnTo>
                <a:lnTo>
                  <a:pt x="1929" y="375"/>
                </a:lnTo>
                <a:lnTo>
                  <a:pt x="1940" y="348"/>
                </a:lnTo>
                <a:lnTo>
                  <a:pt x="1951" y="320"/>
                </a:lnTo>
                <a:lnTo>
                  <a:pt x="1962" y="294"/>
                </a:lnTo>
                <a:lnTo>
                  <a:pt x="1972" y="267"/>
                </a:lnTo>
                <a:lnTo>
                  <a:pt x="1983" y="242"/>
                </a:lnTo>
                <a:lnTo>
                  <a:pt x="1994" y="217"/>
                </a:lnTo>
                <a:lnTo>
                  <a:pt x="2004" y="193"/>
                </a:lnTo>
                <a:lnTo>
                  <a:pt x="2015" y="170"/>
                </a:lnTo>
                <a:lnTo>
                  <a:pt x="2026" y="149"/>
                </a:lnTo>
                <a:lnTo>
                  <a:pt x="2037" y="128"/>
                </a:lnTo>
                <a:lnTo>
                  <a:pt x="2047" y="109"/>
                </a:lnTo>
                <a:lnTo>
                  <a:pt x="2058" y="91"/>
                </a:lnTo>
                <a:lnTo>
                  <a:pt x="2069" y="74"/>
                </a:lnTo>
                <a:lnTo>
                  <a:pt x="2080" y="59"/>
                </a:lnTo>
                <a:lnTo>
                  <a:pt x="2090" y="46"/>
                </a:lnTo>
                <a:lnTo>
                  <a:pt x="2101" y="34"/>
                </a:lnTo>
                <a:lnTo>
                  <a:pt x="2112" y="24"/>
                </a:lnTo>
                <a:lnTo>
                  <a:pt x="2122" y="15"/>
                </a:lnTo>
                <a:lnTo>
                  <a:pt x="2133" y="9"/>
                </a:lnTo>
                <a:lnTo>
                  <a:pt x="2144" y="4"/>
                </a:lnTo>
                <a:lnTo>
                  <a:pt x="2154" y="1"/>
                </a:lnTo>
                <a:lnTo>
                  <a:pt x="2165" y="0"/>
                </a:lnTo>
                <a:lnTo>
                  <a:pt x="2176" y="1"/>
                </a:lnTo>
                <a:lnTo>
                  <a:pt x="2187" y="3"/>
                </a:lnTo>
                <a:lnTo>
                  <a:pt x="2197" y="7"/>
                </a:lnTo>
                <a:lnTo>
                  <a:pt x="2208" y="14"/>
                </a:lnTo>
                <a:lnTo>
                  <a:pt x="2219" y="22"/>
                </a:lnTo>
                <a:lnTo>
                  <a:pt x="2230" y="31"/>
                </a:lnTo>
                <a:lnTo>
                  <a:pt x="2240" y="42"/>
                </a:lnTo>
                <a:lnTo>
                  <a:pt x="2251" y="55"/>
                </a:lnTo>
                <a:lnTo>
                  <a:pt x="2262" y="70"/>
                </a:lnTo>
                <a:lnTo>
                  <a:pt x="2272" y="86"/>
                </a:lnTo>
                <a:lnTo>
                  <a:pt x="2283" y="103"/>
                </a:lnTo>
                <a:lnTo>
                  <a:pt x="2294" y="122"/>
                </a:lnTo>
                <a:lnTo>
                  <a:pt x="2305" y="142"/>
                </a:lnTo>
                <a:lnTo>
                  <a:pt x="2315" y="163"/>
                </a:lnTo>
                <a:lnTo>
                  <a:pt x="2326" y="184"/>
                </a:lnTo>
                <a:lnTo>
                  <a:pt x="2337" y="207"/>
                </a:lnTo>
                <a:lnTo>
                  <a:pt x="2348" y="231"/>
                </a:lnTo>
                <a:lnTo>
                  <a:pt x="2358" y="256"/>
                </a:lnTo>
                <a:lnTo>
                  <a:pt x="2369" y="281"/>
                </a:lnTo>
                <a:lnTo>
                  <a:pt x="2380" y="307"/>
                </a:lnTo>
                <a:lnTo>
                  <a:pt x="2390" y="333"/>
                </a:lnTo>
                <a:lnTo>
                  <a:pt x="2401" y="360"/>
                </a:lnTo>
                <a:lnTo>
                  <a:pt x="2412" y="387"/>
                </a:lnTo>
                <a:lnTo>
                  <a:pt x="2444" y="469"/>
                </a:lnTo>
                <a:lnTo>
                  <a:pt x="2455" y="497"/>
                </a:lnTo>
                <a:lnTo>
                  <a:pt x="2465" y="524"/>
                </a:lnTo>
                <a:lnTo>
                  <a:pt x="2476" y="552"/>
                </a:lnTo>
                <a:lnTo>
                  <a:pt x="2487" y="579"/>
                </a:lnTo>
                <a:lnTo>
                  <a:pt x="2498" y="606"/>
                </a:lnTo>
                <a:lnTo>
                  <a:pt x="2508" y="632"/>
                </a:lnTo>
                <a:lnTo>
                  <a:pt x="2519" y="658"/>
                </a:lnTo>
                <a:lnTo>
                  <a:pt x="2530" y="685"/>
                </a:lnTo>
                <a:lnTo>
                  <a:pt x="2540" y="710"/>
                </a:lnTo>
                <a:lnTo>
                  <a:pt x="2551" y="735"/>
                </a:lnTo>
                <a:lnTo>
                  <a:pt x="2562" y="760"/>
                </a:lnTo>
                <a:lnTo>
                  <a:pt x="2573" y="784"/>
                </a:lnTo>
                <a:lnTo>
                  <a:pt x="2583" y="807"/>
                </a:lnTo>
                <a:lnTo>
                  <a:pt x="2594" y="830"/>
                </a:lnTo>
                <a:lnTo>
                  <a:pt x="2605" y="853"/>
                </a:lnTo>
                <a:lnTo>
                  <a:pt x="2616" y="875"/>
                </a:lnTo>
                <a:lnTo>
                  <a:pt x="2626" y="897"/>
                </a:lnTo>
                <a:lnTo>
                  <a:pt x="2637" y="918"/>
                </a:lnTo>
                <a:lnTo>
                  <a:pt x="2648" y="938"/>
                </a:lnTo>
                <a:lnTo>
                  <a:pt x="2658" y="959"/>
                </a:lnTo>
                <a:lnTo>
                  <a:pt x="2669" y="978"/>
                </a:lnTo>
                <a:lnTo>
                  <a:pt x="2680" y="998"/>
                </a:lnTo>
                <a:lnTo>
                  <a:pt x="2691" y="1016"/>
                </a:lnTo>
                <a:lnTo>
                  <a:pt x="2701" y="1035"/>
                </a:lnTo>
                <a:lnTo>
                  <a:pt x="2712" y="1053"/>
                </a:lnTo>
                <a:lnTo>
                  <a:pt x="2723" y="1071"/>
                </a:lnTo>
                <a:lnTo>
                  <a:pt x="2733" y="1088"/>
                </a:lnTo>
                <a:lnTo>
                  <a:pt x="2744" y="1105"/>
                </a:lnTo>
                <a:lnTo>
                  <a:pt x="2755" y="1122"/>
                </a:lnTo>
                <a:lnTo>
                  <a:pt x="2766" y="1139"/>
                </a:lnTo>
                <a:lnTo>
                  <a:pt x="2776" y="1155"/>
                </a:lnTo>
                <a:lnTo>
                  <a:pt x="2787" y="1171"/>
                </a:lnTo>
                <a:lnTo>
                  <a:pt x="2798" y="1187"/>
                </a:lnTo>
                <a:lnTo>
                  <a:pt x="2819" y="1219"/>
                </a:lnTo>
                <a:lnTo>
                  <a:pt x="2830" y="1235"/>
                </a:lnTo>
                <a:lnTo>
                  <a:pt x="2874" y="1299"/>
                </a:lnTo>
                <a:lnTo>
                  <a:pt x="2884" y="1315"/>
                </a:lnTo>
                <a:lnTo>
                  <a:pt x="2906" y="1347"/>
                </a:lnTo>
                <a:lnTo>
                  <a:pt x="2917" y="1363"/>
                </a:lnTo>
                <a:lnTo>
                  <a:pt x="2927" y="1380"/>
                </a:lnTo>
                <a:lnTo>
                  <a:pt x="2938" y="1397"/>
                </a:lnTo>
                <a:lnTo>
                  <a:pt x="2949" y="1413"/>
                </a:lnTo>
                <a:lnTo>
                  <a:pt x="2960" y="1431"/>
                </a:lnTo>
                <a:lnTo>
                  <a:pt x="2970" y="1448"/>
                </a:lnTo>
                <a:lnTo>
                  <a:pt x="2981" y="1466"/>
                </a:lnTo>
                <a:lnTo>
                  <a:pt x="2992" y="1484"/>
                </a:lnTo>
                <a:lnTo>
                  <a:pt x="3002" y="1502"/>
                </a:lnTo>
                <a:lnTo>
                  <a:pt x="3013" y="1521"/>
                </a:lnTo>
                <a:lnTo>
                  <a:pt x="3024" y="1540"/>
                </a:lnTo>
                <a:lnTo>
                  <a:pt x="3035" y="1560"/>
                </a:lnTo>
                <a:lnTo>
                  <a:pt x="3045" y="1580"/>
                </a:lnTo>
                <a:lnTo>
                  <a:pt x="3056" y="1600"/>
                </a:lnTo>
                <a:lnTo>
                  <a:pt x="3067" y="1621"/>
                </a:lnTo>
                <a:lnTo>
                  <a:pt x="3078" y="1642"/>
                </a:lnTo>
                <a:lnTo>
                  <a:pt x="3088" y="1664"/>
                </a:lnTo>
                <a:lnTo>
                  <a:pt x="3099" y="1687"/>
                </a:lnTo>
                <a:lnTo>
                  <a:pt x="3110" y="1710"/>
                </a:lnTo>
                <a:lnTo>
                  <a:pt x="3120" y="1734"/>
                </a:lnTo>
                <a:lnTo>
                  <a:pt x="3131" y="1758"/>
                </a:lnTo>
                <a:lnTo>
                  <a:pt x="3142" y="1783"/>
                </a:lnTo>
                <a:lnTo>
                  <a:pt x="3152" y="1809"/>
                </a:lnTo>
                <a:lnTo>
                  <a:pt x="3163" y="1836"/>
                </a:lnTo>
                <a:lnTo>
                  <a:pt x="3174" y="1863"/>
                </a:lnTo>
                <a:lnTo>
                  <a:pt x="3185" y="1892"/>
                </a:lnTo>
                <a:lnTo>
                  <a:pt x="3195" y="1920"/>
                </a:lnTo>
                <a:lnTo>
                  <a:pt x="3206" y="1950"/>
                </a:lnTo>
                <a:lnTo>
                  <a:pt x="3217" y="1981"/>
                </a:lnTo>
                <a:lnTo>
                  <a:pt x="3228" y="2013"/>
                </a:lnTo>
                <a:lnTo>
                  <a:pt x="3238" y="2045"/>
                </a:lnTo>
                <a:lnTo>
                  <a:pt x="3249" y="2079"/>
                </a:lnTo>
                <a:lnTo>
                  <a:pt x="3260" y="2113"/>
                </a:lnTo>
                <a:lnTo>
                  <a:pt x="3270" y="2148"/>
                </a:lnTo>
                <a:lnTo>
                  <a:pt x="3281" y="2184"/>
                </a:lnTo>
                <a:lnTo>
                  <a:pt x="3292" y="2222"/>
                </a:lnTo>
                <a:lnTo>
                  <a:pt x="3303" y="2259"/>
                </a:lnTo>
                <a:lnTo>
                  <a:pt x="3313" y="2298"/>
                </a:lnTo>
                <a:lnTo>
                  <a:pt x="3324" y="2338"/>
                </a:lnTo>
                <a:lnTo>
                  <a:pt x="3335" y="2378"/>
                </a:lnTo>
                <a:lnTo>
                  <a:pt x="3345" y="2419"/>
                </a:lnTo>
                <a:lnTo>
                  <a:pt x="3356" y="2461"/>
                </a:lnTo>
                <a:lnTo>
                  <a:pt x="3367" y="2504"/>
                </a:lnTo>
                <a:lnTo>
                  <a:pt x="3378" y="2547"/>
                </a:lnTo>
                <a:lnTo>
                  <a:pt x="3388" y="2591"/>
                </a:lnTo>
                <a:lnTo>
                  <a:pt x="3399" y="2635"/>
                </a:lnTo>
                <a:lnTo>
                  <a:pt x="3410" y="2680"/>
                </a:lnTo>
                <a:lnTo>
                  <a:pt x="3420" y="2725"/>
                </a:lnTo>
                <a:lnTo>
                  <a:pt x="3431" y="2770"/>
                </a:lnTo>
                <a:lnTo>
                  <a:pt x="3442" y="2816"/>
                </a:lnTo>
                <a:lnTo>
                  <a:pt x="3453" y="2862"/>
                </a:lnTo>
                <a:lnTo>
                  <a:pt x="3463" y="2908"/>
                </a:lnTo>
                <a:lnTo>
                  <a:pt x="3474" y="2954"/>
                </a:lnTo>
                <a:lnTo>
                  <a:pt x="3485" y="3000"/>
                </a:lnTo>
                <a:lnTo>
                  <a:pt x="3495" y="3045"/>
                </a:lnTo>
                <a:lnTo>
                  <a:pt x="3506" y="3091"/>
                </a:lnTo>
                <a:lnTo>
                  <a:pt x="3517" y="3136"/>
                </a:lnTo>
                <a:lnTo>
                  <a:pt x="3528" y="3181"/>
                </a:lnTo>
                <a:lnTo>
                  <a:pt x="3538" y="3225"/>
                </a:lnTo>
                <a:lnTo>
                  <a:pt x="3549" y="3269"/>
                </a:lnTo>
                <a:lnTo>
                  <a:pt x="3560" y="3312"/>
                </a:lnTo>
                <a:lnTo>
                  <a:pt x="3571" y="3354"/>
                </a:lnTo>
                <a:lnTo>
                  <a:pt x="3581" y="3396"/>
                </a:lnTo>
                <a:lnTo>
                  <a:pt x="3592" y="3437"/>
                </a:lnTo>
                <a:lnTo>
                  <a:pt x="3603" y="3477"/>
                </a:lnTo>
                <a:lnTo>
                  <a:pt x="3613" y="3516"/>
                </a:lnTo>
                <a:lnTo>
                  <a:pt x="3624" y="3555"/>
                </a:lnTo>
                <a:lnTo>
                  <a:pt x="3635" y="3592"/>
                </a:lnTo>
                <a:lnTo>
                  <a:pt x="3646" y="3629"/>
                </a:lnTo>
                <a:lnTo>
                  <a:pt x="3656" y="3664"/>
                </a:lnTo>
                <a:lnTo>
                  <a:pt x="3667" y="3698"/>
                </a:lnTo>
                <a:lnTo>
                  <a:pt x="3678" y="3732"/>
                </a:lnTo>
                <a:lnTo>
                  <a:pt x="3689" y="3765"/>
                </a:lnTo>
                <a:lnTo>
                  <a:pt x="3699" y="3796"/>
                </a:lnTo>
                <a:lnTo>
                  <a:pt x="3710" y="3826"/>
                </a:lnTo>
                <a:lnTo>
                  <a:pt x="3721" y="3856"/>
                </a:lnTo>
                <a:lnTo>
                  <a:pt x="3731" y="3885"/>
                </a:lnTo>
                <a:lnTo>
                  <a:pt x="3742" y="3912"/>
                </a:lnTo>
                <a:lnTo>
                  <a:pt x="3753" y="3939"/>
                </a:lnTo>
                <a:lnTo>
                  <a:pt x="3763" y="3965"/>
                </a:lnTo>
                <a:lnTo>
                  <a:pt x="3774" y="3990"/>
                </a:lnTo>
                <a:lnTo>
                  <a:pt x="3785" y="4015"/>
                </a:lnTo>
                <a:lnTo>
                  <a:pt x="3796" y="4038"/>
                </a:lnTo>
                <a:lnTo>
                  <a:pt x="3806" y="4061"/>
                </a:lnTo>
                <a:lnTo>
                  <a:pt x="3817" y="4084"/>
                </a:lnTo>
                <a:lnTo>
                  <a:pt x="3828" y="4105"/>
                </a:lnTo>
                <a:lnTo>
                  <a:pt x="3839" y="4127"/>
                </a:lnTo>
                <a:lnTo>
                  <a:pt x="3849" y="4147"/>
                </a:lnTo>
                <a:lnTo>
                  <a:pt x="3860" y="4168"/>
                </a:lnTo>
                <a:lnTo>
                  <a:pt x="3871" y="4188"/>
                </a:lnTo>
                <a:lnTo>
                  <a:pt x="3881" y="4207"/>
                </a:lnTo>
                <a:lnTo>
                  <a:pt x="3892" y="4226"/>
                </a:lnTo>
                <a:lnTo>
                  <a:pt x="3903" y="4245"/>
                </a:lnTo>
                <a:lnTo>
                  <a:pt x="3914" y="4264"/>
                </a:lnTo>
                <a:lnTo>
                  <a:pt x="3924" y="4283"/>
                </a:lnTo>
                <a:lnTo>
                  <a:pt x="3935" y="4301"/>
                </a:lnTo>
                <a:lnTo>
                  <a:pt x="3946" y="4319"/>
                </a:lnTo>
                <a:lnTo>
                  <a:pt x="3957" y="4338"/>
                </a:lnTo>
                <a:lnTo>
                  <a:pt x="3967" y="4356"/>
                </a:lnTo>
                <a:lnTo>
                  <a:pt x="3978" y="4374"/>
                </a:lnTo>
                <a:lnTo>
                  <a:pt x="3999" y="4410"/>
                </a:lnTo>
                <a:lnTo>
                  <a:pt x="4010" y="4428"/>
                </a:lnTo>
                <a:lnTo>
                  <a:pt x="4053" y="4500"/>
                </a:lnTo>
                <a:lnTo>
                  <a:pt x="4064" y="4518"/>
                </a:lnTo>
                <a:lnTo>
                  <a:pt x="4096" y="4573"/>
                </a:lnTo>
                <a:lnTo>
                  <a:pt x="4107" y="4591"/>
                </a:lnTo>
                <a:lnTo>
                  <a:pt x="4117" y="4608"/>
                </a:lnTo>
                <a:lnTo>
                  <a:pt x="4128" y="4626"/>
                </a:lnTo>
                <a:lnTo>
                  <a:pt x="4139" y="4644"/>
                </a:lnTo>
                <a:lnTo>
                  <a:pt x="4149" y="4661"/>
                </a:lnTo>
                <a:lnTo>
                  <a:pt x="4160" y="4679"/>
                </a:lnTo>
                <a:lnTo>
                  <a:pt x="4171" y="4696"/>
                </a:lnTo>
                <a:lnTo>
                  <a:pt x="4182" y="4713"/>
                </a:lnTo>
                <a:lnTo>
                  <a:pt x="4192" y="4729"/>
                </a:lnTo>
                <a:lnTo>
                  <a:pt x="4203" y="4746"/>
                </a:lnTo>
                <a:lnTo>
                  <a:pt x="4214" y="4762"/>
                </a:lnTo>
                <a:lnTo>
                  <a:pt x="4224" y="4778"/>
                </a:lnTo>
                <a:lnTo>
                  <a:pt x="4235" y="4793"/>
                </a:lnTo>
                <a:lnTo>
                  <a:pt x="4246" y="4808"/>
                </a:lnTo>
                <a:lnTo>
                  <a:pt x="4257" y="4823"/>
                </a:lnTo>
                <a:lnTo>
                  <a:pt x="4267" y="4837"/>
                </a:lnTo>
                <a:lnTo>
                  <a:pt x="4278" y="4850"/>
                </a:lnTo>
                <a:lnTo>
                  <a:pt x="4289" y="4863"/>
                </a:lnTo>
                <a:lnTo>
                  <a:pt x="4300" y="4876"/>
                </a:lnTo>
                <a:lnTo>
                  <a:pt x="4310" y="4888"/>
                </a:lnTo>
                <a:lnTo>
                  <a:pt x="4321" y="4899"/>
                </a:lnTo>
                <a:lnTo>
                  <a:pt x="4332" y="4911"/>
                </a:lnTo>
                <a:lnTo>
                  <a:pt x="4342" y="4921"/>
                </a:lnTo>
                <a:lnTo>
                  <a:pt x="4353" y="4931"/>
                </a:lnTo>
                <a:lnTo>
                  <a:pt x="4364" y="4940"/>
                </a:lnTo>
                <a:lnTo>
                  <a:pt x="4375" y="4948"/>
                </a:lnTo>
                <a:lnTo>
                  <a:pt x="4385" y="4956"/>
                </a:lnTo>
                <a:lnTo>
                  <a:pt x="4396" y="4964"/>
                </a:lnTo>
                <a:lnTo>
                  <a:pt x="4407" y="4971"/>
                </a:lnTo>
                <a:lnTo>
                  <a:pt x="4418" y="4977"/>
                </a:lnTo>
                <a:lnTo>
                  <a:pt x="4428" y="4983"/>
                </a:lnTo>
                <a:lnTo>
                  <a:pt x="4439" y="4988"/>
                </a:lnTo>
                <a:lnTo>
                  <a:pt x="4450" y="4992"/>
                </a:lnTo>
                <a:lnTo>
                  <a:pt x="4460" y="4996"/>
                </a:lnTo>
                <a:lnTo>
                  <a:pt x="4471" y="5000"/>
                </a:lnTo>
                <a:lnTo>
                  <a:pt x="4482" y="5003"/>
                </a:lnTo>
                <a:lnTo>
                  <a:pt x="4492" y="5005"/>
                </a:lnTo>
                <a:lnTo>
                  <a:pt x="4503" y="5007"/>
                </a:lnTo>
                <a:lnTo>
                  <a:pt x="4514" y="5009"/>
                </a:lnTo>
                <a:lnTo>
                  <a:pt x="4525" y="5010"/>
                </a:lnTo>
                <a:lnTo>
                  <a:pt x="4535" y="5011"/>
                </a:lnTo>
                <a:lnTo>
                  <a:pt x="4546" y="5012"/>
                </a:lnTo>
                <a:lnTo>
                  <a:pt x="4557" y="5012"/>
                </a:lnTo>
                <a:lnTo>
                  <a:pt x="4568" y="5012"/>
                </a:lnTo>
                <a:lnTo>
                  <a:pt x="4578" y="5012"/>
                </a:lnTo>
                <a:lnTo>
                  <a:pt x="4589" y="5012"/>
                </a:lnTo>
                <a:lnTo>
                  <a:pt x="4600" y="5012"/>
                </a:lnTo>
                <a:lnTo>
                  <a:pt x="4610" y="5012"/>
                </a:lnTo>
                <a:lnTo>
                  <a:pt x="4621" y="5011"/>
                </a:lnTo>
                <a:lnTo>
                  <a:pt x="4632" y="5011"/>
                </a:lnTo>
                <a:lnTo>
                  <a:pt x="4643" y="5010"/>
                </a:lnTo>
                <a:lnTo>
                  <a:pt x="4675" y="5009"/>
                </a:lnTo>
                <a:lnTo>
                  <a:pt x="4685" y="5009"/>
                </a:lnTo>
                <a:lnTo>
                  <a:pt x="4696" y="5010"/>
                </a:lnTo>
                <a:lnTo>
                  <a:pt x="4707" y="5010"/>
                </a:lnTo>
                <a:lnTo>
                  <a:pt x="4718" y="5010"/>
                </a:lnTo>
                <a:lnTo>
                  <a:pt x="4728" y="5011"/>
                </a:lnTo>
                <a:lnTo>
                  <a:pt x="4739" y="5012"/>
                </a:lnTo>
                <a:lnTo>
                  <a:pt x="4750" y="5013"/>
                </a:lnTo>
                <a:lnTo>
                  <a:pt x="4761" y="5015"/>
                </a:lnTo>
                <a:lnTo>
                  <a:pt x="4771" y="5016"/>
                </a:lnTo>
                <a:lnTo>
                  <a:pt x="4782" y="5018"/>
                </a:lnTo>
                <a:lnTo>
                  <a:pt x="4793" y="5021"/>
                </a:lnTo>
                <a:lnTo>
                  <a:pt x="4803" y="5023"/>
                </a:lnTo>
                <a:lnTo>
                  <a:pt x="4814" y="5026"/>
                </a:lnTo>
                <a:lnTo>
                  <a:pt x="4825" y="5029"/>
                </a:lnTo>
                <a:lnTo>
                  <a:pt x="4835" y="5032"/>
                </a:lnTo>
                <a:lnTo>
                  <a:pt x="4846" y="5035"/>
                </a:lnTo>
                <a:lnTo>
                  <a:pt x="4857" y="5039"/>
                </a:lnTo>
                <a:lnTo>
                  <a:pt x="4868" y="5043"/>
                </a:lnTo>
                <a:lnTo>
                  <a:pt x="4878" y="5047"/>
                </a:lnTo>
                <a:lnTo>
                  <a:pt x="4889" y="5051"/>
                </a:lnTo>
                <a:lnTo>
                  <a:pt x="4900" y="5056"/>
                </a:lnTo>
                <a:lnTo>
                  <a:pt x="4911" y="5060"/>
                </a:lnTo>
                <a:lnTo>
                  <a:pt x="4932" y="5070"/>
                </a:lnTo>
                <a:lnTo>
                  <a:pt x="4943" y="5074"/>
                </a:lnTo>
                <a:lnTo>
                  <a:pt x="4953" y="5079"/>
                </a:lnTo>
                <a:lnTo>
                  <a:pt x="4964" y="5084"/>
                </a:lnTo>
                <a:lnTo>
                  <a:pt x="4986" y="5094"/>
                </a:lnTo>
                <a:lnTo>
                  <a:pt x="4996" y="5099"/>
                </a:lnTo>
                <a:lnTo>
                  <a:pt x="5029" y="5114"/>
                </a:lnTo>
                <a:lnTo>
                  <a:pt x="5039" y="5118"/>
                </a:lnTo>
                <a:lnTo>
                  <a:pt x="5050" y="5123"/>
                </a:lnTo>
                <a:lnTo>
                  <a:pt x="5061" y="5127"/>
                </a:lnTo>
                <a:lnTo>
                  <a:pt x="5082" y="5136"/>
                </a:lnTo>
                <a:lnTo>
                  <a:pt x="5093" y="5140"/>
                </a:lnTo>
                <a:lnTo>
                  <a:pt x="5114" y="5148"/>
                </a:lnTo>
                <a:lnTo>
                  <a:pt x="5136" y="5155"/>
                </a:lnTo>
                <a:lnTo>
                  <a:pt x="5146" y="5158"/>
                </a:lnTo>
                <a:lnTo>
                  <a:pt x="5157" y="5161"/>
                </a:lnTo>
                <a:lnTo>
                  <a:pt x="5168" y="5164"/>
                </a:lnTo>
                <a:lnTo>
                  <a:pt x="5179" y="5167"/>
                </a:lnTo>
                <a:lnTo>
                  <a:pt x="5189" y="5170"/>
                </a:lnTo>
                <a:lnTo>
                  <a:pt x="5200" y="5173"/>
                </a:lnTo>
                <a:lnTo>
                  <a:pt x="5221" y="5177"/>
                </a:lnTo>
                <a:lnTo>
                  <a:pt x="5232" y="5179"/>
                </a:lnTo>
                <a:lnTo>
                  <a:pt x="5243" y="5181"/>
                </a:lnTo>
                <a:lnTo>
                  <a:pt x="5254" y="5183"/>
                </a:lnTo>
                <a:lnTo>
                  <a:pt x="5275" y="5186"/>
                </a:lnTo>
                <a:lnTo>
                  <a:pt x="5297" y="5189"/>
                </a:lnTo>
                <a:lnTo>
                  <a:pt x="5307" y="5190"/>
                </a:lnTo>
                <a:lnTo>
                  <a:pt x="5318" y="5191"/>
                </a:lnTo>
                <a:lnTo>
                  <a:pt x="5339" y="5193"/>
                </a:lnTo>
                <a:lnTo>
                  <a:pt x="5350" y="5194"/>
                </a:lnTo>
                <a:lnTo>
                  <a:pt x="5361" y="5195"/>
                </a:lnTo>
                <a:lnTo>
                  <a:pt x="5382" y="5196"/>
                </a:lnTo>
                <a:lnTo>
                  <a:pt x="5393" y="5197"/>
                </a:lnTo>
                <a:lnTo>
                  <a:pt x="5404" y="5197"/>
                </a:lnTo>
                <a:lnTo>
                  <a:pt x="5436" y="5199"/>
                </a:lnTo>
                <a:lnTo>
                  <a:pt x="5447" y="5199"/>
                </a:lnTo>
                <a:lnTo>
                  <a:pt x="5457" y="5199"/>
                </a:lnTo>
                <a:lnTo>
                  <a:pt x="5479" y="5200"/>
                </a:lnTo>
                <a:lnTo>
                  <a:pt x="5479" y="5201"/>
                </a:lnTo>
                <a:lnTo>
                  <a:pt x="0" y="5201"/>
                </a:lnTo>
                <a:lnTo>
                  <a:pt x="0" y="5200"/>
                </a:lnTo>
                <a:close/>
              </a:path>
            </a:pathLst>
          </a:custGeom>
          <a:solidFill>
            <a:srgbClr val="8C8C8C">
              <a:alpha val="3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 flipV="1">
            <a:off x="3903120" y="952200"/>
            <a:ext cx="0" cy="2033280"/>
          </a:xfrm>
          <a:prstGeom prst="line">
            <a:avLst/>
          </a:prstGeom>
          <a:ln w="12240">
            <a:solidFill>
              <a:srgbClr val="8C8C8C"/>
            </a:solidFill>
            <a:custDash>
              <a:ds d="100000" sp="300000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 flipV="1">
            <a:off x="5875200" y="926280"/>
            <a:ext cx="0" cy="2059200"/>
          </a:xfrm>
          <a:prstGeom prst="line">
            <a:avLst/>
          </a:prstGeom>
          <a:ln w="18720">
            <a:solidFill>
              <a:srgbClr val="D55E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360" tIns="9360" r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6282720" y="926280"/>
            <a:ext cx="2307600" cy="2059560"/>
          </a:xfrm>
          <a:custGeom>
            <a:avLst/>
            <a:gdLst/>
            <a:ahLst/>
            <a:rect l="0" t="0" r="r" b="b"/>
            <a:pathLst>
              <a:path w="6410" h="5721">
                <a:moveTo>
                  <a:pt x="0" y="0"/>
                </a:moveTo>
                <a:lnTo>
                  <a:pt x="6410" y="0"/>
                </a:lnTo>
                <a:lnTo>
                  <a:pt x="6410" y="5721"/>
                </a:lnTo>
                <a:lnTo>
                  <a:pt x="0" y="572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6381360" y="1019880"/>
            <a:ext cx="1192680" cy="1872360"/>
          </a:xfrm>
          <a:custGeom>
            <a:avLst/>
            <a:gdLst/>
            <a:ahLst/>
            <a:rect l="0" t="0" r="r" b="b"/>
            <a:pathLst>
              <a:path w="3313" h="5201">
                <a:moveTo>
                  <a:pt x="0" y="4882"/>
                </a:moveTo>
                <a:lnTo>
                  <a:pt x="11" y="4862"/>
                </a:lnTo>
                <a:lnTo>
                  <a:pt x="21" y="4841"/>
                </a:lnTo>
                <a:lnTo>
                  <a:pt x="32" y="4819"/>
                </a:lnTo>
                <a:lnTo>
                  <a:pt x="43" y="4796"/>
                </a:lnTo>
                <a:lnTo>
                  <a:pt x="54" y="4772"/>
                </a:lnTo>
                <a:lnTo>
                  <a:pt x="64" y="4747"/>
                </a:lnTo>
                <a:lnTo>
                  <a:pt x="75" y="4722"/>
                </a:lnTo>
                <a:lnTo>
                  <a:pt x="86" y="4695"/>
                </a:lnTo>
                <a:lnTo>
                  <a:pt x="97" y="4666"/>
                </a:lnTo>
                <a:lnTo>
                  <a:pt x="107" y="4637"/>
                </a:lnTo>
                <a:lnTo>
                  <a:pt x="118" y="4607"/>
                </a:lnTo>
                <a:lnTo>
                  <a:pt x="129" y="4576"/>
                </a:lnTo>
                <a:lnTo>
                  <a:pt x="139" y="4543"/>
                </a:lnTo>
                <a:lnTo>
                  <a:pt x="150" y="4509"/>
                </a:lnTo>
                <a:lnTo>
                  <a:pt x="161" y="4474"/>
                </a:lnTo>
                <a:lnTo>
                  <a:pt x="171" y="4438"/>
                </a:lnTo>
                <a:lnTo>
                  <a:pt x="182" y="4401"/>
                </a:lnTo>
                <a:lnTo>
                  <a:pt x="193" y="4363"/>
                </a:lnTo>
                <a:lnTo>
                  <a:pt x="204" y="4324"/>
                </a:lnTo>
                <a:lnTo>
                  <a:pt x="214" y="4284"/>
                </a:lnTo>
                <a:lnTo>
                  <a:pt x="225" y="4243"/>
                </a:lnTo>
                <a:lnTo>
                  <a:pt x="236" y="4202"/>
                </a:lnTo>
                <a:lnTo>
                  <a:pt x="247" y="4160"/>
                </a:lnTo>
                <a:lnTo>
                  <a:pt x="257" y="4117"/>
                </a:lnTo>
                <a:lnTo>
                  <a:pt x="268" y="4073"/>
                </a:lnTo>
                <a:lnTo>
                  <a:pt x="279" y="4029"/>
                </a:lnTo>
                <a:lnTo>
                  <a:pt x="289" y="3985"/>
                </a:lnTo>
                <a:lnTo>
                  <a:pt x="300" y="3941"/>
                </a:lnTo>
                <a:lnTo>
                  <a:pt x="311" y="3897"/>
                </a:lnTo>
                <a:lnTo>
                  <a:pt x="322" y="3852"/>
                </a:lnTo>
                <a:lnTo>
                  <a:pt x="354" y="3718"/>
                </a:lnTo>
                <a:lnTo>
                  <a:pt x="365" y="3674"/>
                </a:lnTo>
                <a:lnTo>
                  <a:pt x="375" y="3630"/>
                </a:lnTo>
                <a:lnTo>
                  <a:pt x="386" y="3586"/>
                </a:lnTo>
                <a:lnTo>
                  <a:pt x="397" y="3541"/>
                </a:lnTo>
                <a:lnTo>
                  <a:pt x="418" y="3453"/>
                </a:lnTo>
                <a:lnTo>
                  <a:pt x="429" y="3409"/>
                </a:lnTo>
                <a:lnTo>
                  <a:pt x="439" y="3364"/>
                </a:lnTo>
                <a:lnTo>
                  <a:pt x="450" y="3320"/>
                </a:lnTo>
                <a:lnTo>
                  <a:pt x="461" y="3275"/>
                </a:lnTo>
                <a:lnTo>
                  <a:pt x="472" y="3229"/>
                </a:lnTo>
                <a:lnTo>
                  <a:pt x="482" y="3182"/>
                </a:lnTo>
                <a:lnTo>
                  <a:pt x="494" y="3135"/>
                </a:lnTo>
                <a:lnTo>
                  <a:pt x="505" y="3087"/>
                </a:lnTo>
                <a:lnTo>
                  <a:pt x="516" y="3038"/>
                </a:lnTo>
                <a:lnTo>
                  <a:pt x="526" y="2988"/>
                </a:lnTo>
                <a:lnTo>
                  <a:pt x="537" y="2936"/>
                </a:lnTo>
                <a:lnTo>
                  <a:pt x="548" y="2883"/>
                </a:lnTo>
                <a:lnTo>
                  <a:pt x="558" y="2829"/>
                </a:lnTo>
                <a:lnTo>
                  <a:pt x="569" y="2773"/>
                </a:lnTo>
                <a:lnTo>
                  <a:pt x="580" y="2715"/>
                </a:lnTo>
                <a:lnTo>
                  <a:pt x="591" y="2656"/>
                </a:lnTo>
                <a:lnTo>
                  <a:pt x="601" y="2595"/>
                </a:lnTo>
                <a:lnTo>
                  <a:pt x="612" y="2532"/>
                </a:lnTo>
                <a:lnTo>
                  <a:pt x="623" y="2468"/>
                </a:lnTo>
                <a:lnTo>
                  <a:pt x="633" y="2401"/>
                </a:lnTo>
                <a:lnTo>
                  <a:pt x="644" y="2333"/>
                </a:lnTo>
                <a:lnTo>
                  <a:pt x="655" y="2264"/>
                </a:lnTo>
                <a:lnTo>
                  <a:pt x="666" y="2193"/>
                </a:lnTo>
                <a:lnTo>
                  <a:pt x="676" y="2121"/>
                </a:lnTo>
                <a:lnTo>
                  <a:pt x="687" y="2047"/>
                </a:lnTo>
                <a:lnTo>
                  <a:pt x="698" y="1972"/>
                </a:lnTo>
                <a:lnTo>
                  <a:pt x="709" y="1896"/>
                </a:lnTo>
                <a:lnTo>
                  <a:pt x="719" y="1820"/>
                </a:lnTo>
                <a:lnTo>
                  <a:pt x="730" y="1743"/>
                </a:lnTo>
                <a:lnTo>
                  <a:pt x="741" y="1665"/>
                </a:lnTo>
                <a:lnTo>
                  <a:pt x="751" y="1588"/>
                </a:lnTo>
                <a:lnTo>
                  <a:pt x="762" y="1510"/>
                </a:lnTo>
                <a:lnTo>
                  <a:pt x="773" y="1433"/>
                </a:lnTo>
                <a:lnTo>
                  <a:pt x="784" y="1356"/>
                </a:lnTo>
                <a:lnTo>
                  <a:pt x="794" y="1280"/>
                </a:lnTo>
                <a:lnTo>
                  <a:pt x="805" y="1206"/>
                </a:lnTo>
                <a:lnTo>
                  <a:pt x="816" y="1132"/>
                </a:lnTo>
                <a:lnTo>
                  <a:pt x="826" y="1061"/>
                </a:lnTo>
                <a:lnTo>
                  <a:pt x="837" y="991"/>
                </a:lnTo>
                <a:lnTo>
                  <a:pt x="848" y="924"/>
                </a:lnTo>
                <a:lnTo>
                  <a:pt x="859" y="860"/>
                </a:lnTo>
                <a:lnTo>
                  <a:pt x="869" y="798"/>
                </a:lnTo>
                <a:lnTo>
                  <a:pt x="880" y="740"/>
                </a:lnTo>
                <a:lnTo>
                  <a:pt x="891" y="684"/>
                </a:lnTo>
                <a:lnTo>
                  <a:pt x="901" y="633"/>
                </a:lnTo>
                <a:lnTo>
                  <a:pt x="912" y="585"/>
                </a:lnTo>
                <a:lnTo>
                  <a:pt x="923" y="541"/>
                </a:lnTo>
                <a:lnTo>
                  <a:pt x="934" y="501"/>
                </a:lnTo>
                <a:lnTo>
                  <a:pt x="944" y="465"/>
                </a:lnTo>
                <a:lnTo>
                  <a:pt x="955" y="434"/>
                </a:lnTo>
                <a:lnTo>
                  <a:pt x="966" y="407"/>
                </a:lnTo>
                <a:lnTo>
                  <a:pt x="977" y="384"/>
                </a:lnTo>
                <a:lnTo>
                  <a:pt x="987" y="365"/>
                </a:lnTo>
                <a:lnTo>
                  <a:pt x="998" y="350"/>
                </a:lnTo>
                <a:lnTo>
                  <a:pt x="1009" y="339"/>
                </a:lnTo>
                <a:lnTo>
                  <a:pt x="1019" y="332"/>
                </a:lnTo>
                <a:lnTo>
                  <a:pt x="1030" y="329"/>
                </a:lnTo>
                <a:lnTo>
                  <a:pt x="1041" y="328"/>
                </a:lnTo>
                <a:lnTo>
                  <a:pt x="1052" y="330"/>
                </a:lnTo>
                <a:lnTo>
                  <a:pt x="1062" y="334"/>
                </a:lnTo>
                <a:lnTo>
                  <a:pt x="1073" y="341"/>
                </a:lnTo>
                <a:lnTo>
                  <a:pt x="1084" y="350"/>
                </a:lnTo>
                <a:lnTo>
                  <a:pt x="1094" y="360"/>
                </a:lnTo>
                <a:lnTo>
                  <a:pt x="1105" y="371"/>
                </a:lnTo>
                <a:lnTo>
                  <a:pt x="1127" y="394"/>
                </a:lnTo>
                <a:lnTo>
                  <a:pt x="1137" y="406"/>
                </a:lnTo>
                <a:lnTo>
                  <a:pt x="1148" y="417"/>
                </a:lnTo>
                <a:lnTo>
                  <a:pt x="1159" y="427"/>
                </a:lnTo>
                <a:lnTo>
                  <a:pt x="1169" y="436"/>
                </a:lnTo>
                <a:lnTo>
                  <a:pt x="1180" y="443"/>
                </a:lnTo>
                <a:lnTo>
                  <a:pt x="1191" y="448"/>
                </a:lnTo>
                <a:lnTo>
                  <a:pt x="1202" y="452"/>
                </a:lnTo>
                <a:lnTo>
                  <a:pt x="1212" y="453"/>
                </a:lnTo>
                <a:lnTo>
                  <a:pt x="1223" y="452"/>
                </a:lnTo>
                <a:lnTo>
                  <a:pt x="1234" y="448"/>
                </a:lnTo>
                <a:lnTo>
                  <a:pt x="1245" y="441"/>
                </a:lnTo>
                <a:lnTo>
                  <a:pt x="1255" y="432"/>
                </a:lnTo>
                <a:lnTo>
                  <a:pt x="1266" y="421"/>
                </a:lnTo>
                <a:lnTo>
                  <a:pt x="1277" y="407"/>
                </a:lnTo>
                <a:lnTo>
                  <a:pt x="1287" y="391"/>
                </a:lnTo>
                <a:lnTo>
                  <a:pt x="1298" y="372"/>
                </a:lnTo>
                <a:lnTo>
                  <a:pt x="1309" y="352"/>
                </a:lnTo>
                <a:lnTo>
                  <a:pt x="1320" y="330"/>
                </a:lnTo>
                <a:lnTo>
                  <a:pt x="1330" y="306"/>
                </a:lnTo>
                <a:lnTo>
                  <a:pt x="1341" y="282"/>
                </a:lnTo>
                <a:lnTo>
                  <a:pt x="1352" y="256"/>
                </a:lnTo>
                <a:lnTo>
                  <a:pt x="1362" y="230"/>
                </a:lnTo>
                <a:lnTo>
                  <a:pt x="1373" y="204"/>
                </a:lnTo>
                <a:lnTo>
                  <a:pt x="1384" y="178"/>
                </a:lnTo>
                <a:lnTo>
                  <a:pt x="1395" y="152"/>
                </a:lnTo>
                <a:lnTo>
                  <a:pt x="1405" y="128"/>
                </a:lnTo>
                <a:lnTo>
                  <a:pt x="1416" y="105"/>
                </a:lnTo>
                <a:lnTo>
                  <a:pt x="1427" y="83"/>
                </a:lnTo>
                <a:lnTo>
                  <a:pt x="1437" y="63"/>
                </a:lnTo>
                <a:lnTo>
                  <a:pt x="1448" y="46"/>
                </a:lnTo>
                <a:lnTo>
                  <a:pt x="1459" y="31"/>
                </a:lnTo>
                <a:lnTo>
                  <a:pt x="1470" y="19"/>
                </a:lnTo>
                <a:lnTo>
                  <a:pt x="1480" y="9"/>
                </a:lnTo>
                <a:lnTo>
                  <a:pt x="1491" y="3"/>
                </a:lnTo>
                <a:lnTo>
                  <a:pt x="1502" y="0"/>
                </a:lnTo>
                <a:lnTo>
                  <a:pt x="1512" y="0"/>
                </a:lnTo>
                <a:lnTo>
                  <a:pt x="1523" y="4"/>
                </a:lnTo>
                <a:lnTo>
                  <a:pt x="1534" y="12"/>
                </a:lnTo>
                <a:lnTo>
                  <a:pt x="1545" y="22"/>
                </a:lnTo>
                <a:lnTo>
                  <a:pt x="1555" y="37"/>
                </a:lnTo>
                <a:lnTo>
                  <a:pt x="1566" y="55"/>
                </a:lnTo>
                <a:lnTo>
                  <a:pt x="1577" y="76"/>
                </a:lnTo>
                <a:lnTo>
                  <a:pt x="1588" y="101"/>
                </a:lnTo>
                <a:lnTo>
                  <a:pt x="1598" y="129"/>
                </a:lnTo>
                <a:lnTo>
                  <a:pt x="1609" y="160"/>
                </a:lnTo>
                <a:lnTo>
                  <a:pt x="1620" y="194"/>
                </a:lnTo>
                <a:lnTo>
                  <a:pt x="1630" y="231"/>
                </a:lnTo>
                <a:lnTo>
                  <a:pt x="1641" y="271"/>
                </a:lnTo>
                <a:lnTo>
                  <a:pt x="1652" y="313"/>
                </a:lnTo>
                <a:lnTo>
                  <a:pt x="1663" y="358"/>
                </a:lnTo>
                <a:lnTo>
                  <a:pt x="1673" y="405"/>
                </a:lnTo>
                <a:lnTo>
                  <a:pt x="1684" y="455"/>
                </a:lnTo>
                <a:lnTo>
                  <a:pt x="1695" y="506"/>
                </a:lnTo>
                <a:lnTo>
                  <a:pt x="1706" y="560"/>
                </a:lnTo>
                <a:lnTo>
                  <a:pt x="1716" y="616"/>
                </a:lnTo>
                <a:lnTo>
                  <a:pt x="1727" y="674"/>
                </a:lnTo>
                <a:lnTo>
                  <a:pt x="1738" y="733"/>
                </a:lnTo>
                <a:lnTo>
                  <a:pt x="1748" y="795"/>
                </a:lnTo>
                <a:lnTo>
                  <a:pt x="1759" y="858"/>
                </a:lnTo>
                <a:lnTo>
                  <a:pt x="1770" y="923"/>
                </a:lnTo>
                <a:lnTo>
                  <a:pt x="1781" y="990"/>
                </a:lnTo>
                <a:lnTo>
                  <a:pt x="1791" y="1059"/>
                </a:lnTo>
                <a:lnTo>
                  <a:pt x="1802" y="1129"/>
                </a:lnTo>
                <a:lnTo>
                  <a:pt x="1813" y="1201"/>
                </a:lnTo>
                <a:lnTo>
                  <a:pt x="1823" y="1274"/>
                </a:lnTo>
                <a:lnTo>
                  <a:pt x="1834" y="1349"/>
                </a:lnTo>
                <a:lnTo>
                  <a:pt x="1845" y="1425"/>
                </a:lnTo>
                <a:lnTo>
                  <a:pt x="1856" y="1502"/>
                </a:lnTo>
                <a:lnTo>
                  <a:pt x="1866" y="1580"/>
                </a:lnTo>
                <a:lnTo>
                  <a:pt x="1877" y="1659"/>
                </a:lnTo>
                <a:lnTo>
                  <a:pt x="1888" y="1739"/>
                </a:lnTo>
                <a:lnTo>
                  <a:pt x="1898" y="1819"/>
                </a:lnTo>
                <a:lnTo>
                  <a:pt x="1909" y="1900"/>
                </a:lnTo>
                <a:lnTo>
                  <a:pt x="1920" y="1981"/>
                </a:lnTo>
                <a:lnTo>
                  <a:pt x="1931" y="2063"/>
                </a:lnTo>
                <a:lnTo>
                  <a:pt x="1941" y="2144"/>
                </a:lnTo>
                <a:lnTo>
                  <a:pt x="1952" y="2224"/>
                </a:lnTo>
                <a:lnTo>
                  <a:pt x="1963" y="2304"/>
                </a:lnTo>
                <a:lnTo>
                  <a:pt x="1973" y="2383"/>
                </a:lnTo>
                <a:lnTo>
                  <a:pt x="1984" y="2461"/>
                </a:lnTo>
                <a:lnTo>
                  <a:pt x="1995" y="2538"/>
                </a:lnTo>
                <a:lnTo>
                  <a:pt x="2006" y="2614"/>
                </a:lnTo>
                <a:lnTo>
                  <a:pt x="2016" y="2688"/>
                </a:lnTo>
                <a:lnTo>
                  <a:pt x="2027" y="2760"/>
                </a:lnTo>
                <a:lnTo>
                  <a:pt x="2038" y="2831"/>
                </a:lnTo>
                <a:lnTo>
                  <a:pt x="2049" y="2899"/>
                </a:lnTo>
                <a:lnTo>
                  <a:pt x="2059" y="2965"/>
                </a:lnTo>
                <a:lnTo>
                  <a:pt x="2070" y="3030"/>
                </a:lnTo>
                <a:lnTo>
                  <a:pt x="2081" y="3092"/>
                </a:lnTo>
                <a:lnTo>
                  <a:pt x="2091" y="3152"/>
                </a:lnTo>
                <a:lnTo>
                  <a:pt x="2102" y="3209"/>
                </a:lnTo>
                <a:lnTo>
                  <a:pt x="2113" y="3264"/>
                </a:lnTo>
                <a:lnTo>
                  <a:pt x="2124" y="3316"/>
                </a:lnTo>
                <a:lnTo>
                  <a:pt x="2134" y="3367"/>
                </a:lnTo>
                <a:lnTo>
                  <a:pt x="2145" y="3415"/>
                </a:lnTo>
                <a:lnTo>
                  <a:pt x="2156" y="3461"/>
                </a:lnTo>
                <a:lnTo>
                  <a:pt x="2166" y="3504"/>
                </a:lnTo>
                <a:lnTo>
                  <a:pt x="2177" y="3546"/>
                </a:lnTo>
                <a:lnTo>
                  <a:pt x="2188" y="3585"/>
                </a:lnTo>
                <a:lnTo>
                  <a:pt x="2199" y="3623"/>
                </a:lnTo>
                <a:lnTo>
                  <a:pt x="2209" y="3659"/>
                </a:lnTo>
                <a:lnTo>
                  <a:pt x="2220" y="3693"/>
                </a:lnTo>
                <a:lnTo>
                  <a:pt x="2231" y="3726"/>
                </a:lnTo>
                <a:lnTo>
                  <a:pt x="2241" y="3757"/>
                </a:lnTo>
                <a:lnTo>
                  <a:pt x="2252" y="3788"/>
                </a:lnTo>
                <a:lnTo>
                  <a:pt x="2263" y="3817"/>
                </a:lnTo>
                <a:lnTo>
                  <a:pt x="2274" y="3845"/>
                </a:lnTo>
                <a:lnTo>
                  <a:pt x="2284" y="3872"/>
                </a:lnTo>
                <a:lnTo>
                  <a:pt x="2295" y="3899"/>
                </a:lnTo>
                <a:lnTo>
                  <a:pt x="2306" y="3925"/>
                </a:lnTo>
                <a:lnTo>
                  <a:pt x="2317" y="3951"/>
                </a:lnTo>
                <a:lnTo>
                  <a:pt x="2327" y="3976"/>
                </a:lnTo>
                <a:lnTo>
                  <a:pt x="2338" y="4002"/>
                </a:lnTo>
                <a:lnTo>
                  <a:pt x="2349" y="4027"/>
                </a:lnTo>
                <a:lnTo>
                  <a:pt x="2359" y="4053"/>
                </a:lnTo>
                <a:lnTo>
                  <a:pt x="2370" y="4078"/>
                </a:lnTo>
                <a:lnTo>
                  <a:pt x="2381" y="4104"/>
                </a:lnTo>
                <a:lnTo>
                  <a:pt x="2392" y="4130"/>
                </a:lnTo>
                <a:lnTo>
                  <a:pt x="2402" y="4156"/>
                </a:lnTo>
                <a:lnTo>
                  <a:pt x="2413" y="4183"/>
                </a:lnTo>
                <a:lnTo>
                  <a:pt x="2424" y="4210"/>
                </a:lnTo>
                <a:lnTo>
                  <a:pt x="2434" y="4238"/>
                </a:lnTo>
                <a:lnTo>
                  <a:pt x="2445" y="4265"/>
                </a:lnTo>
                <a:lnTo>
                  <a:pt x="2456" y="4293"/>
                </a:lnTo>
                <a:lnTo>
                  <a:pt x="2467" y="4322"/>
                </a:lnTo>
                <a:lnTo>
                  <a:pt x="2477" y="4350"/>
                </a:lnTo>
                <a:lnTo>
                  <a:pt x="2488" y="4379"/>
                </a:lnTo>
                <a:lnTo>
                  <a:pt x="2509" y="4437"/>
                </a:lnTo>
                <a:lnTo>
                  <a:pt x="2520" y="4467"/>
                </a:lnTo>
                <a:lnTo>
                  <a:pt x="2531" y="4496"/>
                </a:lnTo>
                <a:lnTo>
                  <a:pt x="2542" y="4525"/>
                </a:lnTo>
                <a:lnTo>
                  <a:pt x="2552" y="4554"/>
                </a:lnTo>
                <a:lnTo>
                  <a:pt x="2563" y="4583"/>
                </a:lnTo>
                <a:lnTo>
                  <a:pt x="2574" y="4612"/>
                </a:lnTo>
                <a:lnTo>
                  <a:pt x="2585" y="4640"/>
                </a:lnTo>
                <a:lnTo>
                  <a:pt x="2595" y="4668"/>
                </a:lnTo>
                <a:lnTo>
                  <a:pt x="2606" y="4695"/>
                </a:lnTo>
                <a:lnTo>
                  <a:pt x="2617" y="4722"/>
                </a:lnTo>
                <a:lnTo>
                  <a:pt x="2627" y="4748"/>
                </a:lnTo>
                <a:lnTo>
                  <a:pt x="2638" y="4774"/>
                </a:lnTo>
                <a:lnTo>
                  <a:pt x="2649" y="4799"/>
                </a:lnTo>
                <a:lnTo>
                  <a:pt x="2660" y="4823"/>
                </a:lnTo>
                <a:lnTo>
                  <a:pt x="2670" y="4847"/>
                </a:lnTo>
                <a:lnTo>
                  <a:pt x="2681" y="4869"/>
                </a:lnTo>
                <a:lnTo>
                  <a:pt x="2692" y="4891"/>
                </a:lnTo>
                <a:lnTo>
                  <a:pt x="2702" y="4912"/>
                </a:lnTo>
                <a:lnTo>
                  <a:pt x="2713" y="4933"/>
                </a:lnTo>
                <a:lnTo>
                  <a:pt x="2724" y="4952"/>
                </a:lnTo>
                <a:lnTo>
                  <a:pt x="2735" y="4972"/>
                </a:lnTo>
                <a:lnTo>
                  <a:pt x="2745" y="4989"/>
                </a:lnTo>
                <a:lnTo>
                  <a:pt x="2756" y="5006"/>
                </a:lnTo>
                <a:lnTo>
                  <a:pt x="2767" y="5022"/>
                </a:lnTo>
                <a:lnTo>
                  <a:pt x="2778" y="5037"/>
                </a:lnTo>
                <a:lnTo>
                  <a:pt x="2788" y="5051"/>
                </a:lnTo>
                <a:lnTo>
                  <a:pt x="2799" y="5064"/>
                </a:lnTo>
                <a:lnTo>
                  <a:pt x="2810" y="5077"/>
                </a:lnTo>
                <a:lnTo>
                  <a:pt x="2820" y="5088"/>
                </a:lnTo>
                <a:lnTo>
                  <a:pt x="2831" y="5099"/>
                </a:lnTo>
                <a:lnTo>
                  <a:pt x="2842" y="5109"/>
                </a:lnTo>
                <a:lnTo>
                  <a:pt x="2852" y="5119"/>
                </a:lnTo>
                <a:lnTo>
                  <a:pt x="2863" y="5127"/>
                </a:lnTo>
                <a:lnTo>
                  <a:pt x="2874" y="5135"/>
                </a:lnTo>
                <a:lnTo>
                  <a:pt x="2885" y="5142"/>
                </a:lnTo>
                <a:lnTo>
                  <a:pt x="2895" y="5149"/>
                </a:lnTo>
                <a:lnTo>
                  <a:pt x="2906" y="5155"/>
                </a:lnTo>
                <a:lnTo>
                  <a:pt x="2917" y="5160"/>
                </a:lnTo>
                <a:lnTo>
                  <a:pt x="2928" y="5165"/>
                </a:lnTo>
                <a:lnTo>
                  <a:pt x="2938" y="5169"/>
                </a:lnTo>
                <a:lnTo>
                  <a:pt x="2949" y="5173"/>
                </a:lnTo>
                <a:lnTo>
                  <a:pt x="2960" y="5177"/>
                </a:lnTo>
                <a:lnTo>
                  <a:pt x="2970" y="5180"/>
                </a:lnTo>
                <a:lnTo>
                  <a:pt x="2981" y="5183"/>
                </a:lnTo>
                <a:lnTo>
                  <a:pt x="2992" y="5185"/>
                </a:lnTo>
                <a:lnTo>
                  <a:pt x="3003" y="5188"/>
                </a:lnTo>
                <a:lnTo>
                  <a:pt x="3013" y="5190"/>
                </a:lnTo>
                <a:lnTo>
                  <a:pt x="3024" y="5191"/>
                </a:lnTo>
                <a:lnTo>
                  <a:pt x="3046" y="5194"/>
                </a:lnTo>
                <a:lnTo>
                  <a:pt x="3056" y="5195"/>
                </a:lnTo>
                <a:lnTo>
                  <a:pt x="3067" y="5196"/>
                </a:lnTo>
                <a:lnTo>
                  <a:pt x="3078" y="5197"/>
                </a:lnTo>
                <a:lnTo>
                  <a:pt x="3088" y="5198"/>
                </a:lnTo>
                <a:lnTo>
                  <a:pt x="3099" y="5198"/>
                </a:lnTo>
                <a:lnTo>
                  <a:pt x="3110" y="5199"/>
                </a:lnTo>
                <a:lnTo>
                  <a:pt x="3120" y="5199"/>
                </a:lnTo>
                <a:lnTo>
                  <a:pt x="3153" y="5200"/>
                </a:lnTo>
                <a:lnTo>
                  <a:pt x="3163" y="5200"/>
                </a:lnTo>
                <a:lnTo>
                  <a:pt x="3206" y="5201"/>
                </a:lnTo>
                <a:lnTo>
                  <a:pt x="3217" y="5201"/>
                </a:lnTo>
                <a:lnTo>
                  <a:pt x="3228" y="5201"/>
                </a:lnTo>
                <a:lnTo>
                  <a:pt x="3238" y="5201"/>
                </a:lnTo>
                <a:lnTo>
                  <a:pt x="3249" y="5201"/>
                </a:lnTo>
                <a:lnTo>
                  <a:pt x="3303" y="5201"/>
                </a:lnTo>
                <a:lnTo>
                  <a:pt x="3313" y="5201"/>
                </a:lnTo>
                <a:lnTo>
                  <a:pt x="0" y="5201"/>
                </a:lnTo>
                <a:lnTo>
                  <a:pt x="0" y="4882"/>
                </a:lnTo>
                <a:close/>
              </a:path>
            </a:pathLst>
          </a:custGeom>
          <a:solidFill>
            <a:srgbClr val="8C8C8C">
              <a:alpha val="3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 flipV="1">
            <a:off x="6928920" y="952200"/>
            <a:ext cx="0" cy="2033280"/>
          </a:xfrm>
          <a:prstGeom prst="line">
            <a:avLst/>
          </a:prstGeom>
          <a:ln w="12240">
            <a:solidFill>
              <a:srgbClr val="8C8C8C"/>
            </a:solidFill>
            <a:custDash>
              <a:ds d="100000" sp="300000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 flipV="1">
            <a:off x="8353440" y="926280"/>
            <a:ext cx="0" cy="2059200"/>
          </a:xfrm>
          <a:prstGeom prst="line">
            <a:avLst/>
          </a:prstGeom>
          <a:ln w="18720">
            <a:solidFill>
              <a:srgbClr val="D55E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360" tIns="9360" r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/>
          <p:nvPr/>
        </p:nvSpPr>
        <p:spPr>
          <a:xfrm>
            <a:off x="8888040" y="926280"/>
            <a:ext cx="2307600" cy="2059560"/>
          </a:xfrm>
          <a:custGeom>
            <a:avLst/>
            <a:gdLst/>
            <a:ahLst/>
            <a:rect l="0" t="0" r="r" b="b"/>
            <a:pathLst>
              <a:path w="6410" h="5721">
                <a:moveTo>
                  <a:pt x="0" y="0"/>
                </a:moveTo>
                <a:lnTo>
                  <a:pt x="6410" y="0"/>
                </a:lnTo>
                <a:lnTo>
                  <a:pt x="6410" y="5721"/>
                </a:lnTo>
                <a:lnTo>
                  <a:pt x="0" y="572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8986680" y="1019880"/>
            <a:ext cx="1972440" cy="1872360"/>
          </a:xfrm>
          <a:custGeom>
            <a:avLst/>
            <a:gdLst/>
            <a:ahLst/>
            <a:rect l="0" t="0" r="r" b="b"/>
            <a:pathLst>
              <a:path w="5479" h="5201">
                <a:moveTo>
                  <a:pt x="0" y="5042"/>
                </a:moveTo>
                <a:lnTo>
                  <a:pt x="11" y="5038"/>
                </a:lnTo>
                <a:lnTo>
                  <a:pt x="21" y="5033"/>
                </a:lnTo>
                <a:lnTo>
                  <a:pt x="32" y="5028"/>
                </a:lnTo>
                <a:lnTo>
                  <a:pt x="54" y="5019"/>
                </a:lnTo>
                <a:lnTo>
                  <a:pt x="75" y="5010"/>
                </a:lnTo>
                <a:lnTo>
                  <a:pt x="86" y="5005"/>
                </a:lnTo>
                <a:lnTo>
                  <a:pt x="107" y="4996"/>
                </a:lnTo>
                <a:lnTo>
                  <a:pt x="118" y="4992"/>
                </a:lnTo>
                <a:lnTo>
                  <a:pt x="129" y="4987"/>
                </a:lnTo>
                <a:lnTo>
                  <a:pt x="139" y="4983"/>
                </a:lnTo>
                <a:lnTo>
                  <a:pt x="150" y="4979"/>
                </a:lnTo>
                <a:lnTo>
                  <a:pt x="161" y="4974"/>
                </a:lnTo>
                <a:lnTo>
                  <a:pt x="171" y="4970"/>
                </a:lnTo>
                <a:lnTo>
                  <a:pt x="182" y="4965"/>
                </a:lnTo>
                <a:lnTo>
                  <a:pt x="193" y="4960"/>
                </a:lnTo>
                <a:lnTo>
                  <a:pt x="236" y="4943"/>
                </a:lnTo>
                <a:lnTo>
                  <a:pt x="246" y="4939"/>
                </a:lnTo>
                <a:lnTo>
                  <a:pt x="257" y="4935"/>
                </a:lnTo>
                <a:lnTo>
                  <a:pt x="268" y="4930"/>
                </a:lnTo>
                <a:lnTo>
                  <a:pt x="289" y="4922"/>
                </a:lnTo>
                <a:lnTo>
                  <a:pt x="300" y="4917"/>
                </a:lnTo>
                <a:lnTo>
                  <a:pt x="322" y="4909"/>
                </a:lnTo>
                <a:lnTo>
                  <a:pt x="332" y="4904"/>
                </a:lnTo>
                <a:lnTo>
                  <a:pt x="343" y="4899"/>
                </a:lnTo>
                <a:lnTo>
                  <a:pt x="364" y="4890"/>
                </a:lnTo>
                <a:lnTo>
                  <a:pt x="386" y="4880"/>
                </a:lnTo>
                <a:lnTo>
                  <a:pt x="397" y="4875"/>
                </a:lnTo>
                <a:lnTo>
                  <a:pt x="407" y="4870"/>
                </a:lnTo>
                <a:lnTo>
                  <a:pt x="429" y="4860"/>
                </a:lnTo>
                <a:lnTo>
                  <a:pt x="440" y="4855"/>
                </a:lnTo>
                <a:lnTo>
                  <a:pt x="450" y="4849"/>
                </a:lnTo>
                <a:lnTo>
                  <a:pt x="461" y="4844"/>
                </a:lnTo>
                <a:lnTo>
                  <a:pt x="482" y="4832"/>
                </a:lnTo>
                <a:lnTo>
                  <a:pt x="493" y="4826"/>
                </a:lnTo>
                <a:lnTo>
                  <a:pt x="504" y="4820"/>
                </a:lnTo>
                <a:lnTo>
                  <a:pt x="525" y="4808"/>
                </a:lnTo>
                <a:lnTo>
                  <a:pt x="536" y="4801"/>
                </a:lnTo>
                <a:lnTo>
                  <a:pt x="547" y="4795"/>
                </a:lnTo>
                <a:lnTo>
                  <a:pt x="557" y="4788"/>
                </a:lnTo>
                <a:lnTo>
                  <a:pt x="568" y="4782"/>
                </a:lnTo>
                <a:lnTo>
                  <a:pt x="579" y="4775"/>
                </a:lnTo>
                <a:lnTo>
                  <a:pt x="590" y="4768"/>
                </a:lnTo>
                <a:lnTo>
                  <a:pt x="600" y="4761"/>
                </a:lnTo>
                <a:lnTo>
                  <a:pt x="611" y="4754"/>
                </a:lnTo>
                <a:lnTo>
                  <a:pt x="643" y="4732"/>
                </a:lnTo>
                <a:lnTo>
                  <a:pt x="654" y="4725"/>
                </a:lnTo>
                <a:lnTo>
                  <a:pt x="675" y="4710"/>
                </a:lnTo>
                <a:lnTo>
                  <a:pt x="697" y="4695"/>
                </a:lnTo>
                <a:lnTo>
                  <a:pt x="707" y="4687"/>
                </a:lnTo>
                <a:lnTo>
                  <a:pt x="740" y="4664"/>
                </a:lnTo>
                <a:lnTo>
                  <a:pt x="750" y="4656"/>
                </a:lnTo>
                <a:lnTo>
                  <a:pt x="761" y="4647"/>
                </a:lnTo>
                <a:lnTo>
                  <a:pt x="772" y="4639"/>
                </a:lnTo>
                <a:lnTo>
                  <a:pt x="783" y="4631"/>
                </a:lnTo>
                <a:lnTo>
                  <a:pt x="793" y="4622"/>
                </a:lnTo>
                <a:lnTo>
                  <a:pt x="804" y="4614"/>
                </a:lnTo>
                <a:lnTo>
                  <a:pt x="815" y="4605"/>
                </a:lnTo>
                <a:lnTo>
                  <a:pt x="825" y="4596"/>
                </a:lnTo>
                <a:lnTo>
                  <a:pt x="836" y="4586"/>
                </a:lnTo>
                <a:lnTo>
                  <a:pt x="847" y="4577"/>
                </a:lnTo>
                <a:lnTo>
                  <a:pt x="858" y="4567"/>
                </a:lnTo>
                <a:lnTo>
                  <a:pt x="868" y="4557"/>
                </a:lnTo>
                <a:lnTo>
                  <a:pt x="879" y="4547"/>
                </a:lnTo>
                <a:lnTo>
                  <a:pt x="890" y="4536"/>
                </a:lnTo>
                <a:lnTo>
                  <a:pt x="900" y="4525"/>
                </a:lnTo>
                <a:lnTo>
                  <a:pt x="911" y="4514"/>
                </a:lnTo>
                <a:lnTo>
                  <a:pt x="922" y="4502"/>
                </a:lnTo>
                <a:lnTo>
                  <a:pt x="933" y="4490"/>
                </a:lnTo>
                <a:lnTo>
                  <a:pt x="943" y="4477"/>
                </a:lnTo>
                <a:lnTo>
                  <a:pt x="954" y="4464"/>
                </a:lnTo>
                <a:lnTo>
                  <a:pt x="965" y="4450"/>
                </a:lnTo>
                <a:lnTo>
                  <a:pt x="975" y="4436"/>
                </a:lnTo>
                <a:lnTo>
                  <a:pt x="986" y="4421"/>
                </a:lnTo>
                <a:lnTo>
                  <a:pt x="997" y="4406"/>
                </a:lnTo>
                <a:lnTo>
                  <a:pt x="1008" y="4389"/>
                </a:lnTo>
                <a:lnTo>
                  <a:pt x="1018" y="4373"/>
                </a:lnTo>
                <a:lnTo>
                  <a:pt x="1029" y="4355"/>
                </a:lnTo>
                <a:lnTo>
                  <a:pt x="1040" y="4337"/>
                </a:lnTo>
                <a:lnTo>
                  <a:pt x="1051" y="4318"/>
                </a:lnTo>
                <a:lnTo>
                  <a:pt x="1061" y="4298"/>
                </a:lnTo>
                <a:lnTo>
                  <a:pt x="1072" y="4278"/>
                </a:lnTo>
                <a:lnTo>
                  <a:pt x="1083" y="4256"/>
                </a:lnTo>
                <a:lnTo>
                  <a:pt x="1093" y="4234"/>
                </a:lnTo>
                <a:lnTo>
                  <a:pt x="1104" y="4211"/>
                </a:lnTo>
                <a:lnTo>
                  <a:pt x="1115" y="4187"/>
                </a:lnTo>
                <a:lnTo>
                  <a:pt x="1126" y="4162"/>
                </a:lnTo>
                <a:lnTo>
                  <a:pt x="1136" y="4137"/>
                </a:lnTo>
                <a:lnTo>
                  <a:pt x="1147" y="4110"/>
                </a:lnTo>
                <a:lnTo>
                  <a:pt x="1158" y="4083"/>
                </a:lnTo>
                <a:lnTo>
                  <a:pt x="1168" y="4054"/>
                </a:lnTo>
                <a:lnTo>
                  <a:pt x="1179" y="4025"/>
                </a:lnTo>
                <a:lnTo>
                  <a:pt x="1190" y="3995"/>
                </a:lnTo>
                <a:lnTo>
                  <a:pt x="1201" y="3964"/>
                </a:lnTo>
                <a:lnTo>
                  <a:pt x="1211" y="3932"/>
                </a:lnTo>
                <a:lnTo>
                  <a:pt x="1222" y="3899"/>
                </a:lnTo>
                <a:lnTo>
                  <a:pt x="1233" y="3866"/>
                </a:lnTo>
                <a:lnTo>
                  <a:pt x="1243" y="3832"/>
                </a:lnTo>
                <a:lnTo>
                  <a:pt x="1254" y="3797"/>
                </a:lnTo>
                <a:lnTo>
                  <a:pt x="1265" y="3761"/>
                </a:lnTo>
                <a:lnTo>
                  <a:pt x="1276" y="3725"/>
                </a:lnTo>
                <a:lnTo>
                  <a:pt x="1286" y="3688"/>
                </a:lnTo>
                <a:lnTo>
                  <a:pt x="1297" y="3651"/>
                </a:lnTo>
                <a:lnTo>
                  <a:pt x="1308" y="3612"/>
                </a:lnTo>
                <a:lnTo>
                  <a:pt x="1319" y="3574"/>
                </a:lnTo>
                <a:lnTo>
                  <a:pt x="1329" y="3535"/>
                </a:lnTo>
                <a:lnTo>
                  <a:pt x="1340" y="3495"/>
                </a:lnTo>
                <a:lnTo>
                  <a:pt x="1351" y="3455"/>
                </a:lnTo>
                <a:lnTo>
                  <a:pt x="1361" y="3415"/>
                </a:lnTo>
                <a:lnTo>
                  <a:pt x="1372" y="3375"/>
                </a:lnTo>
                <a:lnTo>
                  <a:pt x="1383" y="3334"/>
                </a:lnTo>
                <a:lnTo>
                  <a:pt x="1394" y="3293"/>
                </a:lnTo>
                <a:lnTo>
                  <a:pt x="1404" y="3252"/>
                </a:lnTo>
                <a:lnTo>
                  <a:pt x="1415" y="3211"/>
                </a:lnTo>
                <a:lnTo>
                  <a:pt x="1426" y="3170"/>
                </a:lnTo>
                <a:lnTo>
                  <a:pt x="1436" y="3129"/>
                </a:lnTo>
                <a:lnTo>
                  <a:pt x="1458" y="3048"/>
                </a:lnTo>
                <a:lnTo>
                  <a:pt x="1469" y="3008"/>
                </a:lnTo>
                <a:lnTo>
                  <a:pt x="1479" y="2968"/>
                </a:lnTo>
                <a:lnTo>
                  <a:pt x="1490" y="2928"/>
                </a:lnTo>
                <a:lnTo>
                  <a:pt x="1501" y="2889"/>
                </a:lnTo>
                <a:lnTo>
                  <a:pt x="1512" y="2849"/>
                </a:lnTo>
                <a:lnTo>
                  <a:pt x="1522" y="2811"/>
                </a:lnTo>
                <a:lnTo>
                  <a:pt x="1533" y="2773"/>
                </a:lnTo>
                <a:lnTo>
                  <a:pt x="1544" y="2736"/>
                </a:lnTo>
                <a:lnTo>
                  <a:pt x="1554" y="2699"/>
                </a:lnTo>
                <a:lnTo>
                  <a:pt x="1565" y="2662"/>
                </a:lnTo>
                <a:lnTo>
                  <a:pt x="1576" y="2627"/>
                </a:lnTo>
                <a:lnTo>
                  <a:pt x="1586" y="2592"/>
                </a:lnTo>
                <a:lnTo>
                  <a:pt x="1597" y="2557"/>
                </a:lnTo>
                <a:lnTo>
                  <a:pt x="1608" y="2524"/>
                </a:lnTo>
                <a:lnTo>
                  <a:pt x="1619" y="2490"/>
                </a:lnTo>
                <a:lnTo>
                  <a:pt x="1629" y="2458"/>
                </a:lnTo>
                <a:lnTo>
                  <a:pt x="1640" y="2427"/>
                </a:lnTo>
                <a:lnTo>
                  <a:pt x="1651" y="2396"/>
                </a:lnTo>
                <a:lnTo>
                  <a:pt x="1662" y="2366"/>
                </a:lnTo>
                <a:lnTo>
                  <a:pt x="1672" y="2336"/>
                </a:lnTo>
                <a:lnTo>
                  <a:pt x="1683" y="2307"/>
                </a:lnTo>
                <a:lnTo>
                  <a:pt x="1694" y="2279"/>
                </a:lnTo>
                <a:lnTo>
                  <a:pt x="1704" y="2252"/>
                </a:lnTo>
                <a:lnTo>
                  <a:pt x="1715" y="2225"/>
                </a:lnTo>
                <a:lnTo>
                  <a:pt x="1726" y="2198"/>
                </a:lnTo>
                <a:lnTo>
                  <a:pt x="1737" y="2173"/>
                </a:lnTo>
                <a:lnTo>
                  <a:pt x="1747" y="2148"/>
                </a:lnTo>
                <a:lnTo>
                  <a:pt x="1758" y="2123"/>
                </a:lnTo>
                <a:lnTo>
                  <a:pt x="1769" y="2099"/>
                </a:lnTo>
                <a:lnTo>
                  <a:pt x="1780" y="2075"/>
                </a:lnTo>
                <a:lnTo>
                  <a:pt x="1790" y="2052"/>
                </a:lnTo>
                <a:lnTo>
                  <a:pt x="1801" y="2029"/>
                </a:lnTo>
                <a:lnTo>
                  <a:pt x="1812" y="2007"/>
                </a:lnTo>
                <a:lnTo>
                  <a:pt x="1822" y="1985"/>
                </a:lnTo>
                <a:lnTo>
                  <a:pt x="1833" y="1963"/>
                </a:lnTo>
                <a:lnTo>
                  <a:pt x="1844" y="1941"/>
                </a:lnTo>
                <a:lnTo>
                  <a:pt x="1865" y="1898"/>
                </a:lnTo>
                <a:lnTo>
                  <a:pt x="1876" y="1877"/>
                </a:lnTo>
                <a:lnTo>
                  <a:pt x="1887" y="1855"/>
                </a:lnTo>
                <a:lnTo>
                  <a:pt x="1897" y="1834"/>
                </a:lnTo>
                <a:lnTo>
                  <a:pt x="1919" y="1791"/>
                </a:lnTo>
                <a:lnTo>
                  <a:pt x="1930" y="1770"/>
                </a:lnTo>
                <a:lnTo>
                  <a:pt x="1940" y="1748"/>
                </a:lnTo>
                <a:lnTo>
                  <a:pt x="1951" y="1726"/>
                </a:lnTo>
                <a:lnTo>
                  <a:pt x="1962" y="1704"/>
                </a:lnTo>
                <a:lnTo>
                  <a:pt x="1972" y="1682"/>
                </a:lnTo>
                <a:lnTo>
                  <a:pt x="1983" y="1659"/>
                </a:lnTo>
                <a:lnTo>
                  <a:pt x="1994" y="1636"/>
                </a:lnTo>
                <a:lnTo>
                  <a:pt x="2005" y="1613"/>
                </a:lnTo>
                <a:lnTo>
                  <a:pt x="2015" y="1589"/>
                </a:lnTo>
                <a:lnTo>
                  <a:pt x="2026" y="1565"/>
                </a:lnTo>
                <a:lnTo>
                  <a:pt x="2037" y="1540"/>
                </a:lnTo>
                <a:lnTo>
                  <a:pt x="2047" y="1515"/>
                </a:lnTo>
                <a:lnTo>
                  <a:pt x="2058" y="1490"/>
                </a:lnTo>
                <a:lnTo>
                  <a:pt x="2069" y="1464"/>
                </a:lnTo>
                <a:lnTo>
                  <a:pt x="2080" y="1438"/>
                </a:lnTo>
                <a:lnTo>
                  <a:pt x="2090" y="1412"/>
                </a:lnTo>
                <a:lnTo>
                  <a:pt x="2101" y="1385"/>
                </a:lnTo>
                <a:lnTo>
                  <a:pt x="2112" y="1357"/>
                </a:lnTo>
                <a:lnTo>
                  <a:pt x="2123" y="1329"/>
                </a:lnTo>
                <a:lnTo>
                  <a:pt x="2133" y="1301"/>
                </a:lnTo>
                <a:lnTo>
                  <a:pt x="2144" y="1273"/>
                </a:lnTo>
                <a:lnTo>
                  <a:pt x="2155" y="1243"/>
                </a:lnTo>
                <a:lnTo>
                  <a:pt x="2165" y="1214"/>
                </a:lnTo>
                <a:lnTo>
                  <a:pt x="2176" y="1184"/>
                </a:lnTo>
                <a:lnTo>
                  <a:pt x="2187" y="1154"/>
                </a:lnTo>
                <a:lnTo>
                  <a:pt x="2197" y="1124"/>
                </a:lnTo>
                <a:lnTo>
                  <a:pt x="2208" y="1093"/>
                </a:lnTo>
                <a:lnTo>
                  <a:pt x="2219" y="1063"/>
                </a:lnTo>
                <a:lnTo>
                  <a:pt x="2240" y="1001"/>
                </a:lnTo>
                <a:lnTo>
                  <a:pt x="2251" y="969"/>
                </a:lnTo>
                <a:lnTo>
                  <a:pt x="2294" y="844"/>
                </a:lnTo>
                <a:lnTo>
                  <a:pt x="2305" y="813"/>
                </a:lnTo>
                <a:lnTo>
                  <a:pt x="2315" y="782"/>
                </a:lnTo>
                <a:lnTo>
                  <a:pt x="2326" y="751"/>
                </a:lnTo>
                <a:lnTo>
                  <a:pt x="2337" y="721"/>
                </a:lnTo>
                <a:lnTo>
                  <a:pt x="2348" y="690"/>
                </a:lnTo>
                <a:lnTo>
                  <a:pt x="2358" y="660"/>
                </a:lnTo>
                <a:lnTo>
                  <a:pt x="2369" y="630"/>
                </a:lnTo>
                <a:lnTo>
                  <a:pt x="2380" y="601"/>
                </a:lnTo>
                <a:lnTo>
                  <a:pt x="2391" y="572"/>
                </a:lnTo>
                <a:lnTo>
                  <a:pt x="2401" y="544"/>
                </a:lnTo>
                <a:lnTo>
                  <a:pt x="2412" y="516"/>
                </a:lnTo>
                <a:lnTo>
                  <a:pt x="2423" y="489"/>
                </a:lnTo>
                <a:lnTo>
                  <a:pt x="2433" y="462"/>
                </a:lnTo>
                <a:lnTo>
                  <a:pt x="2444" y="436"/>
                </a:lnTo>
                <a:lnTo>
                  <a:pt x="2455" y="411"/>
                </a:lnTo>
                <a:lnTo>
                  <a:pt x="2466" y="386"/>
                </a:lnTo>
                <a:lnTo>
                  <a:pt x="2476" y="362"/>
                </a:lnTo>
                <a:lnTo>
                  <a:pt x="2487" y="339"/>
                </a:lnTo>
                <a:lnTo>
                  <a:pt x="2498" y="316"/>
                </a:lnTo>
                <a:lnTo>
                  <a:pt x="2508" y="295"/>
                </a:lnTo>
                <a:lnTo>
                  <a:pt x="2519" y="274"/>
                </a:lnTo>
                <a:lnTo>
                  <a:pt x="2530" y="253"/>
                </a:lnTo>
                <a:lnTo>
                  <a:pt x="2541" y="234"/>
                </a:lnTo>
                <a:lnTo>
                  <a:pt x="2551" y="216"/>
                </a:lnTo>
                <a:lnTo>
                  <a:pt x="2562" y="198"/>
                </a:lnTo>
                <a:lnTo>
                  <a:pt x="2573" y="182"/>
                </a:lnTo>
                <a:lnTo>
                  <a:pt x="2583" y="166"/>
                </a:lnTo>
                <a:lnTo>
                  <a:pt x="2594" y="151"/>
                </a:lnTo>
                <a:lnTo>
                  <a:pt x="2605" y="136"/>
                </a:lnTo>
                <a:lnTo>
                  <a:pt x="2616" y="123"/>
                </a:lnTo>
                <a:lnTo>
                  <a:pt x="2626" y="111"/>
                </a:lnTo>
                <a:lnTo>
                  <a:pt x="2637" y="99"/>
                </a:lnTo>
                <a:lnTo>
                  <a:pt x="2648" y="88"/>
                </a:lnTo>
                <a:lnTo>
                  <a:pt x="2659" y="78"/>
                </a:lnTo>
                <a:lnTo>
                  <a:pt x="2669" y="69"/>
                </a:lnTo>
                <a:lnTo>
                  <a:pt x="2680" y="60"/>
                </a:lnTo>
                <a:lnTo>
                  <a:pt x="2691" y="52"/>
                </a:lnTo>
                <a:lnTo>
                  <a:pt x="2701" y="45"/>
                </a:lnTo>
                <a:lnTo>
                  <a:pt x="2712" y="38"/>
                </a:lnTo>
                <a:lnTo>
                  <a:pt x="2723" y="33"/>
                </a:lnTo>
                <a:lnTo>
                  <a:pt x="2734" y="27"/>
                </a:lnTo>
                <a:lnTo>
                  <a:pt x="2744" y="22"/>
                </a:lnTo>
                <a:lnTo>
                  <a:pt x="2755" y="18"/>
                </a:lnTo>
                <a:lnTo>
                  <a:pt x="2766" y="15"/>
                </a:lnTo>
                <a:lnTo>
                  <a:pt x="2776" y="11"/>
                </a:lnTo>
                <a:lnTo>
                  <a:pt x="2787" y="9"/>
                </a:lnTo>
                <a:lnTo>
                  <a:pt x="2798" y="7"/>
                </a:lnTo>
                <a:lnTo>
                  <a:pt x="2809" y="5"/>
                </a:lnTo>
                <a:lnTo>
                  <a:pt x="2819" y="3"/>
                </a:lnTo>
                <a:lnTo>
                  <a:pt x="2830" y="2"/>
                </a:lnTo>
                <a:lnTo>
                  <a:pt x="2841" y="1"/>
                </a:lnTo>
                <a:lnTo>
                  <a:pt x="2852" y="0"/>
                </a:lnTo>
                <a:lnTo>
                  <a:pt x="2862" y="0"/>
                </a:lnTo>
                <a:lnTo>
                  <a:pt x="2873" y="0"/>
                </a:lnTo>
                <a:lnTo>
                  <a:pt x="2884" y="0"/>
                </a:lnTo>
                <a:lnTo>
                  <a:pt x="2894" y="0"/>
                </a:lnTo>
                <a:lnTo>
                  <a:pt x="2905" y="1"/>
                </a:lnTo>
                <a:lnTo>
                  <a:pt x="2916" y="1"/>
                </a:lnTo>
                <a:lnTo>
                  <a:pt x="2926" y="2"/>
                </a:lnTo>
                <a:lnTo>
                  <a:pt x="2937" y="3"/>
                </a:lnTo>
                <a:lnTo>
                  <a:pt x="2948" y="4"/>
                </a:lnTo>
                <a:lnTo>
                  <a:pt x="2959" y="6"/>
                </a:lnTo>
                <a:lnTo>
                  <a:pt x="2969" y="7"/>
                </a:lnTo>
                <a:lnTo>
                  <a:pt x="2980" y="8"/>
                </a:lnTo>
                <a:lnTo>
                  <a:pt x="2991" y="10"/>
                </a:lnTo>
                <a:lnTo>
                  <a:pt x="3002" y="12"/>
                </a:lnTo>
                <a:lnTo>
                  <a:pt x="3012" y="14"/>
                </a:lnTo>
                <a:lnTo>
                  <a:pt x="3023" y="16"/>
                </a:lnTo>
                <a:lnTo>
                  <a:pt x="3034" y="18"/>
                </a:lnTo>
                <a:lnTo>
                  <a:pt x="3044" y="20"/>
                </a:lnTo>
                <a:lnTo>
                  <a:pt x="3055" y="23"/>
                </a:lnTo>
                <a:lnTo>
                  <a:pt x="3066" y="26"/>
                </a:lnTo>
                <a:lnTo>
                  <a:pt x="3077" y="29"/>
                </a:lnTo>
                <a:lnTo>
                  <a:pt x="3087" y="32"/>
                </a:lnTo>
                <a:lnTo>
                  <a:pt x="3098" y="36"/>
                </a:lnTo>
                <a:lnTo>
                  <a:pt x="3109" y="40"/>
                </a:lnTo>
                <a:lnTo>
                  <a:pt x="3120" y="44"/>
                </a:lnTo>
                <a:lnTo>
                  <a:pt x="3130" y="48"/>
                </a:lnTo>
                <a:lnTo>
                  <a:pt x="3141" y="53"/>
                </a:lnTo>
                <a:lnTo>
                  <a:pt x="3152" y="58"/>
                </a:lnTo>
                <a:lnTo>
                  <a:pt x="3162" y="64"/>
                </a:lnTo>
                <a:lnTo>
                  <a:pt x="3173" y="70"/>
                </a:lnTo>
                <a:lnTo>
                  <a:pt x="3184" y="76"/>
                </a:lnTo>
                <a:lnTo>
                  <a:pt x="3195" y="83"/>
                </a:lnTo>
                <a:lnTo>
                  <a:pt x="3205" y="90"/>
                </a:lnTo>
                <a:lnTo>
                  <a:pt x="3216" y="98"/>
                </a:lnTo>
                <a:lnTo>
                  <a:pt x="3227" y="106"/>
                </a:lnTo>
                <a:lnTo>
                  <a:pt x="3237" y="114"/>
                </a:lnTo>
                <a:lnTo>
                  <a:pt x="3248" y="124"/>
                </a:lnTo>
                <a:lnTo>
                  <a:pt x="3259" y="133"/>
                </a:lnTo>
                <a:lnTo>
                  <a:pt x="3270" y="143"/>
                </a:lnTo>
                <a:lnTo>
                  <a:pt x="3280" y="154"/>
                </a:lnTo>
                <a:lnTo>
                  <a:pt x="3291" y="166"/>
                </a:lnTo>
                <a:lnTo>
                  <a:pt x="3302" y="177"/>
                </a:lnTo>
                <a:lnTo>
                  <a:pt x="3312" y="190"/>
                </a:lnTo>
                <a:lnTo>
                  <a:pt x="3323" y="203"/>
                </a:lnTo>
                <a:lnTo>
                  <a:pt x="3334" y="216"/>
                </a:lnTo>
                <a:lnTo>
                  <a:pt x="3345" y="231"/>
                </a:lnTo>
                <a:lnTo>
                  <a:pt x="3355" y="245"/>
                </a:lnTo>
                <a:lnTo>
                  <a:pt x="3366" y="260"/>
                </a:lnTo>
                <a:lnTo>
                  <a:pt x="3377" y="276"/>
                </a:lnTo>
                <a:lnTo>
                  <a:pt x="3387" y="293"/>
                </a:lnTo>
                <a:lnTo>
                  <a:pt x="3398" y="310"/>
                </a:lnTo>
                <a:lnTo>
                  <a:pt x="3409" y="327"/>
                </a:lnTo>
                <a:lnTo>
                  <a:pt x="3420" y="345"/>
                </a:lnTo>
                <a:lnTo>
                  <a:pt x="3430" y="364"/>
                </a:lnTo>
                <a:lnTo>
                  <a:pt x="3441" y="383"/>
                </a:lnTo>
                <a:lnTo>
                  <a:pt x="3452" y="403"/>
                </a:lnTo>
                <a:lnTo>
                  <a:pt x="3463" y="423"/>
                </a:lnTo>
                <a:lnTo>
                  <a:pt x="3473" y="444"/>
                </a:lnTo>
                <a:lnTo>
                  <a:pt x="3484" y="466"/>
                </a:lnTo>
                <a:lnTo>
                  <a:pt x="3495" y="488"/>
                </a:lnTo>
                <a:lnTo>
                  <a:pt x="3505" y="510"/>
                </a:lnTo>
                <a:lnTo>
                  <a:pt x="3516" y="533"/>
                </a:lnTo>
                <a:lnTo>
                  <a:pt x="3527" y="557"/>
                </a:lnTo>
                <a:lnTo>
                  <a:pt x="3537" y="581"/>
                </a:lnTo>
                <a:lnTo>
                  <a:pt x="3548" y="606"/>
                </a:lnTo>
                <a:lnTo>
                  <a:pt x="3559" y="631"/>
                </a:lnTo>
                <a:lnTo>
                  <a:pt x="3570" y="657"/>
                </a:lnTo>
                <a:lnTo>
                  <a:pt x="3580" y="683"/>
                </a:lnTo>
                <a:lnTo>
                  <a:pt x="3591" y="710"/>
                </a:lnTo>
                <a:lnTo>
                  <a:pt x="3602" y="737"/>
                </a:lnTo>
                <a:lnTo>
                  <a:pt x="3613" y="765"/>
                </a:lnTo>
                <a:lnTo>
                  <a:pt x="3623" y="793"/>
                </a:lnTo>
                <a:lnTo>
                  <a:pt x="3634" y="822"/>
                </a:lnTo>
                <a:lnTo>
                  <a:pt x="3645" y="852"/>
                </a:lnTo>
                <a:lnTo>
                  <a:pt x="3655" y="882"/>
                </a:lnTo>
                <a:lnTo>
                  <a:pt x="3666" y="913"/>
                </a:lnTo>
                <a:lnTo>
                  <a:pt x="3677" y="944"/>
                </a:lnTo>
                <a:lnTo>
                  <a:pt x="3688" y="975"/>
                </a:lnTo>
                <a:lnTo>
                  <a:pt x="3698" y="1008"/>
                </a:lnTo>
                <a:lnTo>
                  <a:pt x="3709" y="1041"/>
                </a:lnTo>
                <a:lnTo>
                  <a:pt x="3720" y="1074"/>
                </a:lnTo>
                <a:lnTo>
                  <a:pt x="3731" y="1108"/>
                </a:lnTo>
                <a:lnTo>
                  <a:pt x="3741" y="1142"/>
                </a:lnTo>
                <a:lnTo>
                  <a:pt x="3752" y="1177"/>
                </a:lnTo>
                <a:lnTo>
                  <a:pt x="3763" y="1213"/>
                </a:lnTo>
                <a:lnTo>
                  <a:pt x="3773" y="1249"/>
                </a:lnTo>
                <a:lnTo>
                  <a:pt x="3784" y="1285"/>
                </a:lnTo>
                <a:lnTo>
                  <a:pt x="3795" y="1323"/>
                </a:lnTo>
                <a:lnTo>
                  <a:pt x="3806" y="1360"/>
                </a:lnTo>
                <a:lnTo>
                  <a:pt x="3816" y="1398"/>
                </a:lnTo>
                <a:lnTo>
                  <a:pt x="3827" y="1437"/>
                </a:lnTo>
                <a:lnTo>
                  <a:pt x="3838" y="1476"/>
                </a:lnTo>
                <a:lnTo>
                  <a:pt x="3848" y="1515"/>
                </a:lnTo>
                <a:lnTo>
                  <a:pt x="3859" y="1555"/>
                </a:lnTo>
                <a:lnTo>
                  <a:pt x="3870" y="1595"/>
                </a:lnTo>
                <a:lnTo>
                  <a:pt x="3881" y="1636"/>
                </a:lnTo>
                <a:lnTo>
                  <a:pt x="3891" y="1677"/>
                </a:lnTo>
                <a:lnTo>
                  <a:pt x="3902" y="1718"/>
                </a:lnTo>
                <a:lnTo>
                  <a:pt x="3913" y="1760"/>
                </a:lnTo>
                <a:lnTo>
                  <a:pt x="3923" y="1802"/>
                </a:lnTo>
                <a:lnTo>
                  <a:pt x="3934" y="1844"/>
                </a:lnTo>
                <a:lnTo>
                  <a:pt x="3945" y="1886"/>
                </a:lnTo>
                <a:lnTo>
                  <a:pt x="3956" y="1929"/>
                </a:lnTo>
                <a:lnTo>
                  <a:pt x="3966" y="1971"/>
                </a:lnTo>
                <a:lnTo>
                  <a:pt x="3977" y="2014"/>
                </a:lnTo>
                <a:lnTo>
                  <a:pt x="3999" y="2100"/>
                </a:lnTo>
                <a:lnTo>
                  <a:pt x="4009" y="2143"/>
                </a:lnTo>
                <a:lnTo>
                  <a:pt x="4020" y="2186"/>
                </a:lnTo>
                <a:lnTo>
                  <a:pt x="4031" y="2229"/>
                </a:lnTo>
                <a:lnTo>
                  <a:pt x="4041" y="2272"/>
                </a:lnTo>
                <a:lnTo>
                  <a:pt x="4052" y="2315"/>
                </a:lnTo>
                <a:lnTo>
                  <a:pt x="4063" y="2358"/>
                </a:lnTo>
                <a:lnTo>
                  <a:pt x="4074" y="2400"/>
                </a:lnTo>
                <a:lnTo>
                  <a:pt x="4084" y="2443"/>
                </a:lnTo>
                <a:lnTo>
                  <a:pt x="4095" y="2485"/>
                </a:lnTo>
                <a:lnTo>
                  <a:pt x="4106" y="2527"/>
                </a:lnTo>
                <a:lnTo>
                  <a:pt x="4116" y="2568"/>
                </a:lnTo>
                <a:lnTo>
                  <a:pt x="4127" y="2609"/>
                </a:lnTo>
                <a:lnTo>
                  <a:pt x="4138" y="2651"/>
                </a:lnTo>
                <a:lnTo>
                  <a:pt x="4149" y="2691"/>
                </a:lnTo>
                <a:lnTo>
                  <a:pt x="4159" y="2731"/>
                </a:lnTo>
                <a:lnTo>
                  <a:pt x="4170" y="2771"/>
                </a:lnTo>
                <a:lnTo>
                  <a:pt x="4181" y="2810"/>
                </a:lnTo>
                <a:lnTo>
                  <a:pt x="4192" y="2849"/>
                </a:lnTo>
                <a:lnTo>
                  <a:pt x="4202" y="2887"/>
                </a:lnTo>
                <a:lnTo>
                  <a:pt x="4213" y="2925"/>
                </a:lnTo>
                <a:lnTo>
                  <a:pt x="4224" y="2963"/>
                </a:lnTo>
                <a:lnTo>
                  <a:pt x="4234" y="3000"/>
                </a:lnTo>
                <a:lnTo>
                  <a:pt x="4245" y="3036"/>
                </a:lnTo>
                <a:lnTo>
                  <a:pt x="4256" y="3072"/>
                </a:lnTo>
                <a:lnTo>
                  <a:pt x="4266" y="3107"/>
                </a:lnTo>
                <a:lnTo>
                  <a:pt x="4277" y="3142"/>
                </a:lnTo>
                <a:lnTo>
                  <a:pt x="4288" y="3176"/>
                </a:lnTo>
                <a:lnTo>
                  <a:pt x="4299" y="3210"/>
                </a:lnTo>
                <a:lnTo>
                  <a:pt x="4309" y="3243"/>
                </a:lnTo>
                <a:lnTo>
                  <a:pt x="4320" y="3275"/>
                </a:lnTo>
                <a:lnTo>
                  <a:pt x="4331" y="3307"/>
                </a:lnTo>
                <a:lnTo>
                  <a:pt x="4342" y="3339"/>
                </a:lnTo>
                <a:lnTo>
                  <a:pt x="4352" y="3370"/>
                </a:lnTo>
                <a:lnTo>
                  <a:pt x="4363" y="3400"/>
                </a:lnTo>
                <a:lnTo>
                  <a:pt x="4374" y="3430"/>
                </a:lnTo>
                <a:lnTo>
                  <a:pt x="4384" y="3460"/>
                </a:lnTo>
                <a:lnTo>
                  <a:pt x="4395" y="3488"/>
                </a:lnTo>
                <a:lnTo>
                  <a:pt x="4406" y="3517"/>
                </a:lnTo>
                <a:lnTo>
                  <a:pt x="4417" y="3545"/>
                </a:lnTo>
                <a:lnTo>
                  <a:pt x="4427" y="3572"/>
                </a:lnTo>
                <a:lnTo>
                  <a:pt x="4438" y="3599"/>
                </a:lnTo>
                <a:lnTo>
                  <a:pt x="4449" y="3625"/>
                </a:lnTo>
                <a:lnTo>
                  <a:pt x="4460" y="3651"/>
                </a:lnTo>
                <a:lnTo>
                  <a:pt x="4470" y="3677"/>
                </a:lnTo>
                <a:lnTo>
                  <a:pt x="4481" y="3702"/>
                </a:lnTo>
                <a:lnTo>
                  <a:pt x="4492" y="3727"/>
                </a:lnTo>
                <a:lnTo>
                  <a:pt x="4502" y="3751"/>
                </a:lnTo>
                <a:lnTo>
                  <a:pt x="4513" y="3775"/>
                </a:lnTo>
                <a:lnTo>
                  <a:pt x="4524" y="3799"/>
                </a:lnTo>
                <a:lnTo>
                  <a:pt x="4535" y="3822"/>
                </a:lnTo>
                <a:lnTo>
                  <a:pt x="4545" y="3845"/>
                </a:lnTo>
                <a:lnTo>
                  <a:pt x="4556" y="3868"/>
                </a:lnTo>
                <a:lnTo>
                  <a:pt x="4567" y="3891"/>
                </a:lnTo>
                <a:lnTo>
                  <a:pt x="4577" y="3913"/>
                </a:lnTo>
                <a:lnTo>
                  <a:pt x="4588" y="3934"/>
                </a:lnTo>
                <a:lnTo>
                  <a:pt x="4599" y="3956"/>
                </a:lnTo>
                <a:lnTo>
                  <a:pt x="4610" y="3977"/>
                </a:lnTo>
                <a:lnTo>
                  <a:pt x="4620" y="3998"/>
                </a:lnTo>
                <a:lnTo>
                  <a:pt x="4631" y="4019"/>
                </a:lnTo>
                <a:lnTo>
                  <a:pt x="4652" y="4060"/>
                </a:lnTo>
                <a:lnTo>
                  <a:pt x="4663" y="4080"/>
                </a:lnTo>
                <a:lnTo>
                  <a:pt x="4674" y="4100"/>
                </a:lnTo>
                <a:lnTo>
                  <a:pt x="4685" y="4120"/>
                </a:lnTo>
                <a:lnTo>
                  <a:pt x="4706" y="4159"/>
                </a:lnTo>
                <a:lnTo>
                  <a:pt x="4717" y="4178"/>
                </a:lnTo>
                <a:lnTo>
                  <a:pt x="4727" y="4197"/>
                </a:lnTo>
                <a:lnTo>
                  <a:pt x="4738" y="4216"/>
                </a:lnTo>
                <a:lnTo>
                  <a:pt x="4749" y="4234"/>
                </a:lnTo>
                <a:lnTo>
                  <a:pt x="4760" y="4253"/>
                </a:lnTo>
                <a:lnTo>
                  <a:pt x="4770" y="4271"/>
                </a:lnTo>
                <a:lnTo>
                  <a:pt x="4781" y="4289"/>
                </a:lnTo>
                <a:lnTo>
                  <a:pt x="4803" y="4325"/>
                </a:lnTo>
                <a:lnTo>
                  <a:pt x="4813" y="4342"/>
                </a:lnTo>
                <a:lnTo>
                  <a:pt x="4824" y="4360"/>
                </a:lnTo>
                <a:lnTo>
                  <a:pt x="4835" y="4377"/>
                </a:lnTo>
                <a:lnTo>
                  <a:pt x="4845" y="4394"/>
                </a:lnTo>
                <a:lnTo>
                  <a:pt x="4867" y="4428"/>
                </a:lnTo>
                <a:lnTo>
                  <a:pt x="4878" y="4445"/>
                </a:lnTo>
                <a:lnTo>
                  <a:pt x="4888" y="4462"/>
                </a:lnTo>
                <a:lnTo>
                  <a:pt x="4910" y="4494"/>
                </a:lnTo>
                <a:lnTo>
                  <a:pt x="4920" y="4510"/>
                </a:lnTo>
                <a:lnTo>
                  <a:pt x="4931" y="4526"/>
                </a:lnTo>
                <a:lnTo>
                  <a:pt x="4942" y="4542"/>
                </a:lnTo>
                <a:lnTo>
                  <a:pt x="4953" y="4557"/>
                </a:lnTo>
                <a:lnTo>
                  <a:pt x="4974" y="4587"/>
                </a:lnTo>
                <a:lnTo>
                  <a:pt x="4985" y="4602"/>
                </a:lnTo>
                <a:lnTo>
                  <a:pt x="4995" y="4617"/>
                </a:lnTo>
                <a:lnTo>
                  <a:pt x="5006" y="4631"/>
                </a:lnTo>
                <a:lnTo>
                  <a:pt x="5017" y="4646"/>
                </a:lnTo>
                <a:lnTo>
                  <a:pt x="5028" y="4660"/>
                </a:lnTo>
                <a:lnTo>
                  <a:pt x="5038" y="4674"/>
                </a:lnTo>
                <a:lnTo>
                  <a:pt x="5049" y="4687"/>
                </a:lnTo>
                <a:lnTo>
                  <a:pt x="5060" y="4701"/>
                </a:lnTo>
                <a:lnTo>
                  <a:pt x="5071" y="4714"/>
                </a:lnTo>
                <a:lnTo>
                  <a:pt x="5081" y="4727"/>
                </a:lnTo>
                <a:lnTo>
                  <a:pt x="5092" y="4740"/>
                </a:lnTo>
                <a:lnTo>
                  <a:pt x="5103" y="4752"/>
                </a:lnTo>
                <a:lnTo>
                  <a:pt x="5113" y="4764"/>
                </a:lnTo>
                <a:lnTo>
                  <a:pt x="5124" y="4776"/>
                </a:lnTo>
                <a:lnTo>
                  <a:pt x="5135" y="4788"/>
                </a:lnTo>
                <a:lnTo>
                  <a:pt x="5146" y="4799"/>
                </a:lnTo>
                <a:lnTo>
                  <a:pt x="5156" y="4811"/>
                </a:lnTo>
                <a:lnTo>
                  <a:pt x="5168" y="4821"/>
                </a:lnTo>
                <a:lnTo>
                  <a:pt x="5179" y="4832"/>
                </a:lnTo>
                <a:lnTo>
                  <a:pt x="5189" y="4843"/>
                </a:lnTo>
                <a:lnTo>
                  <a:pt x="5200" y="4853"/>
                </a:lnTo>
                <a:lnTo>
                  <a:pt x="5211" y="4863"/>
                </a:lnTo>
                <a:lnTo>
                  <a:pt x="5222" y="4872"/>
                </a:lnTo>
                <a:lnTo>
                  <a:pt x="5232" y="4882"/>
                </a:lnTo>
                <a:lnTo>
                  <a:pt x="5243" y="4891"/>
                </a:lnTo>
                <a:lnTo>
                  <a:pt x="5254" y="4900"/>
                </a:lnTo>
                <a:lnTo>
                  <a:pt x="5264" y="4909"/>
                </a:lnTo>
                <a:lnTo>
                  <a:pt x="5275" y="4917"/>
                </a:lnTo>
                <a:lnTo>
                  <a:pt x="5286" y="4925"/>
                </a:lnTo>
                <a:lnTo>
                  <a:pt x="5297" y="4933"/>
                </a:lnTo>
                <a:lnTo>
                  <a:pt x="5307" y="4941"/>
                </a:lnTo>
                <a:lnTo>
                  <a:pt x="5318" y="4948"/>
                </a:lnTo>
                <a:lnTo>
                  <a:pt x="5329" y="4956"/>
                </a:lnTo>
                <a:lnTo>
                  <a:pt x="5340" y="4963"/>
                </a:lnTo>
                <a:lnTo>
                  <a:pt x="5350" y="4970"/>
                </a:lnTo>
                <a:lnTo>
                  <a:pt x="5361" y="4977"/>
                </a:lnTo>
                <a:lnTo>
                  <a:pt x="5372" y="4983"/>
                </a:lnTo>
                <a:lnTo>
                  <a:pt x="5382" y="4990"/>
                </a:lnTo>
                <a:lnTo>
                  <a:pt x="5393" y="4996"/>
                </a:lnTo>
                <a:lnTo>
                  <a:pt x="5404" y="5001"/>
                </a:lnTo>
                <a:lnTo>
                  <a:pt x="5415" y="5007"/>
                </a:lnTo>
                <a:lnTo>
                  <a:pt x="5436" y="5018"/>
                </a:lnTo>
                <a:lnTo>
                  <a:pt x="5447" y="5023"/>
                </a:lnTo>
                <a:lnTo>
                  <a:pt x="5457" y="5028"/>
                </a:lnTo>
                <a:lnTo>
                  <a:pt x="5468" y="5033"/>
                </a:lnTo>
                <a:lnTo>
                  <a:pt x="5479" y="5038"/>
                </a:lnTo>
                <a:lnTo>
                  <a:pt x="5479" y="5201"/>
                </a:lnTo>
                <a:lnTo>
                  <a:pt x="0" y="5201"/>
                </a:lnTo>
                <a:lnTo>
                  <a:pt x="0" y="5042"/>
                </a:lnTo>
                <a:close/>
              </a:path>
            </a:pathLst>
          </a:custGeom>
          <a:solidFill>
            <a:srgbClr val="8C8C8C">
              <a:alpha val="3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/>
          <p:nvPr/>
        </p:nvSpPr>
        <p:spPr>
          <a:xfrm flipV="1">
            <a:off x="10441440" y="952200"/>
            <a:ext cx="0" cy="2033280"/>
          </a:xfrm>
          <a:prstGeom prst="line">
            <a:avLst/>
          </a:prstGeom>
          <a:ln w="12240">
            <a:solidFill>
              <a:srgbClr val="8C8C8C"/>
            </a:solidFill>
            <a:custDash>
              <a:ds d="100000" sp="300000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/>
          <p:nvPr/>
        </p:nvSpPr>
        <p:spPr>
          <a:xfrm flipV="1">
            <a:off x="8986680" y="926280"/>
            <a:ext cx="0" cy="2059200"/>
          </a:xfrm>
          <a:prstGeom prst="line">
            <a:avLst/>
          </a:prstGeom>
          <a:ln w="18720">
            <a:solidFill>
              <a:srgbClr val="D55E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360" tIns="9360" r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 flipV="1">
            <a:off x="8888040" y="926280"/>
            <a:ext cx="0" cy="2059200"/>
          </a:xfrm>
          <a:prstGeom prst="line">
            <a:avLst/>
          </a:prstGeom>
          <a:ln cap="sq"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8704440" y="284148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0.0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8704440" y="237456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2.5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8704440" y="190764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5.0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8704440" y="144072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7.5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8856360" y="2891880"/>
            <a:ext cx="31680" cy="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8856360" y="2424960"/>
            <a:ext cx="31680" cy="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8856360" y="1958040"/>
            <a:ext cx="31680" cy="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8856360" y="1491120"/>
            <a:ext cx="31680" cy="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8856360" y="1024200"/>
            <a:ext cx="31680" cy="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 flipV="1">
            <a:off x="6282720" y="926280"/>
            <a:ext cx="0" cy="2059200"/>
          </a:xfrm>
          <a:prstGeom prst="line">
            <a:avLst/>
          </a:prstGeom>
          <a:ln cap="sq"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8653680" y="973800"/>
            <a:ext cx="1994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10.0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6175080" y="284148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6175080" y="225108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6175080" y="166104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6251040" y="2891880"/>
            <a:ext cx="31680" cy="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6251040" y="2301840"/>
            <a:ext cx="31680" cy="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6251040" y="1711440"/>
            <a:ext cx="31680" cy="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6251040" y="1121400"/>
            <a:ext cx="31680" cy="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 flipV="1">
            <a:off x="3804480" y="926280"/>
            <a:ext cx="0" cy="2059200"/>
          </a:xfrm>
          <a:prstGeom prst="line">
            <a:avLst/>
          </a:prstGeom>
          <a:ln cap="sq"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6175080" y="107064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3696840" y="284148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696840" y="232992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696840" y="181836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3772800" y="2891880"/>
            <a:ext cx="31680" cy="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3772800" y="2380320"/>
            <a:ext cx="31680" cy="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3772800" y="1868760"/>
            <a:ext cx="31680" cy="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3772800" y="1357200"/>
            <a:ext cx="31680" cy="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3696840" y="130644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1377000" y="589320"/>
            <a:ext cx="900360" cy="9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Accumulated warming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1377000" y="687960"/>
            <a:ext cx="1057680" cy="9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(null N1: warming shufﬂed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1377000" y="786960"/>
            <a:ext cx="889920" cy="9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within province-years)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3855240" y="589320"/>
            <a:ext cx="900360" cy="9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Accumulated warming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3855240" y="687960"/>
            <a:ext cx="981720" cy="9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(null N3: events shufﬂed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3855240" y="786960"/>
            <a:ext cx="915480" cy="9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among species at risk)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6333480" y="589320"/>
            <a:ext cx="519120" cy="9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Survey effort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6333480" y="687960"/>
            <a:ext cx="920520" cy="9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(null N2: effort shufﬂed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6333480" y="786960"/>
            <a:ext cx="1179720" cy="9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across years within province)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8938800" y="638640"/>
            <a:ext cx="678960" cy="9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Warming × effort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1326240" y="2985480"/>
            <a:ext cx="2307240" cy="0"/>
          </a:xfrm>
          <a:prstGeom prst="line">
            <a:avLst/>
          </a:prstGeom>
          <a:ln cap="sq"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 flipV="1">
            <a:off x="1424880" y="2985480"/>
            <a:ext cx="0" cy="3168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 flipV="1">
            <a:off x="1963440" y="2985480"/>
            <a:ext cx="0" cy="3168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 flipV="1">
            <a:off x="2502360" y="2985480"/>
            <a:ext cx="0" cy="3168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 flipV="1">
            <a:off x="3040920" y="2985480"/>
            <a:ext cx="0" cy="3168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 flipV="1">
            <a:off x="3579840" y="2985480"/>
            <a:ext cx="0" cy="3168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8938800" y="737640"/>
            <a:ext cx="346320" cy="9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(null N3)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361520" y="303012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900080" y="303012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2439000" y="303012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2977560" y="303012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3804480" y="2985480"/>
            <a:ext cx="2307240" cy="0"/>
          </a:xfrm>
          <a:prstGeom prst="line">
            <a:avLst/>
          </a:prstGeom>
          <a:ln cap="sq"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/>
          <p:nvPr/>
        </p:nvSpPr>
        <p:spPr>
          <a:xfrm flipV="1">
            <a:off x="3903120" y="2985480"/>
            <a:ext cx="0" cy="3168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 flipV="1">
            <a:off x="4441680" y="2985480"/>
            <a:ext cx="0" cy="3168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 flipV="1">
            <a:off x="4980600" y="2985480"/>
            <a:ext cx="0" cy="3168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 flipV="1">
            <a:off x="5519160" y="2985480"/>
            <a:ext cx="0" cy="3168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 flipV="1">
            <a:off x="6058080" y="2985480"/>
            <a:ext cx="0" cy="3168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3516480" y="303012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3839760" y="303012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4378680" y="303012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4917240" y="303012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5456160" y="303012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6282720" y="2985480"/>
            <a:ext cx="2307240" cy="0"/>
          </a:xfrm>
          <a:prstGeom prst="line">
            <a:avLst/>
          </a:prstGeom>
          <a:ln cap="sq"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 flipV="1">
            <a:off x="6928920" y="2985480"/>
            <a:ext cx="0" cy="3168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 flipV="1">
            <a:off x="7617600" y="2985480"/>
            <a:ext cx="0" cy="3168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 flipV="1">
            <a:off x="8306640" y="2985480"/>
            <a:ext cx="0" cy="3168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5994720" y="303012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6865560" y="303012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7554600" y="303012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8888040" y="2985480"/>
            <a:ext cx="2307240" cy="0"/>
          </a:xfrm>
          <a:prstGeom prst="line">
            <a:avLst/>
          </a:prstGeom>
          <a:ln cap="sq"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 flipV="1">
            <a:off x="9019800" y="2985480"/>
            <a:ext cx="0" cy="3168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 flipV="1">
            <a:off x="9493920" y="2985480"/>
            <a:ext cx="0" cy="3168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 flipV="1">
            <a:off x="9967680" y="2985480"/>
            <a:ext cx="0" cy="3168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 flipV="1">
            <a:off x="10441440" y="2985480"/>
            <a:ext cx="0" cy="3168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 flipV="1">
            <a:off x="10915560" y="2985480"/>
            <a:ext cx="0" cy="3168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8243280" y="303012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8931240" y="3030120"/>
            <a:ext cx="1994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0.85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9405000" y="3030120"/>
            <a:ext cx="1994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0.90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9879120" y="3030120"/>
            <a:ext cx="1994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0.95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10352880" y="3030120"/>
            <a:ext cx="1994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 flipV="1">
            <a:off x="1326240" y="926280"/>
            <a:ext cx="0" cy="2059200"/>
          </a:xfrm>
          <a:prstGeom prst="line">
            <a:avLst/>
          </a:prstGeom>
          <a:ln cap="sq"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10826640" y="3030120"/>
            <a:ext cx="1994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1.05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1218600" y="284148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1218600" y="224532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218600" y="164880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1294560" y="2891880"/>
            <a:ext cx="31680" cy="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1294560" y="2295720"/>
            <a:ext cx="31680" cy="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1294560" y="1699560"/>
            <a:ext cx="31680" cy="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1294560" y="1103400"/>
            <a:ext cx="31680" cy="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1218600" y="105264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5111640" y="3175920"/>
            <a:ext cx="219456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0D0D0D"/>
                </a:solidFill>
                <a:effectLst/>
                <a:uFillTx/>
                <a:latin typeface="Arial"/>
                <a:ea typeface="Arial"/>
              </a:rPr>
              <a:t>Hazard ratio under the permutation null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 rot="16200000">
            <a:off x="-14760" y="1897200"/>
            <a:ext cx="42264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0D0D0D"/>
                </a:solidFill>
                <a:effectLst/>
                <a:uFillTx/>
                <a:latin typeface="Arial"/>
                <a:ea typeface="Arial"/>
              </a:rPr>
              <a:t>Density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1326240" y="323280"/>
            <a:ext cx="85716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Red: observed. Dotted: unity. The warming nulls centre near 1.16, not unity, because within-stratum shufﬂes preserve the provincial-annual climate–event covariance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69480" y="3378600"/>
            <a:ext cx="4237920" cy="3498840"/>
          </a:xfrm>
          <a:custGeom>
            <a:avLst/>
            <a:gdLst/>
            <a:ahLst/>
            <a:rect l="0" t="0" r="r" b="b"/>
            <a:pathLst>
              <a:path w="11772" h="9719">
                <a:moveTo>
                  <a:pt x="0" y="0"/>
                </a:moveTo>
                <a:lnTo>
                  <a:pt x="11772" y="0"/>
                </a:lnTo>
                <a:lnTo>
                  <a:pt x="11772" y="9719"/>
                </a:lnTo>
                <a:lnTo>
                  <a:pt x="0" y="971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2240">
            <a:solidFill>
              <a:srgbClr val="FFFFFF"/>
            </a:solidFill>
            <a:round/>
          </a:ln>
        </p:spPr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4307040" y="3378600"/>
            <a:ext cx="3514320" cy="3498840"/>
          </a:xfrm>
          <a:custGeom>
            <a:avLst/>
            <a:gdLst/>
            <a:ahLst/>
            <a:rect l="0" t="0" r="r" b="b"/>
            <a:pathLst>
              <a:path w="9762" h="9719">
                <a:moveTo>
                  <a:pt x="0" y="0"/>
                </a:moveTo>
                <a:lnTo>
                  <a:pt x="9762" y="0"/>
                </a:lnTo>
                <a:lnTo>
                  <a:pt x="9762" y="9719"/>
                </a:lnTo>
                <a:lnTo>
                  <a:pt x="0" y="971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2240">
            <a:solidFill>
              <a:srgbClr val="FFFFFF"/>
            </a:solidFill>
            <a:round/>
          </a:ln>
        </p:spPr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7821000" y="3378600"/>
            <a:ext cx="3438000" cy="3498840"/>
          </a:xfrm>
          <a:custGeom>
            <a:avLst/>
            <a:gdLst/>
            <a:ahLst/>
            <a:rect l="0" t="0" r="r" b="b"/>
            <a:pathLst>
              <a:path w="9550" h="9719">
                <a:moveTo>
                  <a:pt x="0" y="0"/>
                </a:moveTo>
                <a:lnTo>
                  <a:pt x="9550" y="0"/>
                </a:lnTo>
                <a:lnTo>
                  <a:pt x="9550" y="9719"/>
                </a:lnTo>
                <a:lnTo>
                  <a:pt x="0" y="971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2240">
            <a:solidFill>
              <a:srgbClr val="FFFFFF"/>
            </a:solidFill>
            <a:round/>
          </a:ln>
        </p:spPr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1326240" y="3961440"/>
            <a:ext cx="2917800" cy="2276640"/>
          </a:xfrm>
          <a:custGeom>
            <a:avLst/>
            <a:gdLst/>
            <a:ahLst/>
            <a:rect l="0" t="0" r="r" b="b"/>
            <a:pathLst>
              <a:path w="8105" h="6324">
                <a:moveTo>
                  <a:pt x="0" y="0"/>
                </a:moveTo>
                <a:lnTo>
                  <a:pt x="8105" y="0"/>
                </a:lnTo>
                <a:lnTo>
                  <a:pt x="8105" y="6324"/>
                </a:lnTo>
                <a:lnTo>
                  <a:pt x="0" y="63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 flipV="1">
            <a:off x="2421360" y="3961440"/>
            <a:ext cx="0" cy="2276280"/>
          </a:xfrm>
          <a:prstGeom prst="line">
            <a:avLst/>
          </a:prstGeom>
          <a:ln w="12240">
            <a:solidFill>
              <a:srgbClr val="8C8C8C"/>
            </a:solidFill>
            <a:custDash>
              <a:ds d="100000" sp="300000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3009240" y="4385880"/>
            <a:ext cx="685440" cy="0"/>
          </a:xfrm>
          <a:prstGeom prst="line">
            <a:avLst/>
          </a:prstGeom>
          <a:ln w="12240">
            <a:solidFill>
              <a:srgbClr val="8C8C8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3103560" y="4928040"/>
            <a:ext cx="701280" cy="0"/>
          </a:xfrm>
          <a:prstGeom prst="line">
            <a:avLst/>
          </a:prstGeom>
          <a:ln w="12240">
            <a:solidFill>
              <a:srgbClr val="8C8C8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2138760" y="5469840"/>
            <a:ext cx="535680" cy="0"/>
          </a:xfrm>
          <a:prstGeom prst="line">
            <a:avLst/>
          </a:prstGeom>
          <a:ln w="12240">
            <a:solidFill>
              <a:srgbClr val="8C8C8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1594080" y="6012000"/>
            <a:ext cx="660600" cy="0"/>
          </a:xfrm>
          <a:prstGeom prst="line">
            <a:avLst/>
          </a:prstGeom>
          <a:ln w="12240">
            <a:solidFill>
              <a:srgbClr val="8C8C8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2988360" y="4286520"/>
            <a:ext cx="680400" cy="0"/>
          </a:xfrm>
          <a:prstGeom prst="line">
            <a:avLst/>
          </a:prstGeom>
          <a:ln w="12240">
            <a:solidFill>
              <a:srgbClr val="009E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3133800" y="4828680"/>
            <a:ext cx="639000" cy="0"/>
          </a:xfrm>
          <a:prstGeom prst="line">
            <a:avLst/>
          </a:prstGeom>
          <a:ln w="12240">
            <a:solidFill>
              <a:srgbClr val="009E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2210040" y="5370480"/>
            <a:ext cx="531360" cy="0"/>
          </a:xfrm>
          <a:prstGeom prst="line">
            <a:avLst/>
          </a:prstGeom>
          <a:ln w="12240">
            <a:solidFill>
              <a:srgbClr val="009E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1458720" y="5912280"/>
            <a:ext cx="763920" cy="0"/>
          </a:xfrm>
          <a:prstGeom prst="line">
            <a:avLst/>
          </a:prstGeom>
          <a:ln w="12240">
            <a:solidFill>
              <a:srgbClr val="009E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2954520" y="4187160"/>
            <a:ext cx="1087560" cy="0"/>
          </a:xfrm>
          <a:prstGeom prst="line">
            <a:avLst/>
          </a:prstGeom>
          <a:ln w="12240">
            <a:solidFill>
              <a:srgbClr val="0072B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2984040" y="4729320"/>
            <a:ext cx="1127160" cy="0"/>
          </a:xfrm>
          <a:prstGeom prst="line">
            <a:avLst/>
          </a:prstGeom>
          <a:ln w="12240">
            <a:solidFill>
              <a:srgbClr val="0072B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2118960" y="5271120"/>
            <a:ext cx="668880" cy="0"/>
          </a:xfrm>
          <a:prstGeom prst="line">
            <a:avLst/>
          </a:prstGeom>
          <a:ln w="12240">
            <a:solidFill>
              <a:srgbClr val="0072B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1529640" y="5813280"/>
            <a:ext cx="875160" cy="0"/>
          </a:xfrm>
          <a:prstGeom prst="line">
            <a:avLst/>
          </a:prstGeom>
          <a:ln w="12240">
            <a:solidFill>
              <a:srgbClr val="0072B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3335040" y="4368960"/>
            <a:ext cx="34560" cy="34560"/>
          </a:xfrm>
          <a:custGeom>
            <a:avLst/>
            <a:gdLst/>
            <a:ahLst/>
            <a:rect l="0" t="0" r="r" b="b"/>
            <a:pathLst>
              <a:path w="96" h="96">
                <a:moveTo>
                  <a:pt x="0" y="47"/>
                </a:moveTo>
                <a:cubicBezTo>
                  <a:pt x="0" y="-16"/>
                  <a:pt x="96" y="-16"/>
                  <a:pt x="96" y="47"/>
                </a:cubicBezTo>
                <a:cubicBezTo>
                  <a:pt x="96" y="112"/>
                  <a:pt x="0" y="112"/>
                  <a:pt x="0" y="47"/>
                </a:cubicBez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3335040" y="4368960"/>
            <a:ext cx="34560" cy="34560"/>
          </a:xfrm>
          <a:custGeom>
            <a:avLst/>
            <a:gdLst/>
            <a:ahLst/>
            <a:rect l="0" t="0" r="r" b="b"/>
            <a:pathLst>
              <a:path fill="none" w="96" h="96">
                <a:moveTo>
                  <a:pt x="96" y="47"/>
                </a:moveTo>
                <a:cubicBezTo>
                  <a:pt x="96" y="112"/>
                  <a:pt x="0" y="112"/>
                  <a:pt x="0" y="47"/>
                </a:cubicBezTo>
                <a:cubicBezTo>
                  <a:pt x="0" y="-16"/>
                  <a:pt x="96" y="-16"/>
                  <a:pt x="96" y="47"/>
                </a:cubicBezTo>
              </a:path>
            </a:pathLst>
          </a:custGeom>
          <a:ln cap="rnd" w="16200">
            <a:solidFill>
              <a:srgbClr val="8C8C8C"/>
            </a:solidFill>
            <a:round/>
          </a:ln>
        </p:spPr>
        <p:txBody>
          <a:bodyPr lIns="7920" tIns="7920" rIns="7920" bIns="7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3436920" y="4910760"/>
            <a:ext cx="34560" cy="34920"/>
          </a:xfrm>
          <a:custGeom>
            <a:avLst/>
            <a:gdLst/>
            <a:ahLst/>
            <a:rect l="0" t="0" r="r" b="b"/>
            <a:pathLst>
              <a:path w="96" h="97">
                <a:moveTo>
                  <a:pt x="0" y="49"/>
                </a:moveTo>
                <a:cubicBezTo>
                  <a:pt x="0" y="-16"/>
                  <a:pt x="96" y="-16"/>
                  <a:pt x="96" y="49"/>
                </a:cubicBezTo>
                <a:cubicBezTo>
                  <a:pt x="96" y="113"/>
                  <a:pt x="0" y="113"/>
                  <a:pt x="0" y="49"/>
                </a:cubicBez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3436920" y="4910760"/>
            <a:ext cx="34560" cy="34920"/>
          </a:xfrm>
          <a:custGeom>
            <a:avLst/>
            <a:gdLst/>
            <a:ahLst/>
            <a:rect l="0" t="0" r="r" b="b"/>
            <a:pathLst>
              <a:path fill="none" w="96" h="97">
                <a:moveTo>
                  <a:pt x="96" y="49"/>
                </a:moveTo>
                <a:cubicBezTo>
                  <a:pt x="96" y="113"/>
                  <a:pt x="0" y="113"/>
                  <a:pt x="0" y="49"/>
                </a:cubicBezTo>
                <a:cubicBezTo>
                  <a:pt x="0" y="-16"/>
                  <a:pt x="96" y="-16"/>
                  <a:pt x="96" y="49"/>
                </a:cubicBezTo>
              </a:path>
            </a:pathLst>
          </a:custGeom>
          <a:ln cap="rnd" w="16200">
            <a:solidFill>
              <a:srgbClr val="8C8C8C"/>
            </a:solidFill>
            <a:round/>
          </a:ln>
        </p:spPr>
        <p:txBody>
          <a:bodyPr lIns="7920" tIns="7920" rIns="7920" bIns="7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2389320" y="5452920"/>
            <a:ext cx="34560" cy="34920"/>
          </a:xfrm>
          <a:custGeom>
            <a:avLst/>
            <a:gdLst/>
            <a:ahLst/>
            <a:rect l="0" t="0" r="r" b="b"/>
            <a:pathLst>
              <a:path w="96" h="97">
                <a:moveTo>
                  <a:pt x="0" y="48"/>
                </a:moveTo>
                <a:cubicBezTo>
                  <a:pt x="0" y="-16"/>
                  <a:pt x="96" y="-16"/>
                  <a:pt x="96" y="48"/>
                </a:cubicBezTo>
                <a:cubicBezTo>
                  <a:pt x="96" y="113"/>
                  <a:pt x="0" y="113"/>
                  <a:pt x="0" y="48"/>
                </a:cubicBez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2389320" y="5452920"/>
            <a:ext cx="34560" cy="34920"/>
          </a:xfrm>
          <a:custGeom>
            <a:avLst/>
            <a:gdLst/>
            <a:ahLst/>
            <a:rect l="0" t="0" r="r" b="b"/>
            <a:pathLst>
              <a:path fill="none" w="96" h="97">
                <a:moveTo>
                  <a:pt x="96" y="48"/>
                </a:moveTo>
                <a:cubicBezTo>
                  <a:pt x="96" y="113"/>
                  <a:pt x="0" y="113"/>
                  <a:pt x="0" y="48"/>
                </a:cubicBezTo>
                <a:cubicBezTo>
                  <a:pt x="0" y="-16"/>
                  <a:pt x="96" y="-16"/>
                  <a:pt x="96" y="48"/>
                </a:cubicBezTo>
              </a:path>
            </a:pathLst>
          </a:custGeom>
          <a:ln cap="rnd" w="16200">
            <a:solidFill>
              <a:srgbClr val="8C8C8C"/>
            </a:solidFill>
            <a:round/>
          </a:ln>
        </p:spPr>
        <p:txBody>
          <a:bodyPr lIns="7920" tIns="7920" rIns="7920" bIns="7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1907280" y="5994720"/>
            <a:ext cx="34560" cy="34560"/>
          </a:xfrm>
          <a:custGeom>
            <a:avLst/>
            <a:gdLst/>
            <a:ahLst/>
            <a:rect l="0" t="0" r="r" b="b"/>
            <a:pathLst>
              <a:path w="96" h="96">
                <a:moveTo>
                  <a:pt x="0" y="49"/>
                </a:moveTo>
                <a:cubicBezTo>
                  <a:pt x="0" y="-16"/>
                  <a:pt x="96" y="-16"/>
                  <a:pt x="96" y="49"/>
                </a:cubicBezTo>
                <a:cubicBezTo>
                  <a:pt x="96" y="112"/>
                  <a:pt x="0" y="112"/>
                  <a:pt x="0" y="49"/>
                </a:cubicBez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1907280" y="5994720"/>
            <a:ext cx="34560" cy="34560"/>
          </a:xfrm>
          <a:custGeom>
            <a:avLst/>
            <a:gdLst/>
            <a:ahLst/>
            <a:rect l="0" t="0" r="r" b="b"/>
            <a:pathLst>
              <a:path fill="none" w="96" h="96">
                <a:moveTo>
                  <a:pt x="96" y="49"/>
                </a:moveTo>
                <a:cubicBezTo>
                  <a:pt x="96" y="112"/>
                  <a:pt x="0" y="112"/>
                  <a:pt x="0" y="49"/>
                </a:cubicBezTo>
                <a:cubicBezTo>
                  <a:pt x="0" y="-16"/>
                  <a:pt x="96" y="-16"/>
                  <a:pt x="96" y="49"/>
                </a:cubicBezTo>
              </a:path>
            </a:pathLst>
          </a:custGeom>
          <a:ln cap="rnd" w="16200">
            <a:solidFill>
              <a:srgbClr val="8C8C8C"/>
            </a:solidFill>
            <a:round/>
          </a:ln>
        </p:spPr>
        <p:txBody>
          <a:bodyPr lIns="7920" tIns="7920" rIns="7920" bIns="7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3335040" y="4269600"/>
            <a:ext cx="34560" cy="34560"/>
          </a:xfrm>
          <a:custGeom>
            <a:avLst/>
            <a:gdLst/>
            <a:ahLst/>
            <a:rect l="0" t="0" r="r" b="b"/>
            <a:pathLst>
              <a:path w="96" h="96">
                <a:moveTo>
                  <a:pt x="0" y="47"/>
                </a:moveTo>
                <a:cubicBezTo>
                  <a:pt x="0" y="-16"/>
                  <a:pt x="96" y="-16"/>
                  <a:pt x="96" y="47"/>
                </a:cubicBezTo>
                <a:cubicBezTo>
                  <a:pt x="96" y="112"/>
                  <a:pt x="0" y="112"/>
                  <a:pt x="0" y="47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3335040" y="4269600"/>
            <a:ext cx="34560" cy="34560"/>
          </a:xfrm>
          <a:custGeom>
            <a:avLst/>
            <a:gdLst/>
            <a:ahLst/>
            <a:rect l="0" t="0" r="r" b="b"/>
            <a:pathLst>
              <a:path fill="none" w="96" h="96">
                <a:moveTo>
                  <a:pt x="96" y="47"/>
                </a:moveTo>
                <a:cubicBezTo>
                  <a:pt x="96" y="112"/>
                  <a:pt x="0" y="112"/>
                  <a:pt x="0" y="47"/>
                </a:cubicBezTo>
                <a:cubicBezTo>
                  <a:pt x="0" y="-16"/>
                  <a:pt x="96" y="-16"/>
                  <a:pt x="96" y="47"/>
                </a:cubicBezTo>
              </a:path>
            </a:pathLst>
          </a:custGeom>
          <a:ln cap="rnd" w="16200">
            <a:solidFill>
              <a:srgbClr val="009E73"/>
            </a:solidFill>
            <a:round/>
          </a:ln>
        </p:spPr>
        <p:txBody>
          <a:bodyPr lIns="7920" tIns="7920" rIns="7920" bIns="7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3436920" y="4811400"/>
            <a:ext cx="34560" cy="34560"/>
          </a:xfrm>
          <a:custGeom>
            <a:avLst/>
            <a:gdLst/>
            <a:ahLst/>
            <a:rect l="0" t="0" r="r" b="b"/>
            <a:pathLst>
              <a:path w="96" h="96">
                <a:moveTo>
                  <a:pt x="0" y="48"/>
                </a:moveTo>
                <a:cubicBezTo>
                  <a:pt x="0" y="-16"/>
                  <a:pt x="96" y="-16"/>
                  <a:pt x="96" y="48"/>
                </a:cubicBezTo>
                <a:cubicBezTo>
                  <a:pt x="96" y="112"/>
                  <a:pt x="0" y="112"/>
                  <a:pt x="0" y="48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3436920" y="4811400"/>
            <a:ext cx="34560" cy="34560"/>
          </a:xfrm>
          <a:custGeom>
            <a:avLst/>
            <a:gdLst/>
            <a:ahLst/>
            <a:rect l="0" t="0" r="r" b="b"/>
            <a:pathLst>
              <a:path fill="none" w="96" h="96">
                <a:moveTo>
                  <a:pt x="96" y="48"/>
                </a:moveTo>
                <a:cubicBezTo>
                  <a:pt x="96" y="112"/>
                  <a:pt x="0" y="112"/>
                  <a:pt x="0" y="48"/>
                </a:cubicBezTo>
                <a:cubicBezTo>
                  <a:pt x="0" y="-16"/>
                  <a:pt x="96" y="-16"/>
                  <a:pt x="96" y="48"/>
                </a:cubicBezTo>
              </a:path>
            </a:pathLst>
          </a:custGeom>
          <a:ln cap="rnd" w="16200">
            <a:solidFill>
              <a:srgbClr val="009E73"/>
            </a:solidFill>
            <a:round/>
          </a:ln>
        </p:spPr>
        <p:txBody>
          <a:bodyPr lIns="7920" tIns="7920" rIns="7920" bIns="7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2389320" y="5353560"/>
            <a:ext cx="34560" cy="34920"/>
          </a:xfrm>
          <a:custGeom>
            <a:avLst/>
            <a:gdLst/>
            <a:ahLst/>
            <a:rect l="0" t="0" r="r" b="b"/>
            <a:pathLst>
              <a:path w="96" h="97">
                <a:moveTo>
                  <a:pt x="0" y="48"/>
                </a:moveTo>
                <a:cubicBezTo>
                  <a:pt x="0" y="-16"/>
                  <a:pt x="96" y="-16"/>
                  <a:pt x="96" y="48"/>
                </a:cubicBezTo>
                <a:cubicBezTo>
                  <a:pt x="96" y="113"/>
                  <a:pt x="0" y="113"/>
                  <a:pt x="0" y="48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2389320" y="5353560"/>
            <a:ext cx="34560" cy="34920"/>
          </a:xfrm>
          <a:custGeom>
            <a:avLst/>
            <a:gdLst/>
            <a:ahLst/>
            <a:rect l="0" t="0" r="r" b="b"/>
            <a:pathLst>
              <a:path fill="none" w="96" h="97">
                <a:moveTo>
                  <a:pt x="96" y="48"/>
                </a:moveTo>
                <a:cubicBezTo>
                  <a:pt x="96" y="113"/>
                  <a:pt x="0" y="113"/>
                  <a:pt x="0" y="48"/>
                </a:cubicBezTo>
                <a:cubicBezTo>
                  <a:pt x="0" y="-16"/>
                  <a:pt x="96" y="-16"/>
                  <a:pt x="96" y="48"/>
                </a:cubicBezTo>
              </a:path>
            </a:pathLst>
          </a:custGeom>
          <a:ln cap="rnd" w="16200">
            <a:solidFill>
              <a:srgbClr val="009E73"/>
            </a:solidFill>
            <a:round/>
          </a:ln>
        </p:spPr>
        <p:txBody>
          <a:bodyPr lIns="7920" tIns="7920" rIns="7920" bIns="7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1907280" y="5895360"/>
            <a:ext cx="34560" cy="34920"/>
          </a:xfrm>
          <a:custGeom>
            <a:avLst/>
            <a:gdLst/>
            <a:ahLst/>
            <a:rect l="0" t="0" r="r" b="b"/>
            <a:pathLst>
              <a:path w="96" h="97">
                <a:moveTo>
                  <a:pt x="0" y="48"/>
                </a:moveTo>
                <a:cubicBezTo>
                  <a:pt x="0" y="-16"/>
                  <a:pt x="96" y="-16"/>
                  <a:pt x="96" y="48"/>
                </a:cubicBezTo>
                <a:cubicBezTo>
                  <a:pt x="96" y="113"/>
                  <a:pt x="0" y="113"/>
                  <a:pt x="0" y="48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1907280" y="5895360"/>
            <a:ext cx="34560" cy="34920"/>
          </a:xfrm>
          <a:custGeom>
            <a:avLst/>
            <a:gdLst/>
            <a:ahLst/>
            <a:rect l="0" t="0" r="r" b="b"/>
            <a:pathLst>
              <a:path fill="none" w="96" h="97">
                <a:moveTo>
                  <a:pt x="96" y="48"/>
                </a:moveTo>
                <a:cubicBezTo>
                  <a:pt x="96" y="113"/>
                  <a:pt x="0" y="113"/>
                  <a:pt x="0" y="48"/>
                </a:cubicBezTo>
                <a:cubicBezTo>
                  <a:pt x="0" y="-16"/>
                  <a:pt x="96" y="-16"/>
                  <a:pt x="96" y="48"/>
                </a:cubicBezTo>
              </a:path>
            </a:pathLst>
          </a:custGeom>
          <a:ln cap="rnd" w="16200">
            <a:solidFill>
              <a:srgbClr val="009E73"/>
            </a:solidFill>
            <a:round/>
          </a:ln>
        </p:spPr>
        <p:txBody>
          <a:bodyPr lIns="7920" tIns="7920" rIns="7920" bIns="7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3335040" y="4170240"/>
            <a:ext cx="34560" cy="34560"/>
          </a:xfrm>
          <a:custGeom>
            <a:avLst/>
            <a:gdLst/>
            <a:ahLst/>
            <a:rect l="0" t="0" r="r" b="b"/>
            <a:pathLst>
              <a:path w="96" h="96">
                <a:moveTo>
                  <a:pt x="0" y="47"/>
                </a:moveTo>
                <a:cubicBezTo>
                  <a:pt x="0" y="-16"/>
                  <a:pt x="96" y="-16"/>
                  <a:pt x="96" y="47"/>
                </a:cubicBezTo>
                <a:cubicBezTo>
                  <a:pt x="96" y="112"/>
                  <a:pt x="0" y="112"/>
                  <a:pt x="0" y="47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3335040" y="4170240"/>
            <a:ext cx="34560" cy="34560"/>
          </a:xfrm>
          <a:custGeom>
            <a:avLst/>
            <a:gdLst/>
            <a:ahLst/>
            <a:rect l="0" t="0" r="r" b="b"/>
            <a:pathLst>
              <a:path fill="none" w="96" h="96">
                <a:moveTo>
                  <a:pt x="96" y="47"/>
                </a:moveTo>
                <a:cubicBezTo>
                  <a:pt x="96" y="112"/>
                  <a:pt x="0" y="112"/>
                  <a:pt x="0" y="47"/>
                </a:cubicBezTo>
                <a:cubicBezTo>
                  <a:pt x="0" y="-16"/>
                  <a:pt x="96" y="-16"/>
                  <a:pt x="96" y="47"/>
                </a:cubicBezTo>
              </a:path>
            </a:pathLst>
          </a:custGeom>
          <a:ln cap="rnd" w="16200">
            <a:solidFill>
              <a:srgbClr val="0072B2"/>
            </a:solidFill>
            <a:round/>
          </a:ln>
        </p:spPr>
        <p:txBody>
          <a:bodyPr lIns="7920" tIns="7920" rIns="7920" bIns="7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3436920" y="4712040"/>
            <a:ext cx="34560" cy="34560"/>
          </a:xfrm>
          <a:custGeom>
            <a:avLst/>
            <a:gdLst/>
            <a:ahLst/>
            <a:rect l="0" t="0" r="r" b="b"/>
            <a:pathLst>
              <a:path w="96" h="96">
                <a:moveTo>
                  <a:pt x="0" y="48"/>
                </a:moveTo>
                <a:cubicBezTo>
                  <a:pt x="0" y="-16"/>
                  <a:pt x="96" y="-16"/>
                  <a:pt x="96" y="48"/>
                </a:cubicBezTo>
                <a:cubicBezTo>
                  <a:pt x="96" y="112"/>
                  <a:pt x="0" y="112"/>
                  <a:pt x="0" y="48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3436920" y="4712040"/>
            <a:ext cx="34560" cy="34560"/>
          </a:xfrm>
          <a:custGeom>
            <a:avLst/>
            <a:gdLst/>
            <a:ahLst/>
            <a:rect l="0" t="0" r="r" b="b"/>
            <a:pathLst>
              <a:path fill="none" w="96" h="96">
                <a:moveTo>
                  <a:pt x="96" y="48"/>
                </a:moveTo>
                <a:cubicBezTo>
                  <a:pt x="96" y="112"/>
                  <a:pt x="0" y="112"/>
                  <a:pt x="0" y="48"/>
                </a:cubicBezTo>
                <a:cubicBezTo>
                  <a:pt x="0" y="-16"/>
                  <a:pt x="96" y="-16"/>
                  <a:pt x="96" y="48"/>
                </a:cubicBezTo>
              </a:path>
            </a:pathLst>
          </a:custGeom>
          <a:ln cap="rnd" w="16200">
            <a:solidFill>
              <a:srgbClr val="0072B2"/>
            </a:solidFill>
            <a:round/>
          </a:ln>
        </p:spPr>
        <p:txBody>
          <a:bodyPr lIns="7920" tIns="7920" rIns="7920" bIns="7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2389320" y="5254200"/>
            <a:ext cx="34560" cy="34920"/>
          </a:xfrm>
          <a:custGeom>
            <a:avLst/>
            <a:gdLst/>
            <a:ahLst/>
            <a:rect l="0" t="0" r="r" b="b"/>
            <a:pathLst>
              <a:path w="96" h="97">
                <a:moveTo>
                  <a:pt x="0" y="48"/>
                </a:moveTo>
                <a:cubicBezTo>
                  <a:pt x="0" y="-16"/>
                  <a:pt x="96" y="-16"/>
                  <a:pt x="96" y="48"/>
                </a:cubicBezTo>
                <a:cubicBezTo>
                  <a:pt x="96" y="113"/>
                  <a:pt x="0" y="113"/>
                  <a:pt x="0" y="48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2389320" y="5254200"/>
            <a:ext cx="34560" cy="34920"/>
          </a:xfrm>
          <a:custGeom>
            <a:avLst/>
            <a:gdLst/>
            <a:ahLst/>
            <a:rect l="0" t="0" r="r" b="b"/>
            <a:pathLst>
              <a:path fill="none" w="96" h="97">
                <a:moveTo>
                  <a:pt x="96" y="48"/>
                </a:moveTo>
                <a:cubicBezTo>
                  <a:pt x="96" y="113"/>
                  <a:pt x="0" y="113"/>
                  <a:pt x="0" y="48"/>
                </a:cubicBezTo>
                <a:cubicBezTo>
                  <a:pt x="0" y="-16"/>
                  <a:pt x="96" y="-16"/>
                  <a:pt x="96" y="48"/>
                </a:cubicBezTo>
              </a:path>
            </a:pathLst>
          </a:custGeom>
          <a:ln cap="rnd" w="16200">
            <a:solidFill>
              <a:srgbClr val="0072B2"/>
            </a:solidFill>
            <a:round/>
          </a:ln>
        </p:spPr>
        <p:txBody>
          <a:bodyPr lIns="7920" tIns="7920" rIns="7920" bIns="7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1907280" y="5796000"/>
            <a:ext cx="34560" cy="34920"/>
          </a:xfrm>
          <a:custGeom>
            <a:avLst/>
            <a:gdLst/>
            <a:ahLst/>
            <a:rect l="0" t="0" r="r" b="b"/>
            <a:pathLst>
              <a:path w="96" h="97">
                <a:moveTo>
                  <a:pt x="0" y="49"/>
                </a:moveTo>
                <a:cubicBezTo>
                  <a:pt x="0" y="-16"/>
                  <a:pt x="96" y="-16"/>
                  <a:pt x="96" y="49"/>
                </a:cubicBezTo>
                <a:cubicBezTo>
                  <a:pt x="96" y="113"/>
                  <a:pt x="0" y="113"/>
                  <a:pt x="0" y="49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1907280" y="5796000"/>
            <a:ext cx="34560" cy="34920"/>
          </a:xfrm>
          <a:custGeom>
            <a:avLst/>
            <a:gdLst/>
            <a:ahLst/>
            <a:rect l="0" t="0" r="r" b="b"/>
            <a:pathLst>
              <a:path fill="none" w="96" h="97">
                <a:moveTo>
                  <a:pt x="96" y="49"/>
                </a:moveTo>
                <a:cubicBezTo>
                  <a:pt x="96" y="113"/>
                  <a:pt x="0" y="113"/>
                  <a:pt x="0" y="49"/>
                </a:cubicBezTo>
                <a:cubicBezTo>
                  <a:pt x="0" y="-16"/>
                  <a:pt x="96" y="-16"/>
                  <a:pt x="96" y="49"/>
                </a:cubicBezTo>
              </a:path>
            </a:pathLst>
          </a:custGeom>
          <a:ln cap="rnd" w="16200">
            <a:solidFill>
              <a:srgbClr val="0072B2"/>
            </a:solidFill>
            <a:round/>
          </a:ln>
        </p:spPr>
        <p:txBody>
          <a:bodyPr lIns="7920" tIns="7920" rIns="7920" bIns="7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 flipV="1">
            <a:off x="1326240" y="3961440"/>
            <a:ext cx="0" cy="2276280"/>
          </a:xfrm>
          <a:prstGeom prst="line">
            <a:avLst/>
          </a:prstGeom>
          <a:ln cap="sq"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1326240" y="120240"/>
            <a:ext cx="3327480" cy="140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  Design-preserving permutation nulls (199 each)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545400" y="5861880"/>
            <a:ext cx="758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Warming × effort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532800" y="5320080"/>
            <a:ext cx="77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Annual variability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723240" y="4777920"/>
            <a:ext cx="57960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Survey effort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1294560" y="5912280"/>
            <a:ext cx="31680" cy="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1294560" y="5370480"/>
            <a:ext cx="31680" cy="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1294560" y="4828680"/>
            <a:ext cx="31680" cy="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1294560" y="4286520"/>
            <a:ext cx="31680" cy="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1326240" y="6237720"/>
            <a:ext cx="2917800" cy="0"/>
          </a:xfrm>
          <a:prstGeom prst="line">
            <a:avLst/>
          </a:prstGeom>
          <a:ln cap="sq"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 flipV="1">
            <a:off x="1755720" y="6237720"/>
            <a:ext cx="0" cy="3168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 flipV="1">
            <a:off x="2421360" y="6237720"/>
            <a:ext cx="0" cy="3168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 flipV="1">
            <a:off x="2965320" y="6237720"/>
            <a:ext cx="0" cy="3168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 flipV="1">
            <a:off x="3425400" y="6237720"/>
            <a:ext cx="0" cy="3168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 flipV="1">
            <a:off x="3823560" y="6237720"/>
            <a:ext cx="0" cy="3168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 flipV="1">
            <a:off x="4174920" y="6237720"/>
            <a:ext cx="0" cy="3168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304200" y="4236120"/>
            <a:ext cx="1005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Accumulated warming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1692360" y="628200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0.8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2358000" y="628200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2901960" y="628200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3362040" y="628200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3760200" y="628200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4111560" y="628200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2757240" y="5455440"/>
            <a:ext cx="1689840" cy="472320"/>
          </a:xfrm>
          <a:custGeom>
            <a:avLst/>
            <a:gdLst/>
            <a:ahLst/>
            <a:rect l="0" t="0" r="r" b="b"/>
            <a:pathLst>
              <a:path w="4694" h="1312">
                <a:moveTo>
                  <a:pt x="0" y="0"/>
                </a:moveTo>
                <a:lnTo>
                  <a:pt x="4694" y="0"/>
                </a:lnTo>
                <a:lnTo>
                  <a:pt x="4694" y="1312"/>
                </a:lnTo>
                <a:lnTo>
                  <a:pt x="0" y="131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2820600" y="5518440"/>
            <a:ext cx="115560" cy="115560"/>
          </a:xfrm>
          <a:custGeom>
            <a:avLst/>
            <a:gdLst/>
            <a:ahLst/>
            <a:rect l="0" t="0" r="r" b="b"/>
            <a:pathLst>
              <a:path w="321" h="321">
                <a:moveTo>
                  <a:pt x="0" y="0"/>
                </a:moveTo>
                <a:lnTo>
                  <a:pt x="321" y="0"/>
                </a:lnTo>
                <a:lnTo>
                  <a:pt x="321" y="321"/>
                </a:lnTo>
                <a:lnTo>
                  <a:pt x="0" y="32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2832120" y="5576040"/>
            <a:ext cx="92160" cy="0"/>
          </a:xfrm>
          <a:prstGeom prst="line">
            <a:avLst/>
          </a:prstGeom>
          <a:ln w="12240">
            <a:solidFill>
              <a:srgbClr val="8C8C8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2853720" y="5551560"/>
            <a:ext cx="49320" cy="49320"/>
          </a:xfrm>
          <a:custGeom>
            <a:avLst/>
            <a:gdLst/>
            <a:ahLst/>
            <a:rect l="0" t="0" r="r" b="b"/>
            <a:pathLst>
              <a:path w="137" h="137">
                <a:moveTo>
                  <a:pt x="0" y="68"/>
                </a:moveTo>
                <a:cubicBezTo>
                  <a:pt x="0" y="-23"/>
                  <a:pt x="137" y="-23"/>
                  <a:pt x="137" y="68"/>
                </a:cubicBezTo>
                <a:cubicBezTo>
                  <a:pt x="137" y="159"/>
                  <a:pt x="0" y="159"/>
                  <a:pt x="0" y="68"/>
                </a:cubicBez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2853720" y="5551560"/>
            <a:ext cx="49320" cy="49320"/>
          </a:xfrm>
          <a:custGeom>
            <a:avLst/>
            <a:gdLst/>
            <a:ahLst/>
            <a:rect l="0" t="0" r="r" b="b"/>
            <a:pathLst>
              <a:path fill="none" w="137" h="137">
                <a:moveTo>
                  <a:pt x="137" y="68"/>
                </a:moveTo>
                <a:cubicBezTo>
                  <a:pt x="137" y="159"/>
                  <a:pt x="0" y="159"/>
                  <a:pt x="0" y="68"/>
                </a:cubicBezTo>
                <a:cubicBezTo>
                  <a:pt x="0" y="-23"/>
                  <a:pt x="137" y="-23"/>
                  <a:pt x="137" y="68"/>
                </a:cubicBezTo>
              </a:path>
            </a:pathLst>
          </a:custGeom>
          <a:ln cap="rnd" w="16200">
            <a:solidFill>
              <a:srgbClr val="8C8C8C"/>
            </a:solidFill>
            <a:round/>
          </a:ln>
        </p:spPr>
        <p:txBody>
          <a:bodyPr lIns="7920" tIns="7920" rIns="7920" bIns="7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2820600" y="5633640"/>
            <a:ext cx="115560" cy="115560"/>
          </a:xfrm>
          <a:custGeom>
            <a:avLst/>
            <a:gdLst/>
            <a:ahLst/>
            <a:rect l="0" t="0" r="r" b="b"/>
            <a:pathLst>
              <a:path w="321" h="321">
                <a:moveTo>
                  <a:pt x="0" y="0"/>
                </a:moveTo>
                <a:lnTo>
                  <a:pt x="321" y="0"/>
                </a:lnTo>
                <a:lnTo>
                  <a:pt x="321" y="321"/>
                </a:lnTo>
                <a:lnTo>
                  <a:pt x="0" y="32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2832120" y="5691240"/>
            <a:ext cx="92160" cy="0"/>
          </a:xfrm>
          <a:prstGeom prst="line">
            <a:avLst/>
          </a:prstGeom>
          <a:ln w="12240">
            <a:solidFill>
              <a:srgbClr val="009E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2853720" y="5666760"/>
            <a:ext cx="49320" cy="49320"/>
          </a:xfrm>
          <a:custGeom>
            <a:avLst/>
            <a:gdLst/>
            <a:ahLst/>
            <a:rect l="0" t="0" r="r" b="b"/>
            <a:pathLst>
              <a:path w="137" h="137">
                <a:moveTo>
                  <a:pt x="0" y="68"/>
                </a:moveTo>
                <a:cubicBezTo>
                  <a:pt x="0" y="-23"/>
                  <a:pt x="137" y="-23"/>
                  <a:pt x="137" y="68"/>
                </a:cubicBezTo>
                <a:cubicBezTo>
                  <a:pt x="137" y="160"/>
                  <a:pt x="0" y="160"/>
                  <a:pt x="0" y="68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2853720" y="5666760"/>
            <a:ext cx="49320" cy="49320"/>
          </a:xfrm>
          <a:custGeom>
            <a:avLst/>
            <a:gdLst/>
            <a:ahLst/>
            <a:rect l="0" t="0" r="r" b="b"/>
            <a:pathLst>
              <a:path fill="none" w="137" h="137">
                <a:moveTo>
                  <a:pt x="137" y="68"/>
                </a:moveTo>
                <a:cubicBezTo>
                  <a:pt x="137" y="160"/>
                  <a:pt x="0" y="160"/>
                  <a:pt x="0" y="68"/>
                </a:cubicBezTo>
                <a:cubicBezTo>
                  <a:pt x="0" y="-23"/>
                  <a:pt x="137" y="-23"/>
                  <a:pt x="137" y="68"/>
                </a:cubicBezTo>
              </a:path>
            </a:pathLst>
          </a:custGeom>
          <a:ln cap="rnd" w="16200">
            <a:solidFill>
              <a:srgbClr val="009E73"/>
            </a:solidFill>
            <a:round/>
          </a:ln>
        </p:spPr>
        <p:txBody>
          <a:bodyPr lIns="7920" tIns="7920" rIns="7920" bIns="7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2820600" y="5748840"/>
            <a:ext cx="115560" cy="115560"/>
          </a:xfrm>
          <a:custGeom>
            <a:avLst/>
            <a:gdLst/>
            <a:ahLst/>
            <a:rect l="0" t="0" r="r" b="b"/>
            <a:pathLst>
              <a:path w="321" h="321">
                <a:moveTo>
                  <a:pt x="0" y="0"/>
                </a:moveTo>
                <a:lnTo>
                  <a:pt x="321" y="0"/>
                </a:lnTo>
                <a:lnTo>
                  <a:pt x="321" y="321"/>
                </a:lnTo>
                <a:lnTo>
                  <a:pt x="0" y="32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2832120" y="5806440"/>
            <a:ext cx="92160" cy="0"/>
          </a:xfrm>
          <a:prstGeom prst="line">
            <a:avLst/>
          </a:prstGeom>
          <a:ln w="12240">
            <a:solidFill>
              <a:srgbClr val="0072B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2853720" y="5781960"/>
            <a:ext cx="49320" cy="49320"/>
          </a:xfrm>
          <a:custGeom>
            <a:avLst/>
            <a:gdLst/>
            <a:ahLst/>
            <a:rect l="0" t="0" r="r" b="b"/>
            <a:pathLst>
              <a:path w="137" h="137">
                <a:moveTo>
                  <a:pt x="0" y="68"/>
                </a:moveTo>
                <a:cubicBezTo>
                  <a:pt x="0" y="-22"/>
                  <a:pt x="137" y="-22"/>
                  <a:pt x="137" y="68"/>
                </a:cubicBezTo>
                <a:cubicBezTo>
                  <a:pt x="137" y="160"/>
                  <a:pt x="0" y="160"/>
                  <a:pt x="0" y="68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2853720" y="5781960"/>
            <a:ext cx="49320" cy="49320"/>
          </a:xfrm>
          <a:custGeom>
            <a:avLst/>
            <a:gdLst/>
            <a:ahLst/>
            <a:rect l="0" t="0" r="r" b="b"/>
            <a:pathLst>
              <a:path fill="none" w="137" h="137">
                <a:moveTo>
                  <a:pt x="137" y="68"/>
                </a:moveTo>
                <a:cubicBezTo>
                  <a:pt x="137" y="160"/>
                  <a:pt x="0" y="160"/>
                  <a:pt x="0" y="68"/>
                </a:cubicBezTo>
                <a:cubicBezTo>
                  <a:pt x="0" y="-22"/>
                  <a:pt x="137" y="-22"/>
                  <a:pt x="137" y="68"/>
                </a:cubicBezTo>
              </a:path>
            </a:pathLst>
          </a:custGeom>
          <a:ln cap="rnd" w="16200">
            <a:solidFill>
              <a:srgbClr val="0072B2"/>
            </a:solidFill>
            <a:round/>
          </a:ln>
        </p:spPr>
        <p:txBody>
          <a:bodyPr lIns="7920" tIns="7920" rIns="7920" bIns="7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2156400" y="6674400"/>
            <a:ext cx="122400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0D0D0D"/>
                </a:solidFill>
                <a:effectLst/>
                <a:uFillTx/>
                <a:latin typeface="Arial"/>
                <a:ea typeface="Arial"/>
              </a:rPr>
              <a:t>Hazard ratio (95% CI)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2999160" y="5531760"/>
            <a:ext cx="102996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Wald (model-based)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2999160" y="5646960"/>
            <a:ext cx="128412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Species cluster bootstrap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2999160" y="5762160"/>
            <a:ext cx="132228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Province cluster bootstrap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1326240" y="3632400"/>
            <a:ext cx="210744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Provincial clustering widens the intervals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1326240" y="3758760"/>
            <a:ext cx="31446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 (SE ratio 1.26-1.59); species clustering does not (0.86-1.17)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4839840" y="3961440"/>
            <a:ext cx="2918160" cy="2276640"/>
          </a:xfrm>
          <a:custGeom>
            <a:avLst/>
            <a:gdLst/>
            <a:ahLst/>
            <a:rect l="0" t="0" r="r" b="b"/>
            <a:pathLst>
              <a:path w="8106" h="6324">
                <a:moveTo>
                  <a:pt x="0" y="0"/>
                </a:moveTo>
                <a:lnTo>
                  <a:pt x="8106" y="0"/>
                </a:lnTo>
                <a:lnTo>
                  <a:pt x="8106" y="6324"/>
                </a:lnTo>
                <a:lnTo>
                  <a:pt x="0" y="63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4839840" y="4117680"/>
            <a:ext cx="2917800" cy="0"/>
          </a:xfrm>
          <a:prstGeom prst="line">
            <a:avLst/>
          </a:prstGeom>
          <a:ln w="12240">
            <a:solidFill>
              <a:srgbClr val="7F7F7F"/>
            </a:solidFill>
            <a:custDash>
              <a:ds d="400000" sp="400000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5065920" y="4169880"/>
            <a:ext cx="382320" cy="2068200"/>
          </a:xfrm>
          <a:custGeom>
            <a:avLst/>
            <a:gdLst/>
            <a:ahLst/>
            <a:rect l="0" t="0" r="r" b="b"/>
            <a:pathLst>
              <a:path w="1062" h="5745">
                <a:moveTo>
                  <a:pt x="0" y="0"/>
                </a:moveTo>
                <a:lnTo>
                  <a:pt x="1062" y="0"/>
                </a:lnTo>
                <a:lnTo>
                  <a:pt x="1062" y="5745"/>
                </a:lnTo>
                <a:lnTo>
                  <a:pt x="0" y="5745"/>
                </a:lnTo>
                <a:lnTo>
                  <a:pt x="0" y="0"/>
                </a:lnTo>
                <a:close/>
              </a:path>
            </a:pathLst>
          </a:custGeom>
          <a:solidFill>
            <a:srgbClr val="0072B2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5760360" y="4199400"/>
            <a:ext cx="382680" cy="2038680"/>
          </a:xfrm>
          <a:custGeom>
            <a:avLst/>
            <a:gdLst/>
            <a:ahLst/>
            <a:rect l="0" t="0" r="r" b="b"/>
            <a:pathLst>
              <a:path w="1063" h="5663">
                <a:moveTo>
                  <a:pt x="0" y="0"/>
                </a:moveTo>
                <a:lnTo>
                  <a:pt x="1063" y="0"/>
                </a:lnTo>
                <a:lnTo>
                  <a:pt x="1063" y="5663"/>
                </a:lnTo>
                <a:lnTo>
                  <a:pt x="0" y="5663"/>
                </a:lnTo>
                <a:lnTo>
                  <a:pt x="0" y="0"/>
                </a:lnTo>
                <a:close/>
              </a:path>
            </a:pathLst>
          </a:custGeom>
          <a:solidFill>
            <a:srgbClr val="0072B2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6455160" y="4125240"/>
            <a:ext cx="382320" cy="2112840"/>
          </a:xfrm>
          <a:custGeom>
            <a:avLst/>
            <a:gdLst/>
            <a:ahLst/>
            <a:rect l="0" t="0" r="r" b="b"/>
            <a:pathLst>
              <a:path w="1062" h="5869">
                <a:moveTo>
                  <a:pt x="0" y="0"/>
                </a:moveTo>
                <a:lnTo>
                  <a:pt x="1062" y="0"/>
                </a:lnTo>
                <a:lnTo>
                  <a:pt x="1062" y="5869"/>
                </a:lnTo>
                <a:lnTo>
                  <a:pt x="0" y="5869"/>
                </a:lnTo>
                <a:lnTo>
                  <a:pt x="0" y="0"/>
                </a:lnTo>
                <a:close/>
              </a:path>
            </a:pathLst>
          </a:custGeom>
          <a:solidFill>
            <a:srgbClr val="0072B2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7149960" y="4110120"/>
            <a:ext cx="382320" cy="2127960"/>
          </a:xfrm>
          <a:custGeom>
            <a:avLst/>
            <a:gdLst/>
            <a:ahLst/>
            <a:rect l="0" t="0" r="r" b="b"/>
            <a:pathLst>
              <a:path w="1062" h="5911">
                <a:moveTo>
                  <a:pt x="0" y="0"/>
                </a:moveTo>
                <a:lnTo>
                  <a:pt x="1062" y="0"/>
                </a:lnTo>
                <a:lnTo>
                  <a:pt x="1062" y="5911"/>
                </a:lnTo>
                <a:lnTo>
                  <a:pt x="0" y="5911"/>
                </a:lnTo>
                <a:lnTo>
                  <a:pt x="0" y="0"/>
                </a:lnTo>
                <a:close/>
              </a:path>
            </a:pathLst>
          </a:custGeom>
          <a:solidFill>
            <a:srgbClr val="0072B2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1326240" y="3429360"/>
            <a:ext cx="2868120" cy="140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b  Cluster bootstraps (300 resamples each)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5028480" y="4215600"/>
            <a:ext cx="445680" cy="90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1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bias -0.004</a:t>
            </a:r>
            <a:endParaRPr lang="en-US" sz="7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5722920" y="4245480"/>
            <a:ext cx="445680" cy="90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1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bias -0.000</a:t>
            </a:r>
            <a:endParaRPr lang="en-US" sz="7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6417720" y="4170960"/>
            <a:ext cx="445680" cy="90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1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bias -0.005</a:t>
            </a:r>
            <a:endParaRPr lang="en-US" sz="7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 flipV="1">
            <a:off x="4839840" y="3961440"/>
            <a:ext cx="0" cy="2276280"/>
          </a:xfrm>
          <a:prstGeom prst="line">
            <a:avLst/>
          </a:prstGeom>
          <a:ln cap="sq"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7099920" y="4156200"/>
            <a:ext cx="468000" cy="90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1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bias +0.010</a:t>
            </a:r>
            <a:endParaRPr lang="en-US" sz="7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4643640" y="6186960"/>
            <a:ext cx="1483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0%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4592880" y="5628960"/>
            <a:ext cx="20520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25%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4592880" y="5071320"/>
            <a:ext cx="20520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50%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4592880" y="4513320"/>
            <a:ext cx="20520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75%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4808520" y="6237720"/>
            <a:ext cx="31320" cy="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4808520" y="5679720"/>
            <a:ext cx="31320" cy="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4808520" y="5121720"/>
            <a:ext cx="31320" cy="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4808520" y="4564080"/>
            <a:ext cx="31320" cy="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4808520" y="4006080"/>
            <a:ext cx="31320" cy="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4839840" y="6237720"/>
            <a:ext cx="2917800" cy="0"/>
          </a:xfrm>
          <a:prstGeom prst="line">
            <a:avLst/>
          </a:prstGeom>
          <a:ln cap="sq"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"/>
          <p:cNvSpPr/>
          <p:nvPr/>
        </p:nvSpPr>
        <p:spPr>
          <a:xfrm flipV="1">
            <a:off x="5256720" y="6237720"/>
            <a:ext cx="0" cy="3168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 flipV="1">
            <a:off x="5951520" y="6237720"/>
            <a:ext cx="0" cy="3168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 flipV="1">
            <a:off x="6646320" y="6237720"/>
            <a:ext cx="0" cy="3168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 flipV="1">
            <a:off x="7340760" y="6237720"/>
            <a:ext cx="0" cy="3168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541760" y="3955320"/>
            <a:ext cx="2617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100%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"/>
          <p:cNvSpPr txBox="1"/>
          <p:nvPr/>
        </p:nvSpPr>
        <p:spPr>
          <a:xfrm rot="20700000">
            <a:off x="4317480" y="6400080"/>
            <a:ext cx="1005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Accumulated warming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"/>
          <p:cNvSpPr txBox="1"/>
          <p:nvPr/>
        </p:nvSpPr>
        <p:spPr>
          <a:xfrm rot="20700000">
            <a:off x="5424120" y="6346800"/>
            <a:ext cx="57960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Survey effort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"/>
          <p:cNvSpPr txBox="1"/>
          <p:nvPr/>
        </p:nvSpPr>
        <p:spPr>
          <a:xfrm rot="20700000">
            <a:off x="5931720" y="6371280"/>
            <a:ext cx="77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Annual variability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"/>
          <p:cNvSpPr txBox="1"/>
          <p:nvPr/>
        </p:nvSpPr>
        <p:spPr>
          <a:xfrm rot="20700000">
            <a:off x="6638760" y="6369840"/>
            <a:ext cx="758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Warming × effort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 rot="16200000">
            <a:off x="3340440" y="5092200"/>
            <a:ext cx="218736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0D0D0D"/>
                </a:solidFill>
                <a:effectLst/>
                <a:uFillTx/>
                <a:latin typeface="Arial"/>
                <a:ea typeface="Arial"/>
              </a:rPr>
              <a:t>Actual coverage of the nominal 95% CI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4840200" y="3632400"/>
            <a:ext cx="18990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Coverage 91.3-95.3%; absolute bias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4840200" y="3758760"/>
            <a:ext cx="185328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 below 0.01 on the log-hazard scale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8277480" y="3961440"/>
            <a:ext cx="2918160" cy="2276640"/>
          </a:xfrm>
          <a:custGeom>
            <a:avLst/>
            <a:gdLst/>
            <a:ahLst/>
            <a:rect l="0" t="0" r="r" b="b"/>
            <a:pathLst>
              <a:path w="8106" h="6324">
                <a:moveTo>
                  <a:pt x="0" y="0"/>
                </a:moveTo>
                <a:lnTo>
                  <a:pt x="8106" y="0"/>
                </a:lnTo>
                <a:lnTo>
                  <a:pt x="8106" y="6324"/>
                </a:lnTo>
                <a:lnTo>
                  <a:pt x="0" y="63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"/>
          <p:cNvSpPr/>
          <p:nvPr/>
        </p:nvSpPr>
        <p:spPr>
          <a:xfrm>
            <a:off x="8277480" y="5158080"/>
            <a:ext cx="2917800" cy="0"/>
          </a:xfrm>
          <a:prstGeom prst="line">
            <a:avLst/>
          </a:prstGeom>
          <a:ln w="1224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8277480" y="5918760"/>
            <a:ext cx="2917800" cy="0"/>
          </a:xfrm>
          <a:prstGeom prst="line">
            <a:avLst/>
          </a:prstGeom>
          <a:ln w="12240">
            <a:solidFill>
              <a:srgbClr val="999999"/>
            </a:solidFill>
            <a:custDash>
              <a:ds d="100000" sp="300000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8277480" y="4397040"/>
            <a:ext cx="2917800" cy="0"/>
          </a:xfrm>
          <a:prstGeom prst="line">
            <a:avLst/>
          </a:prstGeom>
          <a:ln w="12240">
            <a:solidFill>
              <a:srgbClr val="999999"/>
            </a:solidFill>
            <a:custDash>
              <a:ds d="100000" sp="300000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"/>
          <p:cNvSpPr/>
          <p:nvPr/>
        </p:nvSpPr>
        <p:spPr>
          <a:xfrm>
            <a:off x="8683200" y="568872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8"/>
                  <a:pt x="0" y="108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8683200" y="568872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8"/>
                  <a:pt x="0" y="108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8792640" y="536544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8"/>
                  <a:pt x="0" y="108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8792640" y="536544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6"/>
                </a:moveTo>
                <a:cubicBezTo>
                  <a:pt x="92" y="108"/>
                  <a:pt x="0" y="108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8703720" y="5207040"/>
            <a:ext cx="33120" cy="32760"/>
          </a:xfrm>
          <a:custGeom>
            <a:avLst/>
            <a:gdLst/>
            <a:ahLst/>
            <a:rect l="0" t="0" r="r" b="b"/>
            <a:pathLst>
              <a:path w="92" h="91">
                <a:moveTo>
                  <a:pt x="0" y="45"/>
                </a:moveTo>
                <a:cubicBezTo>
                  <a:pt x="0" y="-15"/>
                  <a:pt x="92" y="-15"/>
                  <a:pt x="92" y="45"/>
                </a:cubicBezTo>
                <a:cubicBezTo>
                  <a:pt x="92" y="106"/>
                  <a:pt x="0" y="106"/>
                  <a:pt x="0" y="45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8703720" y="5207040"/>
            <a:ext cx="33120" cy="32760"/>
          </a:xfrm>
          <a:custGeom>
            <a:avLst/>
            <a:gdLst/>
            <a:ahLst/>
            <a:rect l="0" t="0" r="r" b="b"/>
            <a:pathLst>
              <a:path fill="none" w="92" h="91">
                <a:moveTo>
                  <a:pt x="92" y="45"/>
                </a:moveTo>
                <a:cubicBezTo>
                  <a:pt x="92" y="106"/>
                  <a:pt x="0" y="106"/>
                  <a:pt x="0" y="45"/>
                </a:cubicBezTo>
                <a:cubicBezTo>
                  <a:pt x="0" y="-15"/>
                  <a:pt x="92" y="-15"/>
                  <a:pt x="92" y="45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8596080" y="546516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8596080" y="546516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6"/>
                </a:moveTo>
                <a:cubicBezTo>
                  <a:pt x="92" y="107"/>
                  <a:pt x="0" y="107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8762400" y="501408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8762400" y="501408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6"/>
                </a:moveTo>
                <a:cubicBezTo>
                  <a:pt x="92" y="107"/>
                  <a:pt x="0" y="107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8738640" y="5602680"/>
            <a:ext cx="33120" cy="32760"/>
          </a:xfrm>
          <a:custGeom>
            <a:avLst/>
            <a:gdLst/>
            <a:ahLst/>
            <a:rect l="0" t="0" r="r" b="b"/>
            <a:pathLst>
              <a:path w="92" h="91">
                <a:moveTo>
                  <a:pt x="0" y="45"/>
                </a:moveTo>
                <a:cubicBezTo>
                  <a:pt x="0" y="-15"/>
                  <a:pt x="92" y="-15"/>
                  <a:pt x="92" y="45"/>
                </a:cubicBezTo>
                <a:cubicBezTo>
                  <a:pt x="92" y="106"/>
                  <a:pt x="0" y="106"/>
                  <a:pt x="0" y="45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8738640" y="5602680"/>
            <a:ext cx="33120" cy="32760"/>
          </a:xfrm>
          <a:custGeom>
            <a:avLst/>
            <a:gdLst/>
            <a:ahLst/>
            <a:rect l="0" t="0" r="r" b="b"/>
            <a:pathLst>
              <a:path fill="none" w="92" h="91">
                <a:moveTo>
                  <a:pt x="92" y="45"/>
                </a:moveTo>
                <a:cubicBezTo>
                  <a:pt x="92" y="106"/>
                  <a:pt x="0" y="106"/>
                  <a:pt x="0" y="45"/>
                </a:cubicBezTo>
                <a:cubicBezTo>
                  <a:pt x="0" y="-15"/>
                  <a:pt x="92" y="-15"/>
                  <a:pt x="92" y="45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8594640" y="460044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5"/>
                </a:moveTo>
                <a:cubicBezTo>
                  <a:pt x="0" y="-15"/>
                  <a:pt x="91" y="-15"/>
                  <a:pt x="91" y="45"/>
                </a:cubicBezTo>
                <a:cubicBezTo>
                  <a:pt x="91" y="107"/>
                  <a:pt x="0" y="107"/>
                  <a:pt x="0" y="45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"/>
          <p:cNvSpPr/>
          <p:nvPr/>
        </p:nvSpPr>
        <p:spPr>
          <a:xfrm>
            <a:off x="8594640" y="460044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5"/>
                </a:moveTo>
                <a:cubicBezTo>
                  <a:pt x="91" y="107"/>
                  <a:pt x="0" y="107"/>
                  <a:pt x="0" y="45"/>
                </a:cubicBezTo>
                <a:cubicBezTo>
                  <a:pt x="0" y="-15"/>
                  <a:pt x="91" y="-15"/>
                  <a:pt x="91" y="45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8555040" y="471708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8555040" y="471708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7"/>
                  <a:pt x="0" y="107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8703000" y="484056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8703000" y="484056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6"/>
                </a:moveTo>
                <a:cubicBezTo>
                  <a:pt x="92" y="107"/>
                  <a:pt x="0" y="107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" name=""/>
          <p:cNvSpPr/>
          <p:nvPr/>
        </p:nvSpPr>
        <p:spPr>
          <a:xfrm>
            <a:off x="8759520" y="5303160"/>
            <a:ext cx="33120" cy="32760"/>
          </a:xfrm>
          <a:custGeom>
            <a:avLst/>
            <a:gdLst/>
            <a:ahLst/>
            <a:rect l="0" t="0" r="r" b="b"/>
            <a:pathLst>
              <a:path w="92" h="91">
                <a:moveTo>
                  <a:pt x="0" y="45"/>
                </a:moveTo>
                <a:cubicBezTo>
                  <a:pt x="0" y="-15"/>
                  <a:pt x="92" y="-15"/>
                  <a:pt x="92" y="45"/>
                </a:cubicBezTo>
                <a:cubicBezTo>
                  <a:pt x="92" y="106"/>
                  <a:pt x="0" y="106"/>
                  <a:pt x="0" y="45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8759520" y="5303160"/>
            <a:ext cx="33120" cy="32760"/>
          </a:xfrm>
          <a:custGeom>
            <a:avLst/>
            <a:gdLst/>
            <a:ahLst/>
            <a:rect l="0" t="0" r="r" b="b"/>
            <a:pathLst>
              <a:path fill="none" w="92" h="91">
                <a:moveTo>
                  <a:pt x="92" y="45"/>
                </a:moveTo>
                <a:cubicBezTo>
                  <a:pt x="92" y="106"/>
                  <a:pt x="0" y="106"/>
                  <a:pt x="0" y="45"/>
                </a:cubicBezTo>
                <a:cubicBezTo>
                  <a:pt x="0" y="-15"/>
                  <a:pt x="92" y="-15"/>
                  <a:pt x="92" y="45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>
            <a:off x="8759520" y="5181120"/>
            <a:ext cx="33120" cy="32760"/>
          </a:xfrm>
          <a:custGeom>
            <a:avLst/>
            <a:gdLst/>
            <a:ahLst/>
            <a:rect l="0" t="0" r="r" b="b"/>
            <a:pathLst>
              <a:path w="92" h="91">
                <a:moveTo>
                  <a:pt x="0" y="45"/>
                </a:moveTo>
                <a:cubicBezTo>
                  <a:pt x="0" y="-15"/>
                  <a:pt x="92" y="-15"/>
                  <a:pt x="92" y="45"/>
                </a:cubicBezTo>
                <a:cubicBezTo>
                  <a:pt x="92" y="106"/>
                  <a:pt x="0" y="106"/>
                  <a:pt x="0" y="45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8759520" y="5181120"/>
            <a:ext cx="33120" cy="32760"/>
          </a:xfrm>
          <a:custGeom>
            <a:avLst/>
            <a:gdLst/>
            <a:ahLst/>
            <a:rect l="0" t="0" r="r" b="b"/>
            <a:pathLst>
              <a:path fill="none" w="92" h="91">
                <a:moveTo>
                  <a:pt x="92" y="45"/>
                </a:moveTo>
                <a:cubicBezTo>
                  <a:pt x="92" y="106"/>
                  <a:pt x="0" y="106"/>
                  <a:pt x="0" y="45"/>
                </a:cubicBezTo>
                <a:cubicBezTo>
                  <a:pt x="0" y="-15"/>
                  <a:pt x="92" y="-15"/>
                  <a:pt x="92" y="45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8626320" y="524340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>
            <a:off x="8626320" y="524340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6"/>
                </a:moveTo>
                <a:cubicBezTo>
                  <a:pt x="92" y="107"/>
                  <a:pt x="0" y="107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8559720" y="480132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7"/>
                </a:moveTo>
                <a:cubicBezTo>
                  <a:pt x="0" y="-15"/>
                  <a:pt x="91" y="-15"/>
                  <a:pt x="91" y="47"/>
                </a:cubicBezTo>
                <a:cubicBezTo>
                  <a:pt x="91" y="107"/>
                  <a:pt x="0" y="107"/>
                  <a:pt x="0" y="47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8559720" y="480132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7"/>
                </a:moveTo>
                <a:cubicBezTo>
                  <a:pt x="91" y="107"/>
                  <a:pt x="0" y="107"/>
                  <a:pt x="0" y="47"/>
                </a:cubicBezTo>
                <a:cubicBezTo>
                  <a:pt x="0" y="-15"/>
                  <a:pt x="91" y="-15"/>
                  <a:pt x="91" y="47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8557560" y="461520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8"/>
                  <a:pt x="0" y="108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8557560" y="461520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8"/>
                  <a:pt x="0" y="108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8604720" y="4447800"/>
            <a:ext cx="33120" cy="32760"/>
          </a:xfrm>
          <a:custGeom>
            <a:avLst/>
            <a:gdLst/>
            <a:ahLst/>
            <a:rect l="0" t="0" r="r" b="b"/>
            <a:pathLst>
              <a:path w="92" h="91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6"/>
                  <a:pt x="0" y="106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8604720" y="4447800"/>
            <a:ext cx="33120" cy="32760"/>
          </a:xfrm>
          <a:custGeom>
            <a:avLst/>
            <a:gdLst/>
            <a:ahLst/>
            <a:rect l="0" t="0" r="r" b="b"/>
            <a:pathLst>
              <a:path fill="none" w="92" h="91">
                <a:moveTo>
                  <a:pt x="92" y="46"/>
                </a:moveTo>
                <a:cubicBezTo>
                  <a:pt x="92" y="106"/>
                  <a:pt x="0" y="106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8727120" y="526248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7"/>
                </a:moveTo>
                <a:cubicBezTo>
                  <a:pt x="0" y="-15"/>
                  <a:pt x="92" y="-15"/>
                  <a:pt x="92" y="47"/>
                </a:cubicBezTo>
                <a:cubicBezTo>
                  <a:pt x="92" y="108"/>
                  <a:pt x="0" y="108"/>
                  <a:pt x="0" y="47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8727120" y="526248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7"/>
                </a:moveTo>
                <a:cubicBezTo>
                  <a:pt x="92" y="108"/>
                  <a:pt x="0" y="108"/>
                  <a:pt x="0" y="47"/>
                </a:cubicBezTo>
                <a:cubicBezTo>
                  <a:pt x="0" y="-15"/>
                  <a:pt x="92" y="-15"/>
                  <a:pt x="92" y="47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8589240" y="502776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7"/>
                </a:moveTo>
                <a:cubicBezTo>
                  <a:pt x="0" y="-15"/>
                  <a:pt x="92" y="-15"/>
                  <a:pt x="92" y="47"/>
                </a:cubicBezTo>
                <a:cubicBezTo>
                  <a:pt x="92" y="107"/>
                  <a:pt x="0" y="107"/>
                  <a:pt x="0" y="47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8589240" y="502776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7"/>
                </a:moveTo>
                <a:cubicBezTo>
                  <a:pt x="92" y="107"/>
                  <a:pt x="0" y="107"/>
                  <a:pt x="0" y="47"/>
                </a:cubicBezTo>
                <a:cubicBezTo>
                  <a:pt x="0" y="-15"/>
                  <a:pt x="92" y="-15"/>
                  <a:pt x="92" y="47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8558280" y="444852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7"/>
                </a:moveTo>
                <a:cubicBezTo>
                  <a:pt x="0" y="-15"/>
                  <a:pt x="92" y="-15"/>
                  <a:pt x="92" y="47"/>
                </a:cubicBezTo>
                <a:cubicBezTo>
                  <a:pt x="92" y="107"/>
                  <a:pt x="0" y="107"/>
                  <a:pt x="0" y="47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8558280" y="444852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7"/>
                </a:moveTo>
                <a:cubicBezTo>
                  <a:pt x="92" y="107"/>
                  <a:pt x="0" y="107"/>
                  <a:pt x="0" y="47"/>
                </a:cubicBezTo>
                <a:cubicBezTo>
                  <a:pt x="0" y="-15"/>
                  <a:pt x="92" y="-15"/>
                  <a:pt x="92" y="47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8707320" y="5443560"/>
            <a:ext cx="33120" cy="32760"/>
          </a:xfrm>
          <a:custGeom>
            <a:avLst/>
            <a:gdLst/>
            <a:ahLst/>
            <a:rect l="0" t="0" r="r" b="b"/>
            <a:pathLst>
              <a:path w="92" h="91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6"/>
                  <a:pt x="0" y="106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8707320" y="5443560"/>
            <a:ext cx="33120" cy="32760"/>
          </a:xfrm>
          <a:custGeom>
            <a:avLst/>
            <a:gdLst/>
            <a:ahLst/>
            <a:rect l="0" t="0" r="r" b="b"/>
            <a:pathLst>
              <a:path fill="none" w="92" h="91">
                <a:moveTo>
                  <a:pt x="92" y="46"/>
                </a:moveTo>
                <a:cubicBezTo>
                  <a:pt x="92" y="106"/>
                  <a:pt x="0" y="106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8724960" y="552348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8724960" y="552348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7"/>
                  <a:pt x="0" y="107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8660160" y="548784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7"/>
                </a:moveTo>
                <a:cubicBezTo>
                  <a:pt x="0" y="-15"/>
                  <a:pt x="92" y="-15"/>
                  <a:pt x="92" y="47"/>
                </a:cubicBezTo>
                <a:cubicBezTo>
                  <a:pt x="92" y="108"/>
                  <a:pt x="0" y="108"/>
                  <a:pt x="0" y="47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8660160" y="548784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7"/>
                </a:moveTo>
                <a:cubicBezTo>
                  <a:pt x="92" y="108"/>
                  <a:pt x="0" y="108"/>
                  <a:pt x="0" y="47"/>
                </a:cubicBezTo>
                <a:cubicBezTo>
                  <a:pt x="0" y="-15"/>
                  <a:pt x="92" y="-15"/>
                  <a:pt x="92" y="47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8628480" y="541404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8628480" y="541404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6"/>
                </a:moveTo>
                <a:cubicBezTo>
                  <a:pt x="92" y="107"/>
                  <a:pt x="0" y="107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8578080" y="532764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7"/>
                </a:moveTo>
                <a:cubicBezTo>
                  <a:pt x="0" y="-15"/>
                  <a:pt x="91" y="-15"/>
                  <a:pt x="91" y="47"/>
                </a:cubicBezTo>
                <a:cubicBezTo>
                  <a:pt x="91" y="108"/>
                  <a:pt x="0" y="108"/>
                  <a:pt x="0" y="47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8578080" y="532764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7"/>
                </a:moveTo>
                <a:cubicBezTo>
                  <a:pt x="91" y="108"/>
                  <a:pt x="0" y="108"/>
                  <a:pt x="0" y="47"/>
                </a:cubicBezTo>
                <a:cubicBezTo>
                  <a:pt x="0" y="-15"/>
                  <a:pt x="91" y="-15"/>
                  <a:pt x="91" y="47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8664120" y="526788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8664120" y="526788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7"/>
                  <a:pt x="0" y="107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8680680" y="481428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8"/>
                  <a:pt x="0" y="108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8680680" y="481428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8"/>
                  <a:pt x="0" y="108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8787960" y="522216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7"/>
                </a:moveTo>
                <a:cubicBezTo>
                  <a:pt x="0" y="-15"/>
                  <a:pt x="92" y="-15"/>
                  <a:pt x="92" y="47"/>
                </a:cubicBezTo>
                <a:cubicBezTo>
                  <a:pt x="92" y="107"/>
                  <a:pt x="0" y="107"/>
                  <a:pt x="0" y="47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8787960" y="522216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7"/>
                </a:moveTo>
                <a:cubicBezTo>
                  <a:pt x="92" y="107"/>
                  <a:pt x="0" y="107"/>
                  <a:pt x="0" y="47"/>
                </a:cubicBezTo>
                <a:cubicBezTo>
                  <a:pt x="0" y="-15"/>
                  <a:pt x="92" y="-15"/>
                  <a:pt x="92" y="47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8659440" y="528552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8659440" y="528552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6"/>
                </a:moveTo>
                <a:cubicBezTo>
                  <a:pt x="92" y="107"/>
                  <a:pt x="0" y="107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8671320" y="592344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5"/>
                </a:moveTo>
                <a:cubicBezTo>
                  <a:pt x="0" y="-15"/>
                  <a:pt x="92" y="-15"/>
                  <a:pt x="92" y="45"/>
                </a:cubicBezTo>
                <a:cubicBezTo>
                  <a:pt x="92" y="107"/>
                  <a:pt x="0" y="107"/>
                  <a:pt x="0" y="45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8671320" y="592344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5"/>
                </a:moveTo>
                <a:cubicBezTo>
                  <a:pt x="92" y="107"/>
                  <a:pt x="0" y="107"/>
                  <a:pt x="0" y="45"/>
                </a:cubicBezTo>
                <a:cubicBezTo>
                  <a:pt x="0" y="-15"/>
                  <a:pt x="92" y="-15"/>
                  <a:pt x="92" y="45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8607240" y="504072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8"/>
                  <a:pt x="0" y="108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8607240" y="504072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6"/>
                </a:moveTo>
                <a:cubicBezTo>
                  <a:pt x="92" y="108"/>
                  <a:pt x="0" y="108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8732520" y="448380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7"/>
                </a:moveTo>
                <a:cubicBezTo>
                  <a:pt x="0" y="-15"/>
                  <a:pt x="92" y="-15"/>
                  <a:pt x="92" y="47"/>
                </a:cubicBezTo>
                <a:cubicBezTo>
                  <a:pt x="92" y="108"/>
                  <a:pt x="0" y="108"/>
                  <a:pt x="0" y="47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8732520" y="448380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7"/>
                </a:moveTo>
                <a:cubicBezTo>
                  <a:pt x="92" y="108"/>
                  <a:pt x="0" y="108"/>
                  <a:pt x="0" y="47"/>
                </a:cubicBezTo>
                <a:cubicBezTo>
                  <a:pt x="0" y="-15"/>
                  <a:pt x="92" y="-15"/>
                  <a:pt x="92" y="47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8618040" y="530820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8618040" y="530820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7"/>
                  <a:pt x="0" y="107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8678520" y="476280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7"/>
                  <a:pt x="0" y="107"/>
                  <a:pt x="0" y="46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9" name=""/>
          <p:cNvSpPr/>
          <p:nvPr/>
        </p:nvSpPr>
        <p:spPr>
          <a:xfrm>
            <a:off x="8678520" y="476280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6"/>
                </a:moveTo>
                <a:cubicBezTo>
                  <a:pt x="92" y="107"/>
                  <a:pt x="0" y="107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8684280" y="488304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5"/>
                </a:moveTo>
                <a:cubicBezTo>
                  <a:pt x="0" y="-15"/>
                  <a:pt x="92" y="-15"/>
                  <a:pt x="92" y="45"/>
                </a:cubicBezTo>
                <a:cubicBezTo>
                  <a:pt x="92" y="107"/>
                  <a:pt x="0" y="107"/>
                  <a:pt x="0" y="45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"/>
          <p:cNvSpPr/>
          <p:nvPr/>
        </p:nvSpPr>
        <p:spPr>
          <a:xfrm>
            <a:off x="8684280" y="488304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5"/>
                </a:moveTo>
                <a:cubicBezTo>
                  <a:pt x="92" y="107"/>
                  <a:pt x="0" y="107"/>
                  <a:pt x="0" y="45"/>
                </a:cubicBezTo>
                <a:cubicBezTo>
                  <a:pt x="0" y="-15"/>
                  <a:pt x="92" y="-15"/>
                  <a:pt x="92" y="45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" name=""/>
          <p:cNvSpPr/>
          <p:nvPr/>
        </p:nvSpPr>
        <p:spPr>
          <a:xfrm>
            <a:off x="8790480" y="546264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7"/>
                  <a:pt x="0" y="107"/>
                  <a:pt x="0" y="46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3" name=""/>
          <p:cNvSpPr/>
          <p:nvPr/>
        </p:nvSpPr>
        <p:spPr>
          <a:xfrm>
            <a:off x="8790480" y="546264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6"/>
                </a:moveTo>
                <a:cubicBezTo>
                  <a:pt x="92" y="107"/>
                  <a:pt x="0" y="107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8764920" y="5207760"/>
            <a:ext cx="32760" cy="32760"/>
          </a:xfrm>
          <a:custGeom>
            <a:avLst/>
            <a:gdLst/>
            <a:ahLst/>
            <a:rect l="0" t="0" r="r" b="b"/>
            <a:pathLst>
              <a:path w="91" h="91">
                <a:moveTo>
                  <a:pt x="0" y="45"/>
                </a:moveTo>
                <a:cubicBezTo>
                  <a:pt x="0" y="-15"/>
                  <a:pt x="91" y="-15"/>
                  <a:pt x="91" y="45"/>
                </a:cubicBezTo>
                <a:cubicBezTo>
                  <a:pt x="91" y="106"/>
                  <a:pt x="0" y="106"/>
                  <a:pt x="0" y="45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5" name=""/>
          <p:cNvSpPr/>
          <p:nvPr/>
        </p:nvSpPr>
        <p:spPr>
          <a:xfrm>
            <a:off x="8764920" y="5207760"/>
            <a:ext cx="32760" cy="32760"/>
          </a:xfrm>
          <a:custGeom>
            <a:avLst/>
            <a:gdLst/>
            <a:ahLst/>
            <a:rect l="0" t="0" r="r" b="b"/>
            <a:pathLst>
              <a:path fill="none" w="91" h="91">
                <a:moveTo>
                  <a:pt x="91" y="45"/>
                </a:moveTo>
                <a:cubicBezTo>
                  <a:pt x="91" y="106"/>
                  <a:pt x="0" y="106"/>
                  <a:pt x="0" y="45"/>
                </a:cubicBezTo>
                <a:cubicBezTo>
                  <a:pt x="0" y="-15"/>
                  <a:pt x="91" y="-15"/>
                  <a:pt x="91" y="45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8693280" y="5044320"/>
            <a:ext cx="32760" cy="32760"/>
          </a:xfrm>
          <a:custGeom>
            <a:avLst/>
            <a:gdLst/>
            <a:ahLst/>
            <a:rect l="0" t="0" r="r" b="b"/>
            <a:pathLst>
              <a:path w="91" h="91">
                <a:moveTo>
                  <a:pt x="0" y="45"/>
                </a:moveTo>
                <a:cubicBezTo>
                  <a:pt x="0" y="-15"/>
                  <a:pt x="91" y="-15"/>
                  <a:pt x="91" y="45"/>
                </a:cubicBezTo>
                <a:cubicBezTo>
                  <a:pt x="91" y="106"/>
                  <a:pt x="0" y="106"/>
                  <a:pt x="0" y="45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7" name=""/>
          <p:cNvSpPr/>
          <p:nvPr/>
        </p:nvSpPr>
        <p:spPr>
          <a:xfrm>
            <a:off x="8693280" y="5044320"/>
            <a:ext cx="32760" cy="32760"/>
          </a:xfrm>
          <a:custGeom>
            <a:avLst/>
            <a:gdLst/>
            <a:ahLst/>
            <a:rect l="0" t="0" r="r" b="b"/>
            <a:pathLst>
              <a:path fill="none" w="91" h="91">
                <a:moveTo>
                  <a:pt x="91" y="45"/>
                </a:moveTo>
                <a:cubicBezTo>
                  <a:pt x="91" y="106"/>
                  <a:pt x="0" y="106"/>
                  <a:pt x="0" y="45"/>
                </a:cubicBezTo>
                <a:cubicBezTo>
                  <a:pt x="0" y="-15"/>
                  <a:pt x="91" y="-15"/>
                  <a:pt x="91" y="45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" name=""/>
          <p:cNvSpPr/>
          <p:nvPr/>
        </p:nvSpPr>
        <p:spPr>
          <a:xfrm>
            <a:off x="8784360" y="493128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7"/>
                  <a:pt x="0" y="107"/>
                  <a:pt x="0" y="46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9" name=""/>
          <p:cNvSpPr/>
          <p:nvPr/>
        </p:nvSpPr>
        <p:spPr>
          <a:xfrm>
            <a:off x="8784360" y="493128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7"/>
                  <a:pt x="0" y="107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8740080" y="404856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5"/>
                </a:moveTo>
                <a:cubicBezTo>
                  <a:pt x="0" y="-15"/>
                  <a:pt x="92" y="-15"/>
                  <a:pt x="92" y="45"/>
                </a:cubicBezTo>
                <a:cubicBezTo>
                  <a:pt x="92" y="107"/>
                  <a:pt x="0" y="107"/>
                  <a:pt x="0" y="45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8740080" y="404856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5"/>
                </a:moveTo>
                <a:cubicBezTo>
                  <a:pt x="92" y="107"/>
                  <a:pt x="0" y="107"/>
                  <a:pt x="0" y="45"/>
                </a:cubicBezTo>
                <a:cubicBezTo>
                  <a:pt x="0" y="-15"/>
                  <a:pt x="92" y="-15"/>
                  <a:pt x="92" y="45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8688240" y="5855760"/>
            <a:ext cx="33120" cy="32760"/>
          </a:xfrm>
          <a:custGeom>
            <a:avLst/>
            <a:gdLst/>
            <a:ahLst/>
            <a:rect l="0" t="0" r="r" b="b"/>
            <a:pathLst>
              <a:path w="92" h="91">
                <a:moveTo>
                  <a:pt x="0" y="45"/>
                </a:moveTo>
                <a:cubicBezTo>
                  <a:pt x="0" y="-15"/>
                  <a:pt x="92" y="-15"/>
                  <a:pt x="92" y="45"/>
                </a:cubicBezTo>
                <a:cubicBezTo>
                  <a:pt x="92" y="106"/>
                  <a:pt x="0" y="106"/>
                  <a:pt x="0" y="45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"/>
          <p:cNvSpPr/>
          <p:nvPr/>
        </p:nvSpPr>
        <p:spPr>
          <a:xfrm>
            <a:off x="8688240" y="5855760"/>
            <a:ext cx="33120" cy="32760"/>
          </a:xfrm>
          <a:custGeom>
            <a:avLst/>
            <a:gdLst/>
            <a:ahLst/>
            <a:rect l="0" t="0" r="r" b="b"/>
            <a:pathLst>
              <a:path fill="none" w="92" h="91">
                <a:moveTo>
                  <a:pt x="92" y="45"/>
                </a:moveTo>
                <a:cubicBezTo>
                  <a:pt x="92" y="106"/>
                  <a:pt x="0" y="106"/>
                  <a:pt x="0" y="45"/>
                </a:cubicBezTo>
                <a:cubicBezTo>
                  <a:pt x="0" y="-15"/>
                  <a:pt x="92" y="-15"/>
                  <a:pt x="92" y="45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8718120" y="497088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8"/>
                  <a:pt x="0" y="108"/>
                  <a:pt x="0" y="46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8718120" y="497088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8"/>
                  <a:pt x="0" y="108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8582760" y="549432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7"/>
                  <a:pt x="0" y="107"/>
                  <a:pt x="0" y="46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8582760" y="549432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6"/>
                </a:moveTo>
                <a:cubicBezTo>
                  <a:pt x="92" y="107"/>
                  <a:pt x="0" y="107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9306000" y="5157720"/>
            <a:ext cx="32760" cy="32760"/>
          </a:xfrm>
          <a:custGeom>
            <a:avLst/>
            <a:gdLst/>
            <a:ahLst/>
            <a:rect l="0" t="0" r="r" b="b"/>
            <a:pathLst>
              <a:path w="91" h="91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6"/>
                  <a:pt x="0" y="106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9306000" y="5157720"/>
            <a:ext cx="32760" cy="32760"/>
          </a:xfrm>
          <a:custGeom>
            <a:avLst/>
            <a:gdLst/>
            <a:ahLst/>
            <a:rect l="0" t="0" r="r" b="b"/>
            <a:pathLst>
              <a:path fill="none" w="91" h="91">
                <a:moveTo>
                  <a:pt x="91" y="46"/>
                </a:moveTo>
                <a:cubicBezTo>
                  <a:pt x="91" y="106"/>
                  <a:pt x="0" y="106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9402120" y="4466520"/>
            <a:ext cx="32760" cy="32760"/>
          </a:xfrm>
          <a:custGeom>
            <a:avLst/>
            <a:gdLst/>
            <a:ahLst/>
            <a:rect l="0" t="0" r="r" b="b"/>
            <a:pathLst>
              <a:path w="91" h="91">
                <a:moveTo>
                  <a:pt x="0" y="45"/>
                </a:moveTo>
                <a:cubicBezTo>
                  <a:pt x="0" y="-15"/>
                  <a:pt x="91" y="-15"/>
                  <a:pt x="91" y="45"/>
                </a:cubicBezTo>
                <a:cubicBezTo>
                  <a:pt x="91" y="106"/>
                  <a:pt x="0" y="106"/>
                  <a:pt x="0" y="45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1" name=""/>
          <p:cNvSpPr/>
          <p:nvPr/>
        </p:nvSpPr>
        <p:spPr>
          <a:xfrm>
            <a:off x="9402120" y="4466520"/>
            <a:ext cx="32760" cy="32760"/>
          </a:xfrm>
          <a:custGeom>
            <a:avLst/>
            <a:gdLst/>
            <a:ahLst/>
            <a:rect l="0" t="0" r="r" b="b"/>
            <a:pathLst>
              <a:path fill="none" w="91" h="91">
                <a:moveTo>
                  <a:pt x="91" y="45"/>
                </a:moveTo>
                <a:cubicBezTo>
                  <a:pt x="91" y="106"/>
                  <a:pt x="0" y="106"/>
                  <a:pt x="0" y="45"/>
                </a:cubicBezTo>
                <a:cubicBezTo>
                  <a:pt x="0" y="-15"/>
                  <a:pt x="91" y="-15"/>
                  <a:pt x="91" y="45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" name=""/>
          <p:cNvSpPr/>
          <p:nvPr/>
        </p:nvSpPr>
        <p:spPr>
          <a:xfrm>
            <a:off x="9280440" y="492948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7"/>
                </a:moveTo>
                <a:cubicBezTo>
                  <a:pt x="0" y="-15"/>
                  <a:pt x="92" y="-15"/>
                  <a:pt x="92" y="47"/>
                </a:cubicBezTo>
                <a:cubicBezTo>
                  <a:pt x="92" y="107"/>
                  <a:pt x="0" y="107"/>
                  <a:pt x="0" y="47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9280440" y="492948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7"/>
                </a:moveTo>
                <a:cubicBezTo>
                  <a:pt x="92" y="107"/>
                  <a:pt x="0" y="107"/>
                  <a:pt x="0" y="47"/>
                </a:cubicBezTo>
                <a:cubicBezTo>
                  <a:pt x="0" y="-15"/>
                  <a:pt x="92" y="-15"/>
                  <a:pt x="92" y="47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" name=""/>
          <p:cNvSpPr/>
          <p:nvPr/>
        </p:nvSpPr>
        <p:spPr>
          <a:xfrm>
            <a:off x="9426960" y="5150160"/>
            <a:ext cx="32760" cy="32760"/>
          </a:xfrm>
          <a:custGeom>
            <a:avLst/>
            <a:gdLst/>
            <a:ahLst/>
            <a:rect l="0" t="0" r="r" b="b"/>
            <a:pathLst>
              <a:path w="91" h="91">
                <a:moveTo>
                  <a:pt x="0" y="45"/>
                </a:moveTo>
                <a:cubicBezTo>
                  <a:pt x="0" y="-15"/>
                  <a:pt x="91" y="-15"/>
                  <a:pt x="91" y="45"/>
                </a:cubicBezTo>
                <a:cubicBezTo>
                  <a:pt x="91" y="106"/>
                  <a:pt x="0" y="106"/>
                  <a:pt x="0" y="45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5" name=""/>
          <p:cNvSpPr/>
          <p:nvPr/>
        </p:nvSpPr>
        <p:spPr>
          <a:xfrm>
            <a:off x="9426960" y="5150160"/>
            <a:ext cx="32760" cy="32760"/>
          </a:xfrm>
          <a:custGeom>
            <a:avLst/>
            <a:gdLst/>
            <a:ahLst/>
            <a:rect l="0" t="0" r="r" b="b"/>
            <a:pathLst>
              <a:path fill="none" w="91" h="91">
                <a:moveTo>
                  <a:pt x="91" y="45"/>
                </a:moveTo>
                <a:cubicBezTo>
                  <a:pt x="91" y="106"/>
                  <a:pt x="0" y="106"/>
                  <a:pt x="0" y="45"/>
                </a:cubicBezTo>
                <a:cubicBezTo>
                  <a:pt x="0" y="-15"/>
                  <a:pt x="91" y="-15"/>
                  <a:pt x="91" y="45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9274320" y="5736960"/>
            <a:ext cx="32760" cy="32760"/>
          </a:xfrm>
          <a:custGeom>
            <a:avLst/>
            <a:gdLst/>
            <a:ahLst/>
            <a:rect l="0" t="0" r="r" b="b"/>
            <a:pathLst>
              <a:path w="91" h="91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6"/>
                  <a:pt x="0" y="106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7" name=""/>
          <p:cNvSpPr/>
          <p:nvPr/>
        </p:nvSpPr>
        <p:spPr>
          <a:xfrm>
            <a:off x="9274320" y="5736960"/>
            <a:ext cx="32760" cy="32760"/>
          </a:xfrm>
          <a:custGeom>
            <a:avLst/>
            <a:gdLst/>
            <a:ahLst/>
            <a:rect l="0" t="0" r="r" b="b"/>
            <a:pathLst>
              <a:path fill="none" w="91" h="91">
                <a:moveTo>
                  <a:pt x="91" y="46"/>
                </a:moveTo>
                <a:cubicBezTo>
                  <a:pt x="91" y="106"/>
                  <a:pt x="0" y="106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9475200" y="542268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8"/>
                  <a:pt x="0" y="108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9475200" y="542268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6"/>
                </a:moveTo>
                <a:cubicBezTo>
                  <a:pt x="92" y="108"/>
                  <a:pt x="0" y="108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9317520" y="416484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1" name=""/>
          <p:cNvSpPr/>
          <p:nvPr/>
        </p:nvSpPr>
        <p:spPr>
          <a:xfrm>
            <a:off x="9317520" y="416484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7"/>
                  <a:pt x="0" y="107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9255240" y="538884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3" name=""/>
          <p:cNvSpPr/>
          <p:nvPr/>
        </p:nvSpPr>
        <p:spPr>
          <a:xfrm>
            <a:off x="9255240" y="538884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7"/>
                  <a:pt x="0" y="107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9483120" y="506520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8"/>
                  <a:pt x="0" y="108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5" name=""/>
          <p:cNvSpPr/>
          <p:nvPr/>
        </p:nvSpPr>
        <p:spPr>
          <a:xfrm>
            <a:off x="9483120" y="506520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6"/>
                </a:moveTo>
                <a:cubicBezTo>
                  <a:pt x="92" y="108"/>
                  <a:pt x="0" y="108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" name=""/>
          <p:cNvSpPr/>
          <p:nvPr/>
        </p:nvSpPr>
        <p:spPr>
          <a:xfrm>
            <a:off x="9341640" y="5225760"/>
            <a:ext cx="32760" cy="32760"/>
          </a:xfrm>
          <a:custGeom>
            <a:avLst/>
            <a:gdLst/>
            <a:ahLst/>
            <a:rect l="0" t="0" r="r" b="b"/>
            <a:pathLst>
              <a:path w="91" h="91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6"/>
                  <a:pt x="0" y="106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9341640" y="5225760"/>
            <a:ext cx="32760" cy="32760"/>
          </a:xfrm>
          <a:custGeom>
            <a:avLst/>
            <a:gdLst/>
            <a:ahLst/>
            <a:rect l="0" t="0" r="r" b="b"/>
            <a:pathLst>
              <a:path fill="none" w="91" h="91">
                <a:moveTo>
                  <a:pt x="91" y="46"/>
                </a:moveTo>
                <a:cubicBezTo>
                  <a:pt x="91" y="106"/>
                  <a:pt x="0" y="106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"/>
          <p:cNvSpPr/>
          <p:nvPr/>
        </p:nvSpPr>
        <p:spPr>
          <a:xfrm>
            <a:off x="9260280" y="454212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9260280" y="454212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7"/>
                  <a:pt x="0" y="107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9366120" y="558612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9366120" y="558612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7"/>
                  <a:pt x="0" y="107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9362520" y="534888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7"/>
                </a:moveTo>
                <a:cubicBezTo>
                  <a:pt x="0" y="-15"/>
                  <a:pt x="92" y="-15"/>
                  <a:pt x="92" y="47"/>
                </a:cubicBezTo>
                <a:cubicBezTo>
                  <a:pt x="92" y="107"/>
                  <a:pt x="0" y="107"/>
                  <a:pt x="0" y="47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9362520" y="534888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7"/>
                </a:moveTo>
                <a:cubicBezTo>
                  <a:pt x="92" y="107"/>
                  <a:pt x="0" y="107"/>
                  <a:pt x="0" y="47"/>
                </a:cubicBezTo>
                <a:cubicBezTo>
                  <a:pt x="0" y="-15"/>
                  <a:pt x="92" y="-15"/>
                  <a:pt x="92" y="47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9266760" y="5821560"/>
            <a:ext cx="32760" cy="32760"/>
          </a:xfrm>
          <a:custGeom>
            <a:avLst/>
            <a:gdLst/>
            <a:ahLst/>
            <a:rect l="0" t="0" r="r" b="b"/>
            <a:pathLst>
              <a:path w="91" h="91">
                <a:moveTo>
                  <a:pt x="0" y="45"/>
                </a:moveTo>
                <a:cubicBezTo>
                  <a:pt x="0" y="-15"/>
                  <a:pt x="91" y="-15"/>
                  <a:pt x="91" y="45"/>
                </a:cubicBezTo>
                <a:cubicBezTo>
                  <a:pt x="91" y="106"/>
                  <a:pt x="0" y="106"/>
                  <a:pt x="0" y="45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5" name=""/>
          <p:cNvSpPr/>
          <p:nvPr/>
        </p:nvSpPr>
        <p:spPr>
          <a:xfrm>
            <a:off x="9266760" y="5821560"/>
            <a:ext cx="32760" cy="32760"/>
          </a:xfrm>
          <a:custGeom>
            <a:avLst/>
            <a:gdLst/>
            <a:ahLst/>
            <a:rect l="0" t="0" r="r" b="b"/>
            <a:pathLst>
              <a:path fill="none" w="91" h="91">
                <a:moveTo>
                  <a:pt x="91" y="45"/>
                </a:moveTo>
                <a:cubicBezTo>
                  <a:pt x="91" y="106"/>
                  <a:pt x="0" y="106"/>
                  <a:pt x="0" y="45"/>
                </a:cubicBezTo>
                <a:cubicBezTo>
                  <a:pt x="0" y="-15"/>
                  <a:pt x="91" y="-15"/>
                  <a:pt x="91" y="45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9462600" y="545580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8"/>
                  <a:pt x="0" y="108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7" name=""/>
          <p:cNvSpPr/>
          <p:nvPr/>
        </p:nvSpPr>
        <p:spPr>
          <a:xfrm>
            <a:off x="9462600" y="545580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6"/>
                </a:moveTo>
                <a:cubicBezTo>
                  <a:pt x="92" y="108"/>
                  <a:pt x="0" y="108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9333000" y="611784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5"/>
                </a:moveTo>
                <a:cubicBezTo>
                  <a:pt x="0" y="-15"/>
                  <a:pt x="91" y="-15"/>
                  <a:pt x="91" y="45"/>
                </a:cubicBezTo>
                <a:cubicBezTo>
                  <a:pt x="91" y="107"/>
                  <a:pt x="0" y="107"/>
                  <a:pt x="0" y="45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9" name=""/>
          <p:cNvSpPr/>
          <p:nvPr/>
        </p:nvSpPr>
        <p:spPr>
          <a:xfrm>
            <a:off x="9333000" y="611784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5"/>
                </a:moveTo>
                <a:cubicBezTo>
                  <a:pt x="91" y="107"/>
                  <a:pt x="0" y="107"/>
                  <a:pt x="0" y="45"/>
                </a:cubicBezTo>
                <a:cubicBezTo>
                  <a:pt x="0" y="-15"/>
                  <a:pt x="91" y="-15"/>
                  <a:pt x="91" y="45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9330840" y="454464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7"/>
                </a:moveTo>
                <a:cubicBezTo>
                  <a:pt x="0" y="-15"/>
                  <a:pt x="92" y="-15"/>
                  <a:pt x="92" y="47"/>
                </a:cubicBezTo>
                <a:cubicBezTo>
                  <a:pt x="92" y="107"/>
                  <a:pt x="0" y="107"/>
                  <a:pt x="0" y="47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9330840" y="454464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7"/>
                </a:moveTo>
                <a:cubicBezTo>
                  <a:pt x="92" y="107"/>
                  <a:pt x="0" y="107"/>
                  <a:pt x="0" y="47"/>
                </a:cubicBezTo>
                <a:cubicBezTo>
                  <a:pt x="0" y="-15"/>
                  <a:pt x="92" y="-15"/>
                  <a:pt x="92" y="47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2" name=""/>
          <p:cNvSpPr/>
          <p:nvPr/>
        </p:nvSpPr>
        <p:spPr>
          <a:xfrm>
            <a:off x="9465840" y="479088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9465840" y="479088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6"/>
                </a:moveTo>
                <a:cubicBezTo>
                  <a:pt x="92" y="107"/>
                  <a:pt x="0" y="107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" name=""/>
          <p:cNvSpPr/>
          <p:nvPr/>
        </p:nvSpPr>
        <p:spPr>
          <a:xfrm>
            <a:off x="9487080" y="484632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5" name=""/>
          <p:cNvSpPr/>
          <p:nvPr/>
        </p:nvSpPr>
        <p:spPr>
          <a:xfrm>
            <a:off x="9487080" y="484632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7"/>
                  <a:pt x="0" y="107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6" name=""/>
          <p:cNvSpPr/>
          <p:nvPr/>
        </p:nvSpPr>
        <p:spPr>
          <a:xfrm>
            <a:off x="9410400" y="511524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9410400" y="511524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7"/>
                  <a:pt x="0" y="107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8" name=""/>
          <p:cNvSpPr/>
          <p:nvPr/>
        </p:nvSpPr>
        <p:spPr>
          <a:xfrm>
            <a:off x="9340560" y="532548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8"/>
                  <a:pt x="0" y="108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9" name=""/>
          <p:cNvSpPr/>
          <p:nvPr/>
        </p:nvSpPr>
        <p:spPr>
          <a:xfrm>
            <a:off x="9340560" y="532548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6"/>
                </a:moveTo>
                <a:cubicBezTo>
                  <a:pt x="92" y="108"/>
                  <a:pt x="0" y="108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0" name=""/>
          <p:cNvSpPr/>
          <p:nvPr/>
        </p:nvSpPr>
        <p:spPr>
          <a:xfrm>
            <a:off x="9282960" y="5159880"/>
            <a:ext cx="32760" cy="32760"/>
          </a:xfrm>
          <a:custGeom>
            <a:avLst/>
            <a:gdLst/>
            <a:ahLst/>
            <a:rect l="0" t="0" r="r" b="b"/>
            <a:pathLst>
              <a:path w="91" h="91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6"/>
                  <a:pt x="0" y="106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1" name=""/>
          <p:cNvSpPr/>
          <p:nvPr/>
        </p:nvSpPr>
        <p:spPr>
          <a:xfrm>
            <a:off x="9282960" y="5159880"/>
            <a:ext cx="32760" cy="32760"/>
          </a:xfrm>
          <a:custGeom>
            <a:avLst/>
            <a:gdLst/>
            <a:ahLst/>
            <a:rect l="0" t="0" r="r" b="b"/>
            <a:pathLst>
              <a:path fill="none" w="91" h="91">
                <a:moveTo>
                  <a:pt x="91" y="46"/>
                </a:moveTo>
                <a:cubicBezTo>
                  <a:pt x="91" y="106"/>
                  <a:pt x="0" y="106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9391320" y="540972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5"/>
                </a:moveTo>
                <a:cubicBezTo>
                  <a:pt x="0" y="-15"/>
                  <a:pt x="91" y="-15"/>
                  <a:pt x="91" y="45"/>
                </a:cubicBezTo>
                <a:cubicBezTo>
                  <a:pt x="91" y="107"/>
                  <a:pt x="0" y="107"/>
                  <a:pt x="0" y="45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3" name=""/>
          <p:cNvSpPr/>
          <p:nvPr/>
        </p:nvSpPr>
        <p:spPr>
          <a:xfrm>
            <a:off x="9391320" y="540972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5"/>
                </a:moveTo>
                <a:cubicBezTo>
                  <a:pt x="91" y="107"/>
                  <a:pt x="0" y="107"/>
                  <a:pt x="0" y="45"/>
                </a:cubicBezTo>
                <a:cubicBezTo>
                  <a:pt x="0" y="-15"/>
                  <a:pt x="91" y="-15"/>
                  <a:pt x="91" y="45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4" name=""/>
          <p:cNvSpPr/>
          <p:nvPr/>
        </p:nvSpPr>
        <p:spPr>
          <a:xfrm>
            <a:off x="9354960" y="439812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5" name=""/>
          <p:cNvSpPr/>
          <p:nvPr/>
        </p:nvSpPr>
        <p:spPr>
          <a:xfrm>
            <a:off x="9354960" y="439812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7"/>
                  <a:pt x="0" y="107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9449280" y="568692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7"/>
                </a:moveTo>
                <a:cubicBezTo>
                  <a:pt x="0" y="-15"/>
                  <a:pt x="91" y="-15"/>
                  <a:pt x="91" y="47"/>
                </a:cubicBezTo>
                <a:cubicBezTo>
                  <a:pt x="91" y="108"/>
                  <a:pt x="0" y="108"/>
                  <a:pt x="0" y="47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"/>
          <p:cNvSpPr/>
          <p:nvPr/>
        </p:nvSpPr>
        <p:spPr>
          <a:xfrm>
            <a:off x="9449280" y="568692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7"/>
                </a:moveTo>
                <a:cubicBezTo>
                  <a:pt x="91" y="108"/>
                  <a:pt x="0" y="108"/>
                  <a:pt x="0" y="47"/>
                </a:cubicBezTo>
                <a:cubicBezTo>
                  <a:pt x="0" y="-15"/>
                  <a:pt x="91" y="-15"/>
                  <a:pt x="91" y="47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8" name=""/>
          <p:cNvSpPr/>
          <p:nvPr/>
        </p:nvSpPr>
        <p:spPr>
          <a:xfrm>
            <a:off x="9337320" y="502596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7"/>
                </a:moveTo>
                <a:cubicBezTo>
                  <a:pt x="0" y="-15"/>
                  <a:pt x="91" y="-15"/>
                  <a:pt x="91" y="47"/>
                </a:cubicBezTo>
                <a:cubicBezTo>
                  <a:pt x="91" y="107"/>
                  <a:pt x="0" y="107"/>
                  <a:pt x="0" y="47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9" name=""/>
          <p:cNvSpPr/>
          <p:nvPr/>
        </p:nvSpPr>
        <p:spPr>
          <a:xfrm>
            <a:off x="9337320" y="502596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7"/>
                </a:moveTo>
                <a:cubicBezTo>
                  <a:pt x="91" y="107"/>
                  <a:pt x="0" y="107"/>
                  <a:pt x="0" y="47"/>
                </a:cubicBezTo>
                <a:cubicBezTo>
                  <a:pt x="0" y="-15"/>
                  <a:pt x="91" y="-15"/>
                  <a:pt x="91" y="47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" name=""/>
          <p:cNvSpPr/>
          <p:nvPr/>
        </p:nvSpPr>
        <p:spPr>
          <a:xfrm>
            <a:off x="9360360" y="5056200"/>
            <a:ext cx="32760" cy="32760"/>
          </a:xfrm>
          <a:custGeom>
            <a:avLst/>
            <a:gdLst/>
            <a:ahLst/>
            <a:rect l="0" t="0" r="r" b="b"/>
            <a:pathLst>
              <a:path w="91" h="91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6"/>
                  <a:pt x="0" y="106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1" name=""/>
          <p:cNvSpPr/>
          <p:nvPr/>
        </p:nvSpPr>
        <p:spPr>
          <a:xfrm>
            <a:off x="9360360" y="5056200"/>
            <a:ext cx="32760" cy="32760"/>
          </a:xfrm>
          <a:custGeom>
            <a:avLst/>
            <a:gdLst/>
            <a:ahLst/>
            <a:rect l="0" t="0" r="r" b="b"/>
            <a:pathLst>
              <a:path fill="none" w="91" h="91">
                <a:moveTo>
                  <a:pt x="91" y="46"/>
                </a:moveTo>
                <a:cubicBezTo>
                  <a:pt x="91" y="106"/>
                  <a:pt x="0" y="106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2" name=""/>
          <p:cNvSpPr/>
          <p:nvPr/>
        </p:nvSpPr>
        <p:spPr>
          <a:xfrm>
            <a:off x="9473760" y="532152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7"/>
                </a:moveTo>
                <a:cubicBezTo>
                  <a:pt x="0" y="-15"/>
                  <a:pt x="91" y="-15"/>
                  <a:pt x="91" y="47"/>
                </a:cubicBezTo>
                <a:cubicBezTo>
                  <a:pt x="91" y="107"/>
                  <a:pt x="0" y="107"/>
                  <a:pt x="0" y="47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3" name=""/>
          <p:cNvSpPr/>
          <p:nvPr/>
        </p:nvSpPr>
        <p:spPr>
          <a:xfrm>
            <a:off x="9473760" y="532152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7"/>
                </a:moveTo>
                <a:cubicBezTo>
                  <a:pt x="91" y="107"/>
                  <a:pt x="0" y="107"/>
                  <a:pt x="0" y="47"/>
                </a:cubicBezTo>
                <a:cubicBezTo>
                  <a:pt x="0" y="-15"/>
                  <a:pt x="91" y="-15"/>
                  <a:pt x="91" y="47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4" name=""/>
          <p:cNvSpPr/>
          <p:nvPr/>
        </p:nvSpPr>
        <p:spPr>
          <a:xfrm>
            <a:off x="9263880" y="495252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5"/>
                </a:moveTo>
                <a:cubicBezTo>
                  <a:pt x="0" y="-15"/>
                  <a:pt x="92" y="-15"/>
                  <a:pt x="92" y="45"/>
                </a:cubicBezTo>
                <a:cubicBezTo>
                  <a:pt x="92" y="107"/>
                  <a:pt x="0" y="107"/>
                  <a:pt x="0" y="45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5" name=""/>
          <p:cNvSpPr/>
          <p:nvPr/>
        </p:nvSpPr>
        <p:spPr>
          <a:xfrm>
            <a:off x="9263880" y="495252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5"/>
                </a:moveTo>
                <a:cubicBezTo>
                  <a:pt x="92" y="107"/>
                  <a:pt x="0" y="107"/>
                  <a:pt x="0" y="45"/>
                </a:cubicBezTo>
                <a:cubicBezTo>
                  <a:pt x="0" y="-15"/>
                  <a:pt x="92" y="-15"/>
                  <a:pt x="92" y="45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"/>
          <p:cNvSpPr/>
          <p:nvPr/>
        </p:nvSpPr>
        <p:spPr>
          <a:xfrm>
            <a:off x="9269640" y="455256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7"/>
                </a:moveTo>
                <a:cubicBezTo>
                  <a:pt x="0" y="-15"/>
                  <a:pt x="91" y="-15"/>
                  <a:pt x="91" y="47"/>
                </a:cubicBezTo>
                <a:cubicBezTo>
                  <a:pt x="91" y="108"/>
                  <a:pt x="0" y="108"/>
                  <a:pt x="0" y="47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7" name=""/>
          <p:cNvSpPr/>
          <p:nvPr/>
        </p:nvSpPr>
        <p:spPr>
          <a:xfrm>
            <a:off x="9269640" y="455256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7"/>
                </a:moveTo>
                <a:cubicBezTo>
                  <a:pt x="91" y="108"/>
                  <a:pt x="0" y="108"/>
                  <a:pt x="0" y="47"/>
                </a:cubicBezTo>
                <a:cubicBezTo>
                  <a:pt x="0" y="-15"/>
                  <a:pt x="91" y="-15"/>
                  <a:pt x="91" y="47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8" name=""/>
          <p:cNvSpPr/>
          <p:nvPr/>
        </p:nvSpPr>
        <p:spPr>
          <a:xfrm>
            <a:off x="9480600" y="555696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8"/>
                  <a:pt x="0" y="108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9" name=""/>
          <p:cNvSpPr/>
          <p:nvPr/>
        </p:nvSpPr>
        <p:spPr>
          <a:xfrm>
            <a:off x="9480600" y="555696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6"/>
                </a:moveTo>
                <a:cubicBezTo>
                  <a:pt x="92" y="108"/>
                  <a:pt x="0" y="108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"/>
          <p:cNvSpPr/>
          <p:nvPr/>
        </p:nvSpPr>
        <p:spPr>
          <a:xfrm>
            <a:off x="9408240" y="504324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7"/>
                  <a:pt x="0" y="107"/>
                  <a:pt x="0" y="46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1" name=""/>
          <p:cNvSpPr/>
          <p:nvPr/>
        </p:nvSpPr>
        <p:spPr>
          <a:xfrm>
            <a:off x="9408240" y="504324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6"/>
                </a:moveTo>
                <a:cubicBezTo>
                  <a:pt x="92" y="107"/>
                  <a:pt x="0" y="107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9289080" y="499788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7"/>
                  <a:pt x="0" y="107"/>
                  <a:pt x="0" y="46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3" name=""/>
          <p:cNvSpPr/>
          <p:nvPr/>
        </p:nvSpPr>
        <p:spPr>
          <a:xfrm>
            <a:off x="9289080" y="499788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7"/>
                  <a:pt x="0" y="107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" name=""/>
          <p:cNvSpPr/>
          <p:nvPr/>
        </p:nvSpPr>
        <p:spPr>
          <a:xfrm>
            <a:off x="9489600" y="548388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7"/>
                </a:moveTo>
                <a:cubicBezTo>
                  <a:pt x="0" y="-15"/>
                  <a:pt x="92" y="-15"/>
                  <a:pt x="92" y="47"/>
                </a:cubicBezTo>
                <a:cubicBezTo>
                  <a:pt x="92" y="107"/>
                  <a:pt x="0" y="107"/>
                  <a:pt x="0" y="47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5" name=""/>
          <p:cNvSpPr/>
          <p:nvPr/>
        </p:nvSpPr>
        <p:spPr>
          <a:xfrm>
            <a:off x="9489600" y="548388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7"/>
                </a:moveTo>
                <a:cubicBezTo>
                  <a:pt x="92" y="107"/>
                  <a:pt x="0" y="107"/>
                  <a:pt x="0" y="47"/>
                </a:cubicBezTo>
                <a:cubicBezTo>
                  <a:pt x="0" y="-15"/>
                  <a:pt x="92" y="-15"/>
                  <a:pt x="92" y="47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6" name=""/>
          <p:cNvSpPr/>
          <p:nvPr/>
        </p:nvSpPr>
        <p:spPr>
          <a:xfrm>
            <a:off x="9468720" y="507888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5"/>
                </a:moveTo>
                <a:cubicBezTo>
                  <a:pt x="0" y="-15"/>
                  <a:pt x="92" y="-15"/>
                  <a:pt x="92" y="45"/>
                </a:cubicBezTo>
                <a:cubicBezTo>
                  <a:pt x="92" y="107"/>
                  <a:pt x="0" y="107"/>
                  <a:pt x="0" y="45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9468720" y="507888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5"/>
                </a:moveTo>
                <a:cubicBezTo>
                  <a:pt x="92" y="107"/>
                  <a:pt x="0" y="107"/>
                  <a:pt x="0" y="45"/>
                </a:cubicBezTo>
                <a:cubicBezTo>
                  <a:pt x="0" y="-15"/>
                  <a:pt x="92" y="-15"/>
                  <a:pt x="92" y="45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9436320" y="5241600"/>
            <a:ext cx="33120" cy="32760"/>
          </a:xfrm>
          <a:custGeom>
            <a:avLst/>
            <a:gdLst/>
            <a:ahLst/>
            <a:rect l="0" t="0" r="r" b="b"/>
            <a:pathLst>
              <a:path w="92" h="91">
                <a:moveTo>
                  <a:pt x="0" y="45"/>
                </a:moveTo>
                <a:cubicBezTo>
                  <a:pt x="0" y="-15"/>
                  <a:pt x="92" y="-15"/>
                  <a:pt x="92" y="45"/>
                </a:cubicBezTo>
                <a:cubicBezTo>
                  <a:pt x="92" y="106"/>
                  <a:pt x="0" y="106"/>
                  <a:pt x="0" y="45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9" name=""/>
          <p:cNvSpPr/>
          <p:nvPr/>
        </p:nvSpPr>
        <p:spPr>
          <a:xfrm>
            <a:off x="9436320" y="5241600"/>
            <a:ext cx="33120" cy="32760"/>
          </a:xfrm>
          <a:custGeom>
            <a:avLst/>
            <a:gdLst/>
            <a:ahLst/>
            <a:rect l="0" t="0" r="r" b="b"/>
            <a:pathLst>
              <a:path fill="none" w="92" h="91">
                <a:moveTo>
                  <a:pt x="92" y="45"/>
                </a:moveTo>
                <a:cubicBezTo>
                  <a:pt x="92" y="106"/>
                  <a:pt x="0" y="106"/>
                  <a:pt x="0" y="45"/>
                </a:cubicBezTo>
                <a:cubicBezTo>
                  <a:pt x="0" y="-15"/>
                  <a:pt x="92" y="-15"/>
                  <a:pt x="92" y="45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9266760" y="496728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7"/>
                  <a:pt x="0" y="107"/>
                  <a:pt x="0" y="46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1" name=""/>
          <p:cNvSpPr/>
          <p:nvPr/>
        </p:nvSpPr>
        <p:spPr>
          <a:xfrm>
            <a:off x="9266760" y="496728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7"/>
                  <a:pt x="0" y="107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2" name=""/>
          <p:cNvSpPr/>
          <p:nvPr/>
        </p:nvSpPr>
        <p:spPr>
          <a:xfrm>
            <a:off x="9317880" y="546012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7"/>
                  <a:pt x="0" y="107"/>
                  <a:pt x="0" y="46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3" name=""/>
          <p:cNvSpPr/>
          <p:nvPr/>
        </p:nvSpPr>
        <p:spPr>
          <a:xfrm>
            <a:off x="9317880" y="546012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6"/>
                </a:moveTo>
                <a:cubicBezTo>
                  <a:pt x="92" y="107"/>
                  <a:pt x="0" y="107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4" name=""/>
          <p:cNvSpPr/>
          <p:nvPr/>
        </p:nvSpPr>
        <p:spPr>
          <a:xfrm>
            <a:off x="9429120" y="504324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7"/>
                  <a:pt x="0" y="107"/>
                  <a:pt x="0" y="46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5" name=""/>
          <p:cNvSpPr/>
          <p:nvPr/>
        </p:nvSpPr>
        <p:spPr>
          <a:xfrm>
            <a:off x="9429120" y="504324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7"/>
                  <a:pt x="0" y="107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9304200" y="565632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7"/>
                  <a:pt x="0" y="107"/>
                  <a:pt x="0" y="46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7" name=""/>
          <p:cNvSpPr/>
          <p:nvPr/>
        </p:nvSpPr>
        <p:spPr>
          <a:xfrm>
            <a:off x="9304200" y="565632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7"/>
                  <a:pt x="0" y="107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8" name=""/>
          <p:cNvSpPr/>
          <p:nvPr/>
        </p:nvSpPr>
        <p:spPr>
          <a:xfrm>
            <a:off x="9482760" y="5278680"/>
            <a:ext cx="32760" cy="32760"/>
          </a:xfrm>
          <a:custGeom>
            <a:avLst/>
            <a:gdLst/>
            <a:ahLst/>
            <a:rect l="0" t="0" r="r" b="b"/>
            <a:pathLst>
              <a:path w="91" h="91">
                <a:moveTo>
                  <a:pt x="0" y="45"/>
                </a:moveTo>
                <a:cubicBezTo>
                  <a:pt x="0" y="-15"/>
                  <a:pt x="91" y="-15"/>
                  <a:pt x="91" y="45"/>
                </a:cubicBezTo>
                <a:cubicBezTo>
                  <a:pt x="91" y="106"/>
                  <a:pt x="0" y="106"/>
                  <a:pt x="0" y="45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9482760" y="5278680"/>
            <a:ext cx="32760" cy="32760"/>
          </a:xfrm>
          <a:custGeom>
            <a:avLst/>
            <a:gdLst/>
            <a:ahLst/>
            <a:rect l="0" t="0" r="r" b="b"/>
            <a:pathLst>
              <a:path fill="none" w="91" h="91">
                <a:moveTo>
                  <a:pt x="91" y="45"/>
                </a:moveTo>
                <a:cubicBezTo>
                  <a:pt x="91" y="106"/>
                  <a:pt x="0" y="106"/>
                  <a:pt x="0" y="45"/>
                </a:cubicBezTo>
                <a:cubicBezTo>
                  <a:pt x="0" y="-15"/>
                  <a:pt x="91" y="-15"/>
                  <a:pt x="91" y="45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0" name=""/>
          <p:cNvSpPr/>
          <p:nvPr/>
        </p:nvSpPr>
        <p:spPr>
          <a:xfrm>
            <a:off x="10056240" y="540180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1" name=""/>
          <p:cNvSpPr/>
          <p:nvPr/>
        </p:nvSpPr>
        <p:spPr>
          <a:xfrm>
            <a:off x="10056240" y="540180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7"/>
                  <a:pt x="0" y="107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2" name=""/>
          <p:cNvSpPr/>
          <p:nvPr/>
        </p:nvSpPr>
        <p:spPr>
          <a:xfrm>
            <a:off x="9962280" y="5049360"/>
            <a:ext cx="33120" cy="32760"/>
          </a:xfrm>
          <a:custGeom>
            <a:avLst/>
            <a:gdLst/>
            <a:ahLst/>
            <a:rect l="0" t="0" r="r" b="b"/>
            <a:pathLst>
              <a:path w="92" h="91">
                <a:moveTo>
                  <a:pt x="0" y="45"/>
                </a:moveTo>
                <a:cubicBezTo>
                  <a:pt x="0" y="-15"/>
                  <a:pt x="92" y="-15"/>
                  <a:pt x="92" y="45"/>
                </a:cubicBezTo>
                <a:cubicBezTo>
                  <a:pt x="92" y="106"/>
                  <a:pt x="0" y="106"/>
                  <a:pt x="0" y="45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9962280" y="5049360"/>
            <a:ext cx="33120" cy="32760"/>
          </a:xfrm>
          <a:custGeom>
            <a:avLst/>
            <a:gdLst/>
            <a:ahLst/>
            <a:rect l="0" t="0" r="r" b="b"/>
            <a:pathLst>
              <a:path fill="none" w="92" h="91">
                <a:moveTo>
                  <a:pt x="92" y="45"/>
                </a:moveTo>
                <a:cubicBezTo>
                  <a:pt x="92" y="106"/>
                  <a:pt x="0" y="106"/>
                  <a:pt x="0" y="45"/>
                </a:cubicBezTo>
                <a:cubicBezTo>
                  <a:pt x="0" y="-15"/>
                  <a:pt x="92" y="-15"/>
                  <a:pt x="92" y="45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4" name=""/>
          <p:cNvSpPr/>
          <p:nvPr/>
        </p:nvSpPr>
        <p:spPr>
          <a:xfrm>
            <a:off x="10045440" y="518868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7"/>
                </a:moveTo>
                <a:cubicBezTo>
                  <a:pt x="0" y="-15"/>
                  <a:pt x="91" y="-15"/>
                  <a:pt x="91" y="47"/>
                </a:cubicBezTo>
                <a:cubicBezTo>
                  <a:pt x="91" y="107"/>
                  <a:pt x="0" y="107"/>
                  <a:pt x="0" y="47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5" name=""/>
          <p:cNvSpPr/>
          <p:nvPr/>
        </p:nvSpPr>
        <p:spPr>
          <a:xfrm>
            <a:off x="10045440" y="518868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7"/>
                </a:moveTo>
                <a:cubicBezTo>
                  <a:pt x="91" y="107"/>
                  <a:pt x="0" y="107"/>
                  <a:pt x="0" y="47"/>
                </a:cubicBezTo>
                <a:cubicBezTo>
                  <a:pt x="0" y="-15"/>
                  <a:pt x="91" y="-15"/>
                  <a:pt x="91" y="47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6" name=""/>
          <p:cNvSpPr/>
          <p:nvPr/>
        </p:nvSpPr>
        <p:spPr>
          <a:xfrm>
            <a:off x="10132920" y="504864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5"/>
                </a:moveTo>
                <a:cubicBezTo>
                  <a:pt x="0" y="-15"/>
                  <a:pt x="91" y="-15"/>
                  <a:pt x="91" y="45"/>
                </a:cubicBezTo>
                <a:cubicBezTo>
                  <a:pt x="91" y="107"/>
                  <a:pt x="0" y="107"/>
                  <a:pt x="0" y="45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7" name=""/>
          <p:cNvSpPr/>
          <p:nvPr/>
        </p:nvSpPr>
        <p:spPr>
          <a:xfrm>
            <a:off x="10132920" y="504864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5"/>
                </a:moveTo>
                <a:cubicBezTo>
                  <a:pt x="91" y="107"/>
                  <a:pt x="0" y="107"/>
                  <a:pt x="0" y="45"/>
                </a:cubicBezTo>
                <a:cubicBezTo>
                  <a:pt x="0" y="-15"/>
                  <a:pt x="91" y="-15"/>
                  <a:pt x="91" y="45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10168200" y="450108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9" name=""/>
          <p:cNvSpPr/>
          <p:nvPr/>
        </p:nvSpPr>
        <p:spPr>
          <a:xfrm>
            <a:off x="10168200" y="450108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6"/>
                </a:moveTo>
                <a:cubicBezTo>
                  <a:pt x="92" y="107"/>
                  <a:pt x="0" y="107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10073160" y="516672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7"/>
                </a:moveTo>
                <a:cubicBezTo>
                  <a:pt x="0" y="-15"/>
                  <a:pt x="91" y="-15"/>
                  <a:pt x="91" y="47"/>
                </a:cubicBezTo>
                <a:cubicBezTo>
                  <a:pt x="91" y="108"/>
                  <a:pt x="0" y="108"/>
                  <a:pt x="0" y="47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1" name=""/>
          <p:cNvSpPr/>
          <p:nvPr/>
        </p:nvSpPr>
        <p:spPr>
          <a:xfrm>
            <a:off x="10073160" y="516672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7"/>
                </a:moveTo>
                <a:cubicBezTo>
                  <a:pt x="91" y="108"/>
                  <a:pt x="0" y="108"/>
                  <a:pt x="0" y="47"/>
                </a:cubicBezTo>
                <a:cubicBezTo>
                  <a:pt x="0" y="-15"/>
                  <a:pt x="91" y="-15"/>
                  <a:pt x="91" y="47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10064520" y="489168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10064520" y="489168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6"/>
                </a:moveTo>
                <a:cubicBezTo>
                  <a:pt x="92" y="107"/>
                  <a:pt x="0" y="107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9945000" y="520452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5" name=""/>
          <p:cNvSpPr/>
          <p:nvPr/>
        </p:nvSpPr>
        <p:spPr>
          <a:xfrm>
            <a:off x="9945000" y="520452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6"/>
                </a:moveTo>
                <a:cubicBezTo>
                  <a:pt x="92" y="107"/>
                  <a:pt x="0" y="107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10109880" y="499500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10109880" y="499500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7"/>
                  <a:pt x="0" y="107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10154880" y="5287680"/>
            <a:ext cx="33120" cy="32760"/>
          </a:xfrm>
          <a:custGeom>
            <a:avLst/>
            <a:gdLst/>
            <a:ahLst/>
            <a:rect l="0" t="0" r="r" b="b"/>
            <a:pathLst>
              <a:path w="92" h="91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6"/>
                  <a:pt x="0" y="106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10154880" y="5287680"/>
            <a:ext cx="33120" cy="32760"/>
          </a:xfrm>
          <a:custGeom>
            <a:avLst/>
            <a:gdLst/>
            <a:ahLst/>
            <a:rect l="0" t="0" r="r" b="b"/>
            <a:pathLst>
              <a:path fill="none" w="92" h="91">
                <a:moveTo>
                  <a:pt x="92" y="46"/>
                </a:moveTo>
                <a:cubicBezTo>
                  <a:pt x="92" y="106"/>
                  <a:pt x="0" y="106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10065600" y="472536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5"/>
                </a:moveTo>
                <a:cubicBezTo>
                  <a:pt x="0" y="-15"/>
                  <a:pt x="91" y="-15"/>
                  <a:pt x="91" y="45"/>
                </a:cubicBezTo>
                <a:cubicBezTo>
                  <a:pt x="91" y="107"/>
                  <a:pt x="0" y="107"/>
                  <a:pt x="0" y="45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10065600" y="472536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5"/>
                </a:moveTo>
                <a:cubicBezTo>
                  <a:pt x="91" y="107"/>
                  <a:pt x="0" y="107"/>
                  <a:pt x="0" y="45"/>
                </a:cubicBezTo>
                <a:cubicBezTo>
                  <a:pt x="0" y="-15"/>
                  <a:pt x="91" y="-15"/>
                  <a:pt x="91" y="45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10164960" y="540108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10164960" y="540108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6"/>
                </a:moveTo>
                <a:cubicBezTo>
                  <a:pt x="92" y="107"/>
                  <a:pt x="0" y="107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10100160" y="488880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5"/>
                </a:moveTo>
                <a:cubicBezTo>
                  <a:pt x="0" y="-15"/>
                  <a:pt x="91" y="-15"/>
                  <a:pt x="91" y="45"/>
                </a:cubicBezTo>
                <a:cubicBezTo>
                  <a:pt x="91" y="107"/>
                  <a:pt x="0" y="107"/>
                  <a:pt x="0" y="45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5" name=""/>
          <p:cNvSpPr/>
          <p:nvPr/>
        </p:nvSpPr>
        <p:spPr>
          <a:xfrm>
            <a:off x="10100160" y="488880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5"/>
                </a:moveTo>
                <a:cubicBezTo>
                  <a:pt x="91" y="107"/>
                  <a:pt x="0" y="107"/>
                  <a:pt x="0" y="45"/>
                </a:cubicBezTo>
                <a:cubicBezTo>
                  <a:pt x="0" y="-15"/>
                  <a:pt x="91" y="-15"/>
                  <a:pt x="91" y="45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6" name=""/>
          <p:cNvSpPr/>
          <p:nvPr/>
        </p:nvSpPr>
        <p:spPr>
          <a:xfrm>
            <a:off x="10162800" y="488412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5"/>
                </a:moveTo>
                <a:cubicBezTo>
                  <a:pt x="0" y="-15"/>
                  <a:pt x="92" y="-15"/>
                  <a:pt x="92" y="45"/>
                </a:cubicBezTo>
                <a:cubicBezTo>
                  <a:pt x="92" y="107"/>
                  <a:pt x="0" y="107"/>
                  <a:pt x="0" y="45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7" name=""/>
          <p:cNvSpPr/>
          <p:nvPr/>
        </p:nvSpPr>
        <p:spPr>
          <a:xfrm>
            <a:off x="10162800" y="488412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5"/>
                </a:moveTo>
                <a:cubicBezTo>
                  <a:pt x="92" y="107"/>
                  <a:pt x="0" y="107"/>
                  <a:pt x="0" y="45"/>
                </a:cubicBezTo>
                <a:cubicBezTo>
                  <a:pt x="0" y="-15"/>
                  <a:pt x="92" y="-15"/>
                  <a:pt x="92" y="45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8" name=""/>
          <p:cNvSpPr/>
          <p:nvPr/>
        </p:nvSpPr>
        <p:spPr>
          <a:xfrm>
            <a:off x="10140480" y="589824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7"/>
                </a:moveTo>
                <a:cubicBezTo>
                  <a:pt x="0" y="-15"/>
                  <a:pt x="91" y="-15"/>
                  <a:pt x="91" y="47"/>
                </a:cubicBezTo>
                <a:cubicBezTo>
                  <a:pt x="91" y="107"/>
                  <a:pt x="0" y="107"/>
                  <a:pt x="0" y="47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9" name=""/>
          <p:cNvSpPr/>
          <p:nvPr/>
        </p:nvSpPr>
        <p:spPr>
          <a:xfrm>
            <a:off x="10140480" y="589824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7"/>
                </a:moveTo>
                <a:cubicBezTo>
                  <a:pt x="91" y="107"/>
                  <a:pt x="0" y="107"/>
                  <a:pt x="0" y="47"/>
                </a:cubicBezTo>
                <a:cubicBezTo>
                  <a:pt x="0" y="-15"/>
                  <a:pt x="91" y="-15"/>
                  <a:pt x="91" y="47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10167120" y="510948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1" name=""/>
          <p:cNvSpPr/>
          <p:nvPr/>
        </p:nvSpPr>
        <p:spPr>
          <a:xfrm>
            <a:off x="10167120" y="510948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7"/>
                  <a:pt x="0" y="107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2" name=""/>
          <p:cNvSpPr/>
          <p:nvPr/>
        </p:nvSpPr>
        <p:spPr>
          <a:xfrm>
            <a:off x="10104840" y="533340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7"/>
                </a:moveTo>
                <a:cubicBezTo>
                  <a:pt x="0" y="-15"/>
                  <a:pt x="92" y="-15"/>
                  <a:pt x="92" y="47"/>
                </a:cubicBezTo>
                <a:cubicBezTo>
                  <a:pt x="92" y="108"/>
                  <a:pt x="0" y="108"/>
                  <a:pt x="0" y="47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3" name=""/>
          <p:cNvSpPr/>
          <p:nvPr/>
        </p:nvSpPr>
        <p:spPr>
          <a:xfrm>
            <a:off x="10104840" y="533340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7"/>
                </a:moveTo>
                <a:cubicBezTo>
                  <a:pt x="92" y="108"/>
                  <a:pt x="0" y="108"/>
                  <a:pt x="0" y="47"/>
                </a:cubicBezTo>
                <a:cubicBezTo>
                  <a:pt x="0" y="-15"/>
                  <a:pt x="92" y="-15"/>
                  <a:pt x="92" y="47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4" name=""/>
          <p:cNvSpPr/>
          <p:nvPr/>
        </p:nvSpPr>
        <p:spPr>
          <a:xfrm>
            <a:off x="10111320" y="504036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5" name=""/>
          <p:cNvSpPr/>
          <p:nvPr/>
        </p:nvSpPr>
        <p:spPr>
          <a:xfrm>
            <a:off x="10111320" y="504036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6"/>
                </a:moveTo>
                <a:cubicBezTo>
                  <a:pt x="92" y="107"/>
                  <a:pt x="0" y="107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6" name=""/>
          <p:cNvSpPr/>
          <p:nvPr/>
        </p:nvSpPr>
        <p:spPr>
          <a:xfrm>
            <a:off x="9997200" y="516348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7"/>
                </a:moveTo>
                <a:cubicBezTo>
                  <a:pt x="0" y="-15"/>
                  <a:pt x="92" y="-15"/>
                  <a:pt x="92" y="47"/>
                </a:cubicBezTo>
                <a:cubicBezTo>
                  <a:pt x="92" y="108"/>
                  <a:pt x="0" y="108"/>
                  <a:pt x="0" y="47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7" name=""/>
          <p:cNvSpPr/>
          <p:nvPr/>
        </p:nvSpPr>
        <p:spPr>
          <a:xfrm>
            <a:off x="9997200" y="516348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7"/>
                </a:moveTo>
                <a:cubicBezTo>
                  <a:pt x="92" y="108"/>
                  <a:pt x="0" y="108"/>
                  <a:pt x="0" y="47"/>
                </a:cubicBezTo>
                <a:cubicBezTo>
                  <a:pt x="0" y="-15"/>
                  <a:pt x="92" y="-15"/>
                  <a:pt x="92" y="47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8" name=""/>
          <p:cNvSpPr/>
          <p:nvPr/>
        </p:nvSpPr>
        <p:spPr>
          <a:xfrm>
            <a:off x="9956160" y="495000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5"/>
                </a:moveTo>
                <a:cubicBezTo>
                  <a:pt x="0" y="-15"/>
                  <a:pt x="91" y="-15"/>
                  <a:pt x="91" y="45"/>
                </a:cubicBezTo>
                <a:cubicBezTo>
                  <a:pt x="91" y="107"/>
                  <a:pt x="0" y="107"/>
                  <a:pt x="0" y="45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9" name=""/>
          <p:cNvSpPr/>
          <p:nvPr/>
        </p:nvSpPr>
        <p:spPr>
          <a:xfrm>
            <a:off x="9956160" y="495000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5"/>
                </a:moveTo>
                <a:cubicBezTo>
                  <a:pt x="91" y="107"/>
                  <a:pt x="0" y="107"/>
                  <a:pt x="0" y="45"/>
                </a:cubicBezTo>
                <a:cubicBezTo>
                  <a:pt x="0" y="-15"/>
                  <a:pt x="91" y="-15"/>
                  <a:pt x="91" y="45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0" name=""/>
          <p:cNvSpPr/>
          <p:nvPr/>
        </p:nvSpPr>
        <p:spPr>
          <a:xfrm>
            <a:off x="10033560" y="483444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7"/>
                </a:moveTo>
                <a:cubicBezTo>
                  <a:pt x="0" y="-15"/>
                  <a:pt x="92" y="-15"/>
                  <a:pt x="92" y="47"/>
                </a:cubicBezTo>
                <a:cubicBezTo>
                  <a:pt x="92" y="107"/>
                  <a:pt x="0" y="107"/>
                  <a:pt x="0" y="47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1" name=""/>
          <p:cNvSpPr/>
          <p:nvPr/>
        </p:nvSpPr>
        <p:spPr>
          <a:xfrm>
            <a:off x="10033560" y="483444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7"/>
                </a:moveTo>
                <a:cubicBezTo>
                  <a:pt x="92" y="107"/>
                  <a:pt x="0" y="107"/>
                  <a:pt x="0" y="47"/>
                </a:cubicBezTo>
                <a:cubicBezTo>
                  <a:pt x="0" y="-15"/>
                  <a:pt x="92" y="-15"/>
                  <a:pt x="92" y="47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10130040" y="535104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7"/>
                </a:moveTo>
                <a:cubicBezTo>
                  <a:pt x="0" y="-15"/>
                  <a:pt x="91" y="-15"/>
                  <a:pt x="91" y="47"/>
                </a:cubicBezTo>
                <a:cubicBezTo>
                  <a:pt x="91" y="107"/>
                  <a:pt x="0" y="107"/>
                  <a:pt x="0" y="47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"/>
          <p:cNvSpPr/>
          <p:nvPr/>
        </p:nvSpPr>
        <p:spPr>
          <a:xfrm>
            <a:off x="10130040" y="535104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7"/>
                </a:moveTo>
                <a:cubicBezTo>
                  <a:pt x="91" y="107"/>
                  <a:pt x="0" y="107"/>
                  <a:pt x="0" y="47"/>
                </a:cubicBezTo>
                <a:cubicBezTo>
                  <a:pt x="0" y="-15"/>
                  <a:pt x="91" y="-15"/>
                  <a:pt x="91" y="47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4" name=""/>
          <p:cNvSpPr/>
          <p:nvPr/>
        </p:nvSpPr>
        <p:spPr>
          <a:xfrm>
            <a:off x="10074240" y="503532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5" name=""/>
          <p:cNvSpPr/>
          <p:nvPr/>
        </p:nvSpPr>
        <p:spPr>
          <a:xfrm>
            <a:off x="10074240" y="503532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6"/>
                </a:moveTo>
                <a:cubicBezTo>
                  <a:pt x="92" y="107"/>
                  <a:pt x="0" y="107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6" name=""/>
          <p:cNvSpPr/>
          <p:nvPr/>
        </p:nvSpPr>
        <p:spPr>
          <a:xfrm>
            <a:off x="10068480" y="507420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8"/>
                  <a:pt x="0" y="108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7" name=""/>
          <p:cNvSpPr/>
          <p:nvPr/>
        </p:nvSpPr>
        <p:spPr>
          <a:xfrm>
            <a:off x="10068480" y="507420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8"/>
                  <a:pt x="0" y="108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8" name=""/>
          <p:cNvSpPr/>
          <p:nvPr/>
        </p:nvSpPr>
        <p:spPr>
          <a:xfrm>
            <a:off x="10140480" y="5180760"/>
            <a:ext cx="32760" cy="32760"/>
          </a:xfrm>
          <a:custGeom>
            <a:avLst/>
            <a:gdLst/>
            <a:ahLst/>
            <a:rect l="0" t="0" r="r" b="b"/>
            <a:pathLst>
              <a:path w="91" h="91">
                <a:moveTo>
                  <a:pt x="0" y="45"/>
                </a:moveTo>
                <a:cubicBezTo>
                  <a:pt x="0" y="-15"/>
                  <a:pt x="91" y="-15"/>
                  <a:pt x="91" y="45"/>
                </a:cubicBezTo>
                <a:cubicBezTo>
                  <a:pt x="91" y="106"/>
                  <a:pt x="0" y="106"/>
                  <a:pt x="0" y="45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9" name=""/>
          <p:cNvSpPr/>
          <p:nvPr/>
        </p:nvSpPr>
        <p:spPr>
          <a:xfrm>
            <a:off x="10140480" y="5180760"/>
            <a:ext cx="32760" cy="32760"/>
          </a:xfrm>
          <a:custGeom>
            <a:avLst/>
            <a:gdLst/>
            <a:ahLst/>
            <a:rect l="0" t="0" r="r" b="b"/>
            <a:pathLst>
              <a:path fill="none" w="91" h="91">
                <a:moveTo>
                  <a:pt x="91" y="45"/>
                </a:moveTo>
                <a:cubicBezTo>
                  <a:pt x="91" y="106"/>
                  <a:pt x="0" y="106"/>
                  <a:pt x="0" y="45"/>
                </a:cubicBezTo>
                <a:cubicBezTo>
                  <a:pt x="0" y="-15"/>
                  <a:pt x="91" y="-15"/>
                  <a:pt x="91" y="45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0" name=""/>
          <p:cNvSpPr/>
          <p:nvPr/>
        </p:nvSpPr>
        <p:spPr>
          <a:xfrm>
            <a:off x="10108440" y="518112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1" name=""/>
          <p:cNvSpPr/>
          <p:nvPr/>
        </p:nvSpPr>
        <p:spPr>
          <a:xfrm>
            <a:off x="10108440" y="518112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7"/>
                  <a:pt x="0" y="107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2" name=""/>
          <p:cNvSpPr/>
          <p:nvPr/>
        </p:nvSpPr>
        <p:spPr>
          <a:xfrm>
            <a:off x="10182600" y="5384160"/>
            <a:ext cx="32760" cy="32760"/>
          </a:xfrm>
          <a:custGeom>
            <a:avLst/>
            <a:gdLst/>
            <a:ahLst/>
            <a:rect l="0" t="0" r="r" b="b"/>
            <a:pathLst>
              <a:path w="91" h="91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6"/>
                  <a:pt x="0" y="106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3" name=""/>
          <p:cNvSpPr/>
          <p:nvPr/>
        </p:nvSpPr>
        <p:spPr>
          <a:xfrm>
            <a:off x="10182600" y="5384160"/>
            <a:ext cx="32760" cy="32760"/>
          </a:xfrm>
          <a:custGeom>
            <a:avLst/>
            <a:gdLst/>
            <a:ahLst/>
            <a:rect l="0" t="0" r="r" b="b"/>
            <a:pathLst>
              <a:path fill="none" w="91" h="91">
                <a:moveTo>
                  <a:pt x="91" y="46"/>
                </a:moveTo>
                <a:cubicBezTo>
                  <a:pt x="91" y="106"/>
                  <a:pt x="0" y="106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4" name=""/>
          <p:cNvSpPr/>
          <p:nvPr/>
        </p:nvSpPr>
        <p:spPr>
          <a:xfrm>
            <a:off x="9992520" y="4979160"/>
            <a:ext cx="33120" cy="32760"/>
          </a:xfrm>
          <a:custGeom>
            <a:avLst/>
            <a:gdLst/>
            <a:ahLst/>
            <a:rect l="0" t="0" r="r" b="b"/>
            <a:pathLst>
              <a:path w="92" h="91">
                <a:moveTo>
                  <a:pt x="0" y="45"/>
                </a:moveTo>
                <a:cubicBezTo>
                  <a:pt x="0" y="-15"/>
                  <a:pt x="92" y="-15"/>
                  <a:pt x="92" y="45"/>
                </a:cubicBezTo>
                <a:cubicBezTo>
                  <a:pt x="92" y="106"/>
                  <a:pt x="0" y="106"/>
                  <a:pt x="0" y="45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5" name=""/>
          <p:cNvSpPr/>
          <p:nvPr/>
        </p:nvSpPr>
        <p:spPr>
          <a:xfrm>
            <a:off x="9992520" y="4979160"/>
            <a:ext cx="33120" cy="32760"/>
          </a:xfrm>
          <a:custGeom>
            <a:avLst/>
            <a:gdLst/>
            <a:ahLst/>
            <a:rect l="0" t="0" r="r" b="b"/>
            <a:pathLst>
              <a:path fill="none" w="92" h="91">
                <a:moveTo>
                  <a:pt x="92" y="45"/>
                </a:moveTo>
                <a:cubicBezTo>
                  <a:pt x="92" y="106"/>
                  <a:pt x="0" y="106"/>
                  <a:pt x="0" y="45"/>
                </a:cubicBezTo>
                <a:cubicBezTo>
                  <a:pt x="0" y="-15"/>
                  <a:pt x="92" y="-15"/>
                  <a:pt x="92" y="45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6" name=""/>
          <p:cNvSpPr/>
          <p:nvPr/>
        </p:nvSpPr>
        <p:spPr>
          <a:xfrm>
            <a:off x="9981000" y="592740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5"/>
                </a:moveTo>
                <a:cubicBezTo>
                  <a:pt x="0" y="-15"/>
                  <a:pt x="91" y="-15"/>
                  <a:pt x="91" y="45"/>
                </a:cubicBezTo>
                <a:cubicBezTo>
                  <a:pt x="91" y="107"/>
                  <a:pt x="0" y="107"/>
                  <a:pt x="0" y="45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7" name=""/>
          <p:cNvSpPr/>
          <p:nvPr/>
        </p:nvSpPr>
        <p:spPr>
          <a:xfrm>
            <a:off x="9981000" y="592740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5"/>
                </a:moveTo>
                <a:cubicBezTo>
                  <a:pt x="91" y="107"/>
                  <a:pt x="0" y="107"/>
                  <a:pt x="0" y="45"/>
                </a:cubicBezTo>
                <a:cubicBezTo>
                  <a:pt x="0" y="-15"/>
                  <a:pt x="91" y="-15"/>
                  <a:pt x="91" y="45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8" name=""/>
          <p:cNvSpPr/>
          <p:nvPr/>
        </p:nvSpPr>
        <p:spPr>
          <a:xfrm>
            <a:off x="9962280" y="5025960"/>
            <a:ext cx="33120" cy="32760"/>
          </a:xfrm>
          <a:custGeom>
            <a:avLst/>
            <a:gdLst/>
            <a:ahLst/>
            <a:rect l="0" t="0" r="r" b="b"/>
            <a:pathLst>
              <a:path w="92" h="91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6"/>
                  <a:pt x="0" y="106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9962280" y="5025960"/>
            <a:ext cx="33120" cy="32760"/>
          </a:xfrm>
          <a:custGeom>
            <a:avLst/>
            <a:gdLst/>
            <a:ahLst/>
            <a:rect l="0" t="0" r="r" b="b"/>
            <a:pathLst>
              <a:path fill="none" w="92" h="91">
                <a:moveTo>
                  <a:pt x="92" y="46"/>
                </a:moveTo>
                <a:cubicBezTo>
                  <a:pt x="92" y="106"/>
                  <a:pt x="0" y="106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10019160" y="524916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7"/>
                </a:moveTo>
                <a:cubicBezTo>
                  <a:pt x="0" y="-15"/>
                  <a:pt x="92" y="-15"/>
                  <a:pt x="92" y="47"/>
                </a:cubicBezTo>
                <a:cubicBezTo>
                  <a:pt x="92" y="107"/>
                  <a:pt x="0" y="107"/>
                  <a:pt x="0" y="47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10019160" y="524916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7"/>
                </a:moveTo>
                <a:cubicBezTo>
                  <a:pt x="92" y="107"/>
                  <a:pt x="0" y="107"/>
                  <a:pt x="0" y="47"/>
                </a:cubicBezTo>
                <a:cubicBezTo>
                  <a:pt x="0" y="-15"/>
                  <a:pt x="92" y="-15"/>
                  <a:pt x="92" y="47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10047240" y="487620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7"/>
                </a:moveTo>
                <a:cubicBezTo>
                  <a:pt x="0" y="-15"/>
                  <a:pt x="91" y="-15"/>
                  <a:pt x="91" y="47"/>
                </a:cubicBezTo>
                <a:cubicBezTo>
                  <a:pt x="91" y="108"/>
                  <a:pt x="0" y="108"/>
                  <a:pt x="0" y="47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3" name=""/>
          <p:cNvSpPr/>
          <p:nvPr/>
        </p:nvSpPr>
        <p:spPr>
          <a:xfrm>
            <a:off x="10047240" y="487620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7"/>
                </a:moveTo>
                <a:cubicBezTo>
                  <a:pt x="91" y="108"/>
                  <a:pt x="0" y="108"/>
                  <a:pt x="0" y="47"/>
                </a:cubicBezTo>
                <a:cubicBezTo>
                  <a:pt x="0" y="-15"/>
                  <a:pt x="91" y="-15"/>
                  <a:pt x="91" y="47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9956520" y="5839920"/>
            <a:ext cx="32760" cy="32760"/>
          </a:xfrm>
          <a:custGeom>
            <a:avLst/>
            <a:gdLst/>
            <a:ahLst/>
            <a:rect l="0" t="0" r="r" b="b"/>
            <a:pathLst>
              <a:path w="91" h="91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6"/>
                  <a:pt x="0" y="106"/>
                  <a:pt x="0" y="46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5" name=""/>
          <p:cNvSpPr/>
          <p:nvPr/>
        </p:nvSpPr>
        <p:spPr>
          <a:xfrm>
            <a:off x="9956520" y="5839920"/>
            <a:ext cx="32760" cy="32760"/>
          </a:xfrm>
          <a:custGeom>
            <a:avLst/>
            <a:gdLst/>
            <a:ahLst/>
            <a:rect l="0" t="0" r="r" b="b"/>
            <a:pathLst>
              <a:path fill="none" w="91" h="91">
                <a:moveTo>
                  <a:pt x="91" y="46"/>
                </a:moveTo>
                <a:cubicBezTo>
                  <a:pt x="91" y="106"/>
                  <a:pt x="0" y="106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"/>
          <p:cNvSpPr/>
          <p:nvPr/>
        </p:nvSpPr>
        <p:spPr>
          <a:xfrm>
            <a:off x="10076760" y="480780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7"/>
                  <a:pt x="0" y="107"/>
                  <a:pt x="0" y="46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10076760" y="480780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7"/>
                  <a:pt x="0" y="107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10083240" y="529452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8"/>
                  <a:pt x="0" y="108"/>
                  <a:pt x="0" y="46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"/>
          <p:cNvSpPr/>
          <p:nvPr/>
        </p:nvSpPr>
        <p:spPr>
          <a:xfrm>
            <a:off x="10083240" y="529452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6"/>
                </a:moveTo>
                <a:cubicBezTo>
                  <a:pt x="92" y="108"/>
                  <a:pt x="0" y="108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0" name=""/>
          <p:cNvSpPr/>
          <p:nvPr/>
        </p:nvSpPr>
        <p:spPr>
          <a:xfrm>
            <a:off x="9987840" y="532332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7"/>
                </a:moveTo>
                <a:cubicBezTo>
                  <a:pt x="0" y="-15"/>
                  <a:pt x="92" y="-15"/>
                  <a:pt x="92" y="47"/>
                </a:cubicBezTo>
                <a:cubicBezTo>
                  <a:pt x="92" y="107"/>
                  <a:pt x="0" y="107"/>
                  <a:pt x="0" y="47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1" name=""/>
          <p:cNvSpPr/>
          <p:nvPr/>
        </p:nvSpPr>
        <p:spPr>
          <a:xfrm>
            <a:off x="9987840" y="532332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7"/>
                </a:moveTo>
                <a:cubicBezTo>
                  <a:pt x="92" y="107"/>
                  <a:pt x="0" y="107"/>
                  <a:pt x="0" y="47"/>
                </a:cubicBezTo>
                <a:cubicBezTo>
                  <a:pt x="0" y="-15"/>
                  <a:pt x="92" y="-15"/>
                  <a:pt x="92" y="47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"/>
          <p:cNvSpPr/>
          <p:nvPr/>
        </p:nvSpPr>
        <p:spPr>
          <a:xfrm>
            <a:off x="10131480" y="526608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7"/>
                  <a:pt x="0" y="107"/>
                  <a:pt x="0" y="46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10131480" y="526608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6"/>
                </a:moveTo>
                <a:cubicBezTo>
                  <a:pt x="92" y="107"/>
                  <a:pt x="0" y="107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10128600" y="472140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5"/>
                </a:moveTo>
                <a:cubicBezTo>
                  <a:pt x="0" y="-15"/>
                  <a:pt x="92" y="-15"/>
                  <a:pt x="92" y="45"/>
                </a:cubicBezTo>
                <a:cubicBezTo>
                  <a:pt x="92" y="107"/>
                  <a:pt x="0" y="107"/>
                  <a:pt x="0" y="45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5" name=""/>
          <p:cNvSpPr/>
          <p:nvPr/>
        </p:nvSpPr>
        <p:spPr>
          <a:xfrm>
            <a:off x="10128600" y="472140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5"/>
                </a:moveTo>
                <a:cubicBezTo>
                  <a:pt x="92" y="107"/>
                  <a:pt x="0" y="107"/>
                  <a:pt x="0" y="45"/>
                </a:cubicBezTo>
                <a:cubicBezTo>
                  <a:pt x="0" y="-15"/>
                  <a:pt x="92" y="-15"/>
                  <a:pt x="92" y="45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6" name=""/>
          <p:cNvSpPr/>
          <p:nvPr/>
        </p:nvSpPr>
        <p:spPr>
          <a:xfrm>
            <a:off x="10046880" y="4575240"/>
            <a:ext cx="32760" cy="32760"/>
          </a:xfrm>
          <a:custGeom>
            <a:avLst/>
            <a:gdLst/>
            <a:ahLst/>
            <a:rect l="0" t="0" r="r" b="b"/>
            <a:pathLst>
              <a:path w="91" h="91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6"/>
                  <a:pt x="0" y="106"/>
                  <a:pt x="0" y="46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7" name=""/>
          <p:cNvSpPr/>
          <p:nvPr/>
        </p:nvSpPr>
        <p:spPr>
          <a:xfrm>
            <a:off x="10046880" y="4575240"/>
            <a:ext cx="32760" cy="32760"/>
          </a:xfrm>
          <a:custGeom>
            <a:avLst/>
            <a:gdLst/>
            <a:ahLst/>
            <a:rect l="0" t="0" r="r" b="b"/>
            <a:pathLst>
              <a:path fill="none" w="91" h="91">
                <a:moveTo>
                  <a:pt x="91" y="46"/>
                </a:moveTo>
                <a:cubicBezTo>
                  <a:pt x="91" y="106"/>
                  <a:pt x="0" y="106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8" name=""/>
          <p:cNvSpPr/>
          <p:nvPr/>
        </p:nvSpPr>
        <p:spPr>
          <a:xfrm>
            <a:off x="9966240" y="5897520"/>
            <a:ext cx="32760" cy="32760"/>
          </a:xfrm>
          <a:custGeom>
            <a:avLst/>
            <a:gdLst/>
            <a:ahLst/>
            <a:rect l="0" t="0" r="r" b="b"/>
            <a:pathLst>
              <a:path w="91" h="91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6"/>
                  <a:pt x="0" y="106"/>
                  <a:pt x="0" y="46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9" name=""/>
          <p:cNvSpPr/>
          <p:nvPr/>
        </p:nvSpPr>
        <p:spPr>
          <a:xfrm>
            <a:off x="9966240" y="5897520"/>
            <a:ext cx="32760" cy="32760"/>
          </a:xfrm>
          <a:custGeom>
            <a:avLst/>
            <a:gdLst/>
            <a:ahLst/>
            <a:rect l="0" t="0" r="r" b="b"/>
            <a:pathLst>
              <a:path fill="none" w="91" h="91">
                <a:moveTo>
                  <a:pt x="91" y="46"/>
                </a:moveTo>
                <a:cubicBezTo>
                  <a:pt x="91" y="106"/>
                  <a:pt x="0" y="106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0" name=""/>
          <p:cNvSpPr/>
          <p:nvPr/>
        </p:nvSpPr>
        <p:spPr>
          <a:xfrm>
            <a:off x="10120680" y="538704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7"/>
                  <a:pt x="0" y="107"/>
                  <a:pt x="0" y="46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1" name=""/>
          <p:cNvSpPr/>
          <p:nvPr/>
        </p:nvSpPr>
        <p:spPr>
          <a:xfrm>
            <a:off x="10120680" y="538704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6"/>
                </a:moveTo>
                <a:cubicBezTo>
                  <a:pt x="92" y="107"/>
                  <a:pt x="0" y="107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2" name=""/>
          <p:cNvSpPr/>
          <p:nvPr/>
        </p:nvSpPr>
        <p:spPr>
          <a:xfrm>
            <a:off x="10727280" y="468360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3" name=""/>
          <p:cNvSpPr/>
          <p:nvPr/>
        </p:nvSpPr>
        <p:spPr>
          <a:xfrm>
            <a:off x="10727280" y="468360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6"/>
                </a:moveTo>
                <a:cubicBezTo>
                  <a:pt x="92" y="107"/>
                  <a:pt x="0" y="107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4" name=""/>
          <p:cNvSpPr/>
          <p:nvPr/>
        </p:nvSpPr>
        <p:spPr>
          <a:xfrm>
            <a:off x="10654200" y="530496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5" name=""/>
          <p:cNvSpPr/>
          <p:nvPr/>
        </p:nvSpPr>
        <p:spPr>
          <a:xfrm>
            <a:off x="10654200" y="530496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6"/>
                </a:moveTo>
                <a:cubicBezTo>
                  <a:pt x="92" y="107"/>
                  <a:pt x="0" y="107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6" name=""/>
          <p:cNvSpPr/>
          <p:nvPr/>
        </p:nvSpPr>
        <p:spPr>
          <a:xfrm>
            <a:off x="10725480" y="517644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7" name=""/>
          <p:cNvSpPr/>
          <p:nvPr/>
        </p:nvSpPr>
        <p:spPr>
          <a:xfrm>
            <a:off x="10725480" y="517644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7"/>
                  <a:pt x="0" y="107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8" name=""/>
          <p:cNvSpPr/>
          <p:nvPr/>
        </p:nvSpPr>
        <p:spPr>
          <a:xfrm>
            <a:off x="10873800" y="517716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5"/>
                </a:moveTo>
                <a:cubicBezTo>
                  <a:pt x="0" y="-15"/>
                  <a:pt x="92" y="-15"/>
                  <a:pt x="92" y="45"/>
                </a:cubicBezTo>
                <a:cubicBezTo>
                  <a:pt x="92" y="107"/>
                  <a:pt x="0" y="107"/>
                  <a:pt x="0" y="45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9" name=""/>
          <p:cNvSpPr/>
          <p:nvPr/>
        </p:nvSpPr>
        <p:spPr>
          <a:xfrm>
            <a:off x="10873800" y="517716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5"/>
                </a:moveTo>
                <a:cubicBezTo>
                  <a:pt x="92" y="107"/>
                  <a:pt x="0" y="107"/>
                  <a:pt x="0" y="45"/>
                </a:cubicBezTo>
                <a:cubicBezTo>
                  <a:pt x="0" y="-15"/>
                  <a:pt x="92" y="-15"/>
                  <a:pt x="92" y="45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0" name=""/>
          <p:cNvSpPr/>
          <p:nvPr/>
        </p:nvSpPr>
        <p:spPr>
          <a:xfrm>
            <a:off x="10756800" y="520272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8"/>
                  <a:pt x="0" y="108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1" name=""/>
          <p:cNvSpPr/>
          <p:nvPr/>
        </p:nvSpPr>
        <p:spPr>
          <a:xfrm>
            <a:off x="10756800" y="520272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8"/>
                  <a:pt x="0" y="108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2" name=""/>
          <p:cNvSpPr/>
          <p:nvPr/>
        </p:nvSpPr>
        <p:spPr>
          <a:xfrm>
            <a:off x="10730160" y="523656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7"/>
                </a:moveTo>
                <a:cubicBezTo>
                  <a:pt x="0" y="-15"/>
                  <a:pt x="92" y="-15"/>
                  <a:pt x="92" y="47"/>
                </a:cubicBezTo>
                <a:cubicBezTo>
                  <a:pt x="92" y="108"/>
                  <a:pt x="0" y="108"/>
                  <a:pt x="0" y="47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3" name=""/>
          <p:cNvSpPr/>
          <p:nvPr/>
        </p:nvSpPr>
        <p:spPr>
          <a:xfrm>
            <a:off x="10730160" y="523656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7"/>
                </a:moveTo>
                <a:cubicBezTo>
                  <a:pt x="92" y="108"/>
                  <a:pt x="0" y="108"/>
                  <a:pt x="0" y="47"/>
                </a:cubicBezTo>
                <a:cubicBezTo>
                  <a:pt x="0" y="-15"/>
                  <a:pt x="92" y="-15"/>
                  <a:pt x="92" y="47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4" name=""/>
          <p:cNvSpPr/>
          <p:nvPr/>
        </p:nvSpPr>
        <p:spPr>
          <a:xfrm>
            <a:off x="10710000" y="598824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5" name=""/>
          <p:cNvSpPr/>
          <p:nvPr/>
        </p:nvSpPr>
        <p:spPr>
          <a:xfrm>
            <a:off x="10710000" y="598824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7"/>
                  <a:pt x="0" y="107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6" name=""/>
          <p:cNvSpPr/>
          <p:nvPr/>
        </p:nvSpPr>
        <p:spPr>
          <a:xfrm>
            <a:off x="10809000" y="4988880"/>
            <a:ext cx="32760" cy="32760"/>
          </a:xfrm>
          <a:custGeom>
            <a:avLst/>
            <a:gdLst/>
            <a:ahLst/>
            <a:rect l="0" t="0" r="r" b="b"/>
            <a:pathLst>
              <a:path w="91" h="91">
                <a:moveTo>
                  <a:pt x="0" y="45"/>
                </a:moveTo>
                <a:cubicBezTo>
                  <a:pt x="0" y="-15"/>
                  <a:pt x="91" y="-15"/>
                  <a:pt x="91" y="45"/>
                </a:cubicBezTo>
                <a:cubicBezTo>
                  <a:pt x="91" y="106"/>
                  <a:pt x="0" y="106"/>
                  <a:pt x="0" y="45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7" name=""/>
          <p:cNvSpPr/>
          <p:nvPr/>
        </p:nvSpPr>
        <p:spPr>
          <a:xfrm>
            <a:off x="10809000" y="4988880"/>
            <a:ext cx="32760" cy="32760"/>
          </a:xfrm>
          <a:custGeom>
            <a:avLst/>
            <a:gdLst/>
            <a:ahLst/>
            <a:rect l="0" t="0" r="r" b="b"/>
            <a:pathLst>
              <a:path fill="none" w="91" h="91">
                <a:moveTo>
                  <a:pt x="91" y="45"/>
                </a:moveTo>
                <a:cubicBezTo>
                  <a:pt x="91" y="106"/>
                  <a:pt x="0" y="106"/>
                  <a:pt x="0" y="45"/>
                </a:cubicBezTo>
                <a:cubicBezTo>
                  <a:pt x="0" y="-15"/>
                  <a:pt x="91" y="-15"/>
                  <a:pt x="91" y="45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8" name=""/>
          <p:cNvSpPr/>
          <p:nvPr/>
        </p:nvSpPr>
        <p:spPr>
          <a:xfrm>
            <a:off x="10721880" y="5086800"/>
            <a:ext cx="32760" cy="32760"/>
          </a:xfrm>
          <a:custGeom>
            <a:avLst/>
            <a:gdLst/>
            <a:ahLst/>
            <a:rect l="0" t="0" r="r" b="b"/>
            <a:pathLst>
              <a:path w="91" h="91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6"/>
                  <a:pt x="0" y="106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9" name=""/>
          <p:cNvSpPr/>
          <p:nvPr/>
        </p:nvSpPr>
        <p:spPr>
          <a:xfrm>
            <a:off x="10721880" y="5086800"/>
            <a:ext cx="32760" cy="32760"/>
          </a:xfrm>
          <a:custGeom>
            <a:avLst/>
            <a:gdLst/>
            <a:ahLst/>
            <a:rect l="0" t="0" r="r" b="b"/>
            <a:pathLst>
              <a:path fill="none" w="91" h="91">
                <a:moveTo>
                  <a:pt x="91" y="46"/>
                </a:moveTo>
                <a:cubicBezTo>
                  <a:pt x="91" y="106"/>
                  <a:pt x="0" y="106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0" name=""/>
          <p:cNvSpPr/>
          <p:nvPr/>
        </p:nvSpPr>
        <p:spPr>
          <a:xfrm>
            <a:off x="10680480" y="5252040"/>
            <a:ext cx="32760" cy="32760"/>
          </a:xfrm>
          <a:custGeom>
            <a:avLst/>
            <a:gdLst/>
            <a:ahLst/>
            <a:rect l="0" t="0" r="r" b="b"/>
            <a:pathLst>
              <a:path w="91" h="91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6"/>
                  <a:pt x="0" y="106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1" name=""/>
          <p:cNvSpPr/>
          <p:nvPr/>
        </p:nvSpPr>
        <p:spPr>
          <a:xfrm>
            <a:off x="10680480" y="5252040"/>
            <a:ext cx="32760" cy="32760"/>
          </a:xfrm>
          <a:custGeom>
            <a:avLst/>
            <a:gdLst/>
            <a:ahLst/>
            <a:rect l="0" t="0" r="r" b="b"/>
            <a:pathLst>
              <a:path fill="none" w="91" h="91">
                <a:moveTo>
                  <a:pt x="91" y="46"/>
                </a:moveTo>
                <a:cubicBezTo>
                  <a:pt x="91" y="106"/>
                  <a:pt x="0" y="106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2" name=""/>
          <p:cNvSpPr/>
          <p:nvPr/>
        </p:nvSpPr>
        <p:spPr>
          <a:xfrm>
            <a:off x="10749960" y="526464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7"/>
                </a:moveTo>
                <a:cubicBezTo>
                  <a:pt x="0" y="-15"/>
                  <a:pt x="92" y="-15"/>
                  <a:pt x="92" y="47"/>
                </a:cubicBezTo>
                <a:cubicBezTo>
                  <a:pt x="92" y="108"/>
                  <a:pt x="0" y="108"/>
                  <a:pt x="0" y="47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3" name=""/>
          <p:cNvSpPr/>
          <p:nvPr/>
        </p:nvSpPr>
        <p:spPr>
          <a:xfrm>
            <a:off x="10749960" y="526464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7"/>
                </a:moveTo>
                <a:cubicBezTo>
                  <a:pt x="92" y="108"/>
                  <a:pt x="0" y="108"/>
                  <a:pt x="0" y="47"/>
                </a:cubicBezTo>
                <a:cubicBezTo>
                  <a:pt x="0" y="-15"/>
                  <a:pt x="92" y="-15"/>
                  <a:pt x="92" y="47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4" name=""/>
          <p:cNvSpPr/>
          <p:nvPr/>
        </p:nvSpPr>
        <p:spPr>
          <a:xfrm>
            <a:off x="10672920" y="530496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5"/>
                </a:moveTo>
                <a:cubicBezTo>
                  <a:pt x="0" y="-15"/>
                  <a:pt x="91" y="-15"/>
                  <a:pt x="91" y="45"/>
                </a:cubicBezTo>
                <a:cubicBezTo>
                  <a:pt x="91" y="107"/>
                  <a:pt x="0" y="107"/>
                  <a:pt x="0" y="45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5" name=""/>
          <p:cNvSpPr/>
          <p:nvPr/>
        </p:nvSpPr>
        <p:spPr>
          <a:xfrm>
            <a:off x="10672920" y="530496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5"/>
                </a:moveTo>
                <a:cubicBezTo>
                  <a:pt x="91" y="107"/>
                  <a:pt x="0" y="107"/>
                  <a:pt x="0" y="45"/>
                </a:cubicBezTo>
                <a:cubicBezTo>
                  <a:pt x="0" y="-15"/>
                  <a:pt x="91" y="-15"/>
                  <a:pt x="91" y="45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6" name=""/>
          <p:cNvSpPr/>
          <p:nvPr/>
        </p:nvSpPr>
        <p:spPr>
          <a:xfrm>
            <a:off x="10701360" y="486828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7" name=""/>
          <p:cNvSpPr/>
          <p:nvPr/>
        </p:nvSpPr>
        <p:spPr>
          <a:xfrm>
            <a:off x="10701360" y="486828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6"/>
                </a:moveTo>
                <a:cubicBezTo>
                  <a:pt x="92" y="107"/>
                  <a:pt x="0" y="107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8" name=""/>
          <p:cNvSpPr/>
          <p:nvPr/>
        </p:nvSpPr>
        <p:spPr>
          <a:xfrm>
            <a:off x="10799640" y="474408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7"/>
                </a:moveTo>
                <a:cubicBezTo>
                  <a:pt x="0" y="-15"/>
                  <a:pt x="91" y="-15"/>
                  <a:pt x="91" y="47"/>
                </a:cubicBezTo>
                <a:cubicBezTo>
                  <a:pt x="91" y="108"/>
                  <a:pt x="0" y="108"/>
                  <a:pt x="0" y="47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9" name=""/>
          <p:cNvSpPr/>
          <p:nvPr/>
        </p:nvSpPr>
        <p:spPr>
          <a:xfrm>
            <a:off x="10799640" y="474408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7"/>
                </a:moveTo>
                <a:cubicBezTo>
                  <a:pt x="91" y="108"/>
                  <a:pt x="0" y="108"/>
                  <a:pt x="0" y="47"/>
                </a:cubicBezTo>
                <a:cubicBezTo>
                  <a:pt x="0" y="-15"/>
                  <a:pt x="91" y="-15"/>
                  <a:pt x="91" y="47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0" name=""/>
          <p:cNvSpPr/>
          <p:nvPr/>
        </p:nvSpPr>
        <p:spPr>
          <a:xfrm>
            <a:off x="10733760" y="554940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7"/>
                </a:moveTo>
                <a:cubicBezTo>
                  <a:pt x="0" y="-15"/>
                  <a:pt x="91" y="-15"/>
                  <a:pt x="91" y="47"/>
                </a:cubicBezTo>
                <a:cubicBezTo>
                  <a:pt x="91" y="107"/>
                  <a:pt x="0" y="107"/>
                  <a:pt x="0" y="47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1" name=""/>
          <p:cNvSpPr/>
          <p:nvPr/>
        </p:nvSpPr>
        <p:spPr>
          <a:xfrm>
            <a:off x="10733760" y="554940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7"/>
                </a:moveTo>
                <a:cubicBezTo>
                  <a:pt x="91" y="107"/>
                  <a:pt x="0" y="107"/>
                  <a:pt x="0" y="47"/>
                </a:cubicBezTo>
                <a:cubicBezTo>
                  <a:pt x="0" y="-15"/>
                  <a:pt x="91" y="-15"/>
                  <a:pt x="91" y="47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2" name=""/>
          <p:cNvSpPr/>
          <p:nvPr/>
        </p:nvSpPr>
        <p:spPr>
          <a:xfrm>
            <a:off x="10680840" y="4756680"/>
            <a:ext cx="32760" cy="32760"/>
          </a:xfrm>
          <a:custGeom>
            <a:avLst/>
            <a:gdLst/>
            <a:ahLst/>
            <a:rect l="0" t="0" r="r" b="b"/>
            <a:pathLst>
              <a:path w="91" h="91">
                <a:moveTo>
                  <a:pt x="0" y="45"/>
                </a:moveTo>
                <a:cubicBezTo>
                  <a:pt x="0" y="-15"/>
                  <a:pt x="91" y="-15"/>
                  <a:pt x="91" y="45"/>
                </a:cubicBezTo>
                <a:cubicBezTo>
                  <a:pt x="91" y="106"/>
                  <a:pt x="0" y="106"/>
                  <a:pt x="0" y="45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3" name=""/>
          <p:cNvSpPr/>
          <p:nvPr/>
        </p:nvSpPr>
        <p:spPr>
          <a:xfrm>
            <a:off x="10680840" y="4756680"/>
            <a:ext cx="32760" cy="32760"/>
          </a:xfrm>
          <a:custGeom>
            <a:avLst/>
            <a:gdLst/>
            <a:ahLst/>
            <a:rect l="0" t="0" r="r" b="b"/>
            <a:pathLst>
              <a:path fill="none" w="91" h="91">
                <a:moveTo>
                  <a:pt x="91" y="45"/>
                </a:moveTo>
                <a:cubicBezTo>
                  <a:pt x="91" y="106"/>
                  <a:pt x="0" y="106"/>
                  <a:pt x="0" y="45"/>
                </a:cubicBezTo>
                <a:cubicBezTo>
                  <a:pt x="0" y="-15"/>
                  <a:pt x="91" y="-15"/>
                  <a:pt x="91" y="45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4" name=""/>
          <p:cNvSpPr/>
          <p:nvPr/>
        </p:nvSpPr>
        <p:spPr>
          <a:xfrm>
            <a:off x="10707840" y="5192640"/>
            <a:ext cx="33480" cy="33120"/>
          </a:xfrm>
          <a:custGeom>
            <a:avLst/>
            <a:gdLst/>
            <a:ahLst/>
            <a:rect l="0" t="0" r="r" b="b"/>
            <a:pathLst>
              <a:path w="93" h="92">
                <a:moveTo>
                  <a:pt x="0" y="46"/>
                </a:moveTo>
                <a:cubicBezTo>
                  <a:pt x="0" y="-15"/>
                  <a:pt x="93" y="-15"/>
                  <a:pt x="93" y="46"/>
                </a:cubicBezTo>
                <a:cubicBezTo>
                  <a:pt x="93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5" name=""/>
          <p:cNvSpPr/>
          <p:nvPr/>
        </p:nvSpPr>
        <p:spPr>
          <a:xfrm>
            <a:off x="10707840" y="5192640"/>
            <a:ext cx="33480" cy="33120"/>
          </a:xfrm>
          <a:custGeom>
            <a:avLst/>
            <a:gdLst/>
            <a:ahLst/>
            <a:rect l="0" t="0" r="r" b="b"/>
            <a:pathLst>
              <a:path fill="none" w="93" h="92">
                <a:moveTo>
                  <a:pt x="93" y="46"/>
                </a:moveTo>
                <a:cubicBezTo>
                  <a:pt x="93" y="107"/>
                  <a:pt x="0" y="107"/>
                  <a:pt x="0" y="46"/>
                </a:cubicBezTo>
                <a:cubicBezTo>
                  <a:pt x="0" y="-15"/>
                  <a:pt x="93" y="-15"/>
                  <a:pt x="93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6" name=""/>
          <p:cNvSpPr/>
          <p:nvPr/>
        </p:nvSpPr>
        <p:spPr>
          <a:xfrm>
            <a:off x="10777680" y="5956560"/>
            <a:ext cx="32760" cy="32760"/>
          </a:xfrm>
          <a:custGeom>
            <a:avLst/>
            <a:gdLst/>
            <a:ahLst/>
            <a:rect l="0" t="0" r="r" b="b"/>
            <a:pathLst>
              <a:path w="91" h="91">
                <a:moveTo>
                  <a:pt x="0" y="45"/>
                </a:moveTo>
                <a:cubicBezTo>
                  <a:pt x="0" y="-15"/>
                  <a:pt x="91" y="-15"/>
                  <a:pt x="91" y="45"/>
                </a:cubicBezTo>
                <a:cubicBezTo>
                  <a:pt x="91" y="106"/>
                  <a:pt x="0" y="106"/>
                  <a:pt x="0" y="45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7" name=""/>
          <p:cNvSpPr/>
          <p:nvPr/>
        </p:nvSpPr>
        <p:spPr>
          <a:xfrm>
            <a:off x="10777680" y="5956560"/>
            <a:ext cx="32760" cy="32760"/>
          </a:xfrm>
          <a:custGeom>
            <a:avLst/>
            <a:gdLst/>
            <a:ahLst/>
            <a:rect l="0" t="0" r="r" b="b"/>
            <a:pathLst>
              <a:path fill="none" w="91" h="91">
                <a:moveTo>
                  <a:pt x="91" y="45"/>
                </a:moveTo>
                <a:cubicBezTo>
                  <a:pt x="91" y="106"/>
                  <a:pt x="0" y="106"/>
                  <a:pt x="0" y="45"/>
                </a:cubicBezTo>
                <a:cubicBezTo>
                  <a:pt x="0" y="-15"/>
                  <a:pt x="91" y="-15"/>
                  <a:pt x="91" y="45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8" name=""/>
          <p:cNvSpPr/>
          <p:nvPr/>
        </p:nvSpPr>
        <p:spPr>
          <a:xfrm>
            <a:off x="10693080" y="510696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8"/>
                  <a:pt x="0" y="108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9" name=""/>
          <p:cNvSpPr/>
          <p:nvPr/>
        </p:nvSpPr>
        <p:spPr>
          <a:xfrm>
            <a:off x="10693080" y="510696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8"/>
                  <a:pt x="0" y="108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0" name=""/>
          <p:cNvSpPr/>
          <p:nvPr/>
        </p:nvSpPr>
        <p:spPr>
          <a:xfrm>
            <a:off x="10812240" y="489564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7"/>
                </a:moveTo>
                <a:cubicBezTo>
                  <a:pt x="0" y="-15"/>
                  <a:pt x="91" y="-15"/>
                  <a:pt x="91" y="47"/>
                </a:cubicBezTo>
                <a:cubicBezTo>
                  <a:pt x="91" y="107"/>
                  <a:pt x="0" y="107"/>
                  <a:pt x="0" y="47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1" name=""/>
          <p:cNvSpPr/>
          <p:nvPr/>
        </p:nvSpPr>
        <p:spPr>
          <a:xfrm>
            <a:off x="10812240" y="489564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7"/>
                </a:moveTo>
                <a:cubicBezTo>
                  <a:pt x="91" y="107"/>
                  <a:pt x="0" y="107"/>
                  <a:pt x="0" y="47"/>
                </a:cubicBezTo>
                <a:cubicBezTo>
                  <a:pt x="0" y="-15"/>
                  <a:pt x="91" y="-15"/>
                  <a:pt x="91" y="47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2" name=""/>
          <p:cNvSpPr/>
          <p:nvPr/>
        </p:nvSpPr>
        <p:spPr>
          <a:xfrm>
            <a:off x="10759680" y="513792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7"/>
                </a:moveTo>
                <a:cubicBezTo>
                  <a:pt x="0" y="-15"/>
                  <a:pt x="92" y="-15"/>
                  <a:pt x="92" y="47"/>
                </a:cubicBezTo>
                <a:cubicBezTo>
                  <a:pt x="92" y="108"/>
                  <a:pt x="0" y="108"/>
                  <a:pt x="0" y="47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3" name=""/>
          <p:cNvSpPr/>
          <p:nvPr/>
        </p:nvSpPr>
        <p:spPr>
          <a:xfrm>
            <a:off x="10759680" y="513792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7"/>
                </a:moveTo>
                <a:cubicBezTo>
                  <a:pt x="92" y="108"/>
                  <a:pt x="0" y="108"/>
                  <a:pt x="0" y="47"/>
                </a:cubicBezTo>
                <a:cubicBezTo>
                  <a:pt x="0" y="-15"/>
                  <a:pt x="92" y="-15"/>
                  <a:pt x="92" y="47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4" name=""/>
          <p:cNvSpPr/>
          <p:nvPr/>
        </p:nvSpPr>
        <p:spPr>
          <a:xfrm>
            <a:off x="10692360" y="4985280"/>
            <a:ext cx="33120" cy="32760"/>
          </a:xfrm>
          <a:custGeom>
            <a:avLst/>
            <a:gdLst/>
            <a:ahLst/>
            <a:rect l="0" t="0" r="r" b="b"/>
            <a:pathLst>
              <a:path w="92" h="91">
                <a:moveTo>
                  <a:pt x="0" y="45"/>
                </a:moveTo>
                <a:cubicBezTo>
                  <a:pt x="0" y="-15"/>
                  <a:pt x="92" y="-15"/>
                  <a:pt x="92" y="45"/>
                </a:cubicBezTo>
                <a:cubicBezTo>
                  <a:pt x="92" y="106"/>
                  <a:pt x="0" y="106"/>
                  <a:pt x="0" y="45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5" name=""/>
          <p:cNvSpPr/>
          <p:nvPr/>
        </p:nvSpPr>
        <p:spPr>
          <a:xfrm>
            <a:off x="10692360" y="4985280"/>
            <a:ext cx="33120" cy="32760"/>
          </a:xfrm>
          <a:custGeom>
            <a:avLst/>
            <a:gdLst/>
            <a:ahLst/>
            <a:rect l="0" t="0" r="r" b="b"/>
            <a:pathLst>
              <a:path fill="none" w="92" h="91">
                <a:moveTo>
                  <a:pt x="92" y="45"/>
                </a:moveTo>
                <a:cubicBezTo>
                  <a:pt x="92" y="106"/>
                  <a:pt x="0" y="106"/>
                  <a:pt x="0" y="45"/>
                </a:cubicBezTo>
                <a:cubicBezTo>
                  <a:pt x="0" y="-15"/>
                  <a:pt x="92" y="-15"/>
                  <a:pt x="92" y="45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6" name=""/>
          <p:cNvSpPr/>
          <p:nvPr/>
        </p:nvSpPr>
        <p:spPr>
          <a:xfrm>
            <a:off x="10646280" y="539820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7" name=""/>
          <p:cNvSpPr/>
          <p:nvPr/>
        </p:nvSpPr>
        <p:spPr>
          <a:xfrm>
            <a:off x="10646280" y="539820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7"/>
                  <a:pt x="0" y="107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8" name=""/>
          <p:cNvSpPr/>
          <p:nvPr/>
        </p:nvSpPr>
        <p:spPr>
          <a:xfrm>
            <a:off x="10727640" y="501588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5"/>
                </a:moveTo>
                <a:cubicBezTo>
                  <a:pt x="0" y="-15"/>
                  <a:pt x="91" y="-15"/>
                  <a:pt x="91" y="45"/>
                </a:cubicBezTo>
                <a:cubicBezTo>
                  <a:pt x="91" y="107"/>
                  <a:pt x="0" y="107"/>
                  <a:pt x="0" y="45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9" name=""/>
          <p:cNvSpPr/>
          <p:nvPr/>
        </p:nvSpPr>
        <p:spPr>
          <a:xfrm>
            <a:off x="10727640" y="501588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5"/>
                </a:moveTo>
                <a:cubicBezTo>
                  <a:pt x="91" y="107"/>
                  <a:pt x="0" y="107"/>
                  <a:pt x="0" y="45"/>
                </a:cubicBezTo>
                <a:cubicBezTo>
                  <a:pt x="0" y="-15"/>
                  <a:pt x="91" y="-15"/>
                  <a:pt x="91" y="45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0" name=""/>
          <p:cNvSpPr/>
          <p:nvPr/>
        </p:nvSpPr>
        <p:spPr>
          <a:xfrm>
            <a:off x="10760400" y="5513400"/>
            <a:ext cx="33120" cy="32760"/>
          </a:xfrm>
          <a:custGeom>
            <a:avLst/>
            <a:gdLst/>
            <a:ahLst/>
            <a:rect l="0" t="0" r="r" b="b"/>
            <a:pathLst>
              <a:path w="92" h="91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6"/>
                  <a:pt x="0" y="106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1" name=""/>
          <p:cNvSpPr/>
          <p:nvPr/>
        </p:nvSpPr>
        <p:spPr>
          <a:xfrm>
            <a:off x="10760400" y="5513400"/>
            <a:ext cx="33120" cy="32760"/>
          </a:xfrm>
          <a:custGeom>
            <a:avLst/>
            <a:gdLst/>
            <a:ahLst/>
            <a:rect l="0" t="0" r="r" b="b"/>
            <a:pathLst>
              <a:path fill="none" w="92" h="91">
                <a:moveTo>
                  <a:pt x="92" y="46"/>
                </a:moveTo>
                <a:cubicBezTo>
                  <a:pt x="92" y="106"/>
                  <a:pt x="0" y="106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2" name=""/>
          <p:cNvSpPr/>
          <p:nvPr/>
        </p:nvSpPr>
        <p:spPr>
          <a:xfrm>
            <a:off x="10692000" y="519624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7"/>
                </a:moveTo>
                <a:cubicBezTo>
                  <a:pt x="0" y="-15"/>
                  <a:pt x="91" y="-15"/>
                  <a:pt x="91" y="47"/>
                </a:cubicBezTo>
                <a:cubicBezTo>
                  <a:pt x="91" y="108"/>
                  <a:pt x="0" y="108"/>
                  <a:pt x="0" y="47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3" name=""/>
          <p:cNvSpPr/>
          <p:nvPr/>
        </p:nvSpPr>
        <p:spPr>
          <a:xfrm>
            <a:off x="10692000" y="519624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7"/>
                </a:moveTo>
                <a:cubicBezTo>
                  <a:pt x="91" y="108"/>
                  <a:pt x="0" y="108"/>
                  <a:pt x="0" y="47"/>
                </a:cubicBezTo>
                <a:cubicBezTo>
                  <a:pt x="0" y="-15"/>
                  <a:pt x="91" y="-15"/>
                  <a:pt x="91" y="47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4" name=""/>
          <p:cNvSpPr/>
          <p:nvPr/>
        </p:nvSpPr>
        <p:spPr>
          <a:xfrm>
            <a:off x="10833840" y="5141880"/>
            <a:ext cx="33120" cy="32760"/>
          </a:xfrm>
          <a:custGeom>
            <a:avLst/>
            <a:gdLst/>
            <a:ahLst/>
            <a:rect l="0" t="0" r="r" b="b"/>
            <a:pathLst>
              <a:path w="92" h="91">
                <a:moveTo>
                  <a:pt x="0" y="45"/>
                </a:moveTo>
                <a:cubicBezTo>
                  <a:pt x="0" y="-15"/>
                  <a:pt x="92" y="-15"/>
                  <a:pt x="92" y="45"/>
                </a:cubicBezTo>
                <a:cubicBezTo>
                  <a:pt x="92" y="106"/>
                  <a:pt x="0" y="106"/>
                  <a:pt x="0" y="45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5" name=""/>
          <p:cNvSpPr/>
          <p:nvPr/>
        </p:nvSpPr>
        <p:spPr>
          <a:xfrm>
            <a:off x="10833840" y="5141880"/>
            <a:ext cx="33120" cy="32760"/>
          </a:xfrm>
          <a:custGeom>
            <a:avLst/>
            <a:gdLst/>
            <a:ahLst/>
            <a:rect l="0" t="0" r="r" b="b"/>
            <a:pathLst>
              <a:path fill="none" w="92" h="91">
                <a:moveTo>
                  <a:pt x="92" y="45"/>
                </a:moveTo>
                <a:cubicBezTo>
                  <a:pt x="92" y="106"/>
                  <a:pt x="0" y="106"/>
                  <a:pt x="0" y="45"/>
                </a:cubicBezTo>
                <a:cubicBezTo>
                  <a:pt x="0" y="-15"/>
                  <a:pt x="92" y="-15"/>
                  <a:pt x="92" y="45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6" name=""/>
          <p:cNvSpPr/>
          <p:nvPr/>
        </p:nvSpPr>
        <p:spPr>
          <a:xfrm>
            <a:off x="10751760" y="496944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8"/>
                  <a:pt x="0" y="108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7" name=""/>
          <p:cNvSpPr/>
          <p:nvPr/>
        </p:nvSpPr>
        <p:spPr>
          <a:xfrm>
            <a:off x="10751760" y="496944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8"/>
                  <a:pt x="0" y="108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8" name=""/>
          <p:cNvSpPr/>
          <p:nvPr/>
        </p:nvSpPr>
        <p:spPr>
          <a:xfrm>
            <a:off x="10878120" y="443664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5"/>
                </a:moveTo>
                <a:cubicBezTo>
                  <a:pt x="0" y="-15"/>
                  <a:pt x="91" y="-15"/>
                  <a:pt x="91" y="45"/>
                </a:cubicBezTo>
                <a:cubicBezTo>
                  <a:pt x="91" y="107"/>
                  <a:pt x="0" y="107"/>
                  <a:pt x="0" y="45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9" name=""/>
          <p:cNvSpPr/>
          <p:nvPr/>
        </p:nvSpPr>
        <p:spPr>
          <a:xfrm>
            <a:off x="10878120" y="443664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5"/>
                </a:moveTo>
                <a:cubicBezTo>
                  <a:pt x="91" y="107"/>
                  <a:pt x="0" y="107"/>
                  <a:pt x="0" y="45"/>
                </a:cubicBezTo>
                <a:cubicBezTo>
                  <a:pt x="0" y="-15"/>
                  <a:pt x="91" y="-15"/>
                  <a:pt x="91" y="45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0" name=""/>
          <p:cNvSpPr/>
          <p:nvPr/>
        </p:nvSpPr>
        <p:spPr>
          <a:xfrm>
            <a:off x="10677600" y="5012280"/>
            <a:ext cx="32760" cy="32760"/>
          </a:xfrm>
          <a:custGeom>
            <a:avLst/>
            <a:gdLst/>
            <a:ahLst/>
            <a:rect l="0" t="0" r="r" b="b"/>
            <a:pathLst>
              <a:path w="91" h="91">
                <a:moveTo>
                  <a:pt x="0" y="45"/>
                </a:moveTo>
                <a:cubicBezTo>
                  <a:pt x="0" y="-15"/>
                  <a:pt x="91" y="-15"/>
                  <a:pt x="91" y="45"/>
                </a:cubicBezTo>
                <a:cubicBezTo>
                  <a:pt x="91" y="106"/>
                  <a:pt x="0" y="106"/>
                  <a:pt x="0" y="45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1" name=""/>
          <p:cNvSpPr/>
          <p:nvPr/>
        </p:nvSpPr>
        <p:spPr>
          <a:xfrm>
            <a:off x="10677600" y="5012280"/>
            <a:ext cx="32760" cy="32760"/>
          </a:xfrm>
          <a:custGeom>
            <a:avLst/>
            <a:gdLst/>
            <a:ahLst/>
            <a:rect l="0" t="0" r="r" b="b"/>
            <a:pathLst>
              <a:path fill="none" w="91" h="91">
                <a:moveTo>
                  <a:pt x="91" y="45"/>
                </a:moveTo>
                <a:cubicBezTo>
                  <a:pt x="91" y="106"/>
                  <a:pt x="0" y="106"/>
                  <a:pt x="0" y="45"/>
                </a:cubicBezTo>
                <a:cubicBezTo>
                  <a:pt x="0" y="-15"/>
                  <a:pt x="91" y="-15"/>
                  <a:pt x="91" y="45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2" name=""/>
          <p:cNvSpPr/>
          <p:nvPr/>
        </p:nvSpPr>
        <p:spPr>
          <a:xfrm>
            <a:off x="10841400" y="490284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7"/>
                  <a:pt x="0" y="107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3" name=""/>
          <p:cNvSpPr/>
          <p:nvPr/>
        </p:nvSpPr>
        <p:spPr>
          <a:xfrm>
            <a:off x="10841400" y="490284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6"/>
                </a:moveTo>
                <a:cubicBezTo>
                  <a:pt x="92" y="107"/>
                  <a:pt x="0" y="107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4" name=""/>
          <p:cNvSpPr/>
          <p:nvPr/>
        </p:nvSpPr>
        <p:spPr>
          <a:xfrm>
            <a:off x="10639800" y="472932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5"/>
                </a:moveTo>
                <a:cubicBezTo>
                  <a:pt x="0" y="-15"/>
                  <a:pt x="92" y="-15"/>
                  <a:pt x="92" y="45"/>
                </a:cubicBezTo>
                <a:cubicBezTo>
                  <a:pt x="92" y="107"/>
                  <a:pt x="0" y="107"/>
                  <a:pt x="0" y="45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5" name=""/>
          <p:cNvSpPr/>
          <p:nvPr/>
        </p:nvSpPr>
        <p:spPr>
          <a:xfrm>
            <a:off x="10639800" y="472932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5"/>
                </a:moveTo>
                <a:cubicBezTo>
                  <a:pt x="92" y="107"/>
                  <a:pt x="0" y="107"/>
                  <a:pt x="0" y="45"/>
                </a:cubicBezTo>
                <a:cubicBezTo>
                  <a:pt x="0" y="-15"/>
                  <a:pt x="92" y="-15"/>
                  <a:pt x="92" y="45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6" name=""/>
          <p:cNvSpPr/>
          <p:nvPr/>
        </p:nvSpPr>
        <p:spPr>
          <a:xfrm>
            <a:off x="10837080" y="5323680"/>
            <a:ext cx="32760" cy="32760"/>
          </a:xfrm>
          <a:custGeom>
            <a:avLst/>
            <a:gdLst/>
            <a:ahLst/>
            <a:rect l="0" t="0" r="r" b="b"/>
            <a:pathLst>
              <a:path w="91" h="91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6"/>
                  <a:pt x="0" y="106"/>
                  <a:pt x="0" y="46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7" name=""/>
          <p:cNvSpPr/>
          <p:nvPr/>
        </p:nvSpPr>
        <p:spPr>
          <a:xfrm>
            <a:off x="10837080" y="5323680"/>
            <a:ext cx="32760" cy="32760"/>
          </a:xfrm>
          <a:custGeom>
            <a:avLst/>
            <a:gdLst/>
            <a:ahLst/>
            <a:rect l="0" t="0" r="r" b="b"/>
            <a:pathLst>
              <a:path fill="none" w="91" h="91">
                <a:moveTo>
                  <a:pt x="91" y="46"/>
                </a:moveTo>
                <a:cubicBezTo>
                  <a:pt x="91" y="106"/>
                  <a:pt x="0" y="106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8" name=""/>
          <p:cNvSpPr/>
          <p:nvPr/>
        </p:nvSpPr>
        <p:spPr>
          <a:xfrm>
            <a:off x="10666800" y="471492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7"/>
                  <a:pt x="0" y="107"/>
                  <a:pt x="0" y="46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9" name=""/>
          <p:cNvSpPr/>
          <p:nvPr/>
        </p:nvSpPr>
        <p:spPr>
          <a:xfrm>
            <a:off x="10666800" y="471492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7"/>
                  <a:pt x="0" y="107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0" name=""/>
          <p:cNvSpPr/>
          <p:nvPr/>
        </p:nvSpPr>
        <p:spPr>
          <a:xfrm>
            <a:off x="10856520" y="552456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7"/>
                  <a:pt x="0" y="107"/>
                  <a:pt x="0" y="46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1" name=""/>
          <p:cNvSpPr/>
          <p:nvPr/>
        </p:nvSpPr>
        <p:spPr>
          <a:xfrm>
            <a:off x="10856520" y="552456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7"/>
                  <a:pt x="0" y="107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2" name=""/>
          <p:cNvSpPr/>
          <p:nvPr/>
        </p:nvSpPr>
        <p:spPr>
          <a:xfrm>
            <a:off x="10743840" y="566640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7"/>
                  <a:pt x="0" y="107"/>
                  <a:pt x="0" y="46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3" name=""/>
          <p:cNvSpPr/>
          <p:nvPr/>
        </p:nvSpPr>
        <p:spPr>
          <a:xfrm>
            <a:off x="10743840" y="566640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7"/>
                  <a:pt x="0" y="107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4" name=""/>
          <p:cNvSpPr/>
          <p:nvPr/>
        </p:nvSpPr>
        <p:spPr>
          <a:xfrm>
            <a:off x="10781640" y="4930920"/>
            <a:ext cx="33120" cy="32760"/>
          </a:xfrm>
          <a:custGeom>
            <a:avLst/>
            <a:gdLst/>
            <a:ahLst/>
            <a:rect l="0" t="0" r="r" b="b"/>
            <a:pathLst>
              <a:path w="92" h="91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6"/>
                  <a:pt x="0" y="106"/>
                  <a:pt x="0" y="46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5" name=""/>
          <p:cNvSpPr/>
          <p:nvPr/>
        </p:nvSpPr>
        <p:spPr>
          <a:xfrm>
            <a:off x="10781640" y="4930920"/>
            <a:ext cx="33120" cy="32760"/>
          </a:xfrm>
          <a:custGeom>
            <a:avLst/>
            <a:gdLst/>
            <a:ahLst/>
            <a:rect l="0" t="0" r="r" b="b"/>
            <a:pathLst>
              <a:path fill="none" w="92" h="91">
                <a:moveTo>
                  <a:pt x="92" y="46"/>
                </a:moveTo>
                <a:cubicBezTo>
                  <a:pt x="92" y="106"/>
                  <a:pt x="0" y="106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6" name=""/>
          <p:cNvSpPr/>
          <p:nvPr/>
        </p:nvSpPr>
        <p:spPr>
          <a:xfrm>
            <a:off x="10769040" y="440172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5"/>
                </a:moveTo>
                <a:cubicBezTo>
                  <a:pt x="0" y="-15"/>
                  <a:pt x="92" y="-15"/>
                  <a:pt x="92" y="45"/>
                </a:cubicBezTo>
                <a:cubicBezTo>
                  <a:pt x="92" y="107"/>
                  <a:pt x="0" y="107"/>
                  <a:pt x="0" y="45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7" name=""/>
          <p:cNvSpPr/>
          <p:nvPr/>
        </p:nvSpPr>
        <p:spPr>
          <a:xfrm>
            <a:off x="10769040" y="440172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5"/>
                </a:moveTo>
                <a:cubicBezTo>
                  <a:pt x="92" y="107"/>
                  <a:pt x="0" y="107"/>
                  <a:pt x="0" y="45"/>
                </a:cubicBezTo>
                <a:cubicBezTo>
                  <a:pt x="0" y="-15"/>
                  <a:pt x="92" y="-15"/>
                  <a:pt x="92" y="45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8" name=""/>
          <p:cNvSpPr/>
          <p:nvPr/>
        </p:nvSpPr>
        <p:spPr>
          <a:xfrm>
            <a:off x="10654920" y="542880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6"/>
                </a:moveTo>
                <a:cubicBezTo>
                  <a:pt x="0" y="-15"/>
                  <a:pt x="91" y="-15"/>
                  <a:pt x="91" y="46"/>
                </a:cubicBezTo>
                <a:cubicBezTo>
                  <a:pt x="91" y="107"/>
                  <a:pt x="0" y="107"/>
                  <a:pt x="0" y="46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9" name=""/>
          <p:cNvSpPr/>
          <p:nvPr/>
        </p:nvSpPr>
        <p:spPr>
          <a:xfrm>
            <a:off x="10654920" y="542880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6"/>
                </a:moveTo>
                <a:cubicBezTo>
                  <a:pt x="91" y="107"/>
                  <a:pt x="0" y="107"/>
                  <a:pt x="0" y="46"/>
                </a:cubicBezTo>
                <a:cubicBezTo>
                  <a:pt x="0" y="-15"/>
                  <a:pt x="91" y="-15"/>
                  <a:pt x="91" y="46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0" name=""/>
          <p:cNvSpPr/>
          <p:nvPr/>
        </p:nvSpPr>
        <p:spPr>
          <a:xfrm>
            <a:off x="10783080" y="5182920"/>
            <a:ext cx="32760" cy="33120"/>
          </a:xfrm>
          <a:custGeom>
            <a:avLst/>
            <a:gdLst/>
            <a:ahLst/>
            <a:rect l="0" t="0" r="r" b="b"/>
            <a:pathLst>
              <a:path w="91" h="92">
                <a:moveTo>
                  <a:pt x="0" y="45"/>
                </a:moveTo>
                <a:cubicBezTo>
                  <a:pt x="0" y="-15"/>
                  <a:pt x="91" y="-15"/>
                  <a:pt x="91" y="45"/>
                </a:cubicBezTo>
                <a:cubicBezTo>
                  <a:pt x="91" y="107"/>
                  <a:pt x="0" y="107"/>
                  <a:pt x="0" y="45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1" name=""/>
          <p:cNvSpPr/>
          <p:nvPr/>
        </p:nvSpPr>
        <p:spPr>
          <a:xfrm>
            <a:off x="10783080" y="5182920"/>
            <a:ext cx="32760" cy="33120"/>
          </a:xfrm>
          <a:custGeom>
            <a:avLst/>
            <a:gdLst/>
            <a:ahLst/>
            <a:rect l="0" t="0" r="r" b="b"/>
            <a:pathLst>
              <a:path fill="none" w="91" h="92">
                <a:moveTo>
                  <a:pt x="91" y="45"/>
                </a:moveTo>
                <a:cubicBezTo>
                  <a:pt x="91" y="107"/>
                  <a:pt x="0" y="107"/>
                  <a:pt x="0" y="45"/>
                </a:cubicBezTo>
                <a:cubicBezTo>
                  <a:pt x="0" y="-15"/>
                  <a:pt x="91" y="-15"/>
                  <a:pt x="91" y="45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2" name=""/>
          <p:cNvSpPr/>
          <p:nvPr/>
        </p:nvSpPr>
        <p:spPr>
          <a:xfrm>
            <a:off x="10863720" y="470952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7"/>
                </a:moveTo>
                <a:cubicBezTo>
                  <a:pt x="0" y="-15"/>
                  <a:pt x="92" y="-15"/>
                  <a:pt x="92" y="47"/>
                </a:cubicBezTo>
                <a:cubicBezTo>
                  <a:pt x="92" y="108"/>
                  <a:pt x="0" y="108"/>
                  <a:pt x="0" y="47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3" name=""/>
          <p:cNvSpPr/>
          <p:nvPr/>
        </p:nvSpPr>
        <p:spPr>
          <a:xfrm>
            <a:off x="10863720" y="470952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7"/>
                </a:moveTo>
                <a:cubicBezTo>
                  <a:pt x="92" y="108"/>
                  <a:pt x="0" y="108"/>
                  <a:pt x="0" y="47"/>
                </a:cubicBezTo>
                <a:cubicBezTo>
                  <a:pt x="0" y="-15"/>
                  <a:pt x="92" y="-15"/>
                  <a:pt x="92" y="47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4" name=""/>
          <p:cNvSpPr/>
          <p:nvPr/>
        </p:nvSpPr>
        <p:spPr>
          <a:xfrm flipV="1">
            <a:off x="8277480" y="3961440"/>
            <a:ext cx="0" cy="2276280"/>
          </a:xfrm>
          <a:prstGeom prst="line">
            <a:avLst/>
          </a:prstGeom>
          <a:ln cap="sq"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4840200" y="3429360"/>
            <a:ext cx="2751120" cy="140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  Parametric bootstrap (150 simulations)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8055720" y="5741280"/>
            <a:ext cx="1767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-2.5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8093880" y="510732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0.0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8" name=""/>
          <p:cNvSpPr/>
          <p:nvPr/>
        </p:nvSpPr>
        <p:spPr>
          <a:xfrm>
            <a:off x="8246160" y="5792040"/>
            <a:ext cx="31320" cy="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9" name=""/>
          <p:cNvSpPr/>
          <p:nvPr/>
        </p:nvSpPr>
        <p:spPr>
          <a:xfrm>
            <a:off x="8246160" y="5158080"/>
            <a:ext cx="31320" cy="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0" name=""/>
          <p:cNvSpPr/>
          <p:nvPr/>
        </p:nvSpPr>
        <p:spPr>
          <a:xfrm>
            <a:off x="8246160" y="4524120"/>
            <a:ext cx="31320" cy="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1" name=""/>
          <p:cNvSpPr/>
          <p:nvPr/>
        </p:nvSpPr>
        <p:spPr>
          <a:xfrm>
            <a:off x="8277480" y="6237720"/>
            <a:ext cx="2917800" cy="0"/>
          </a:xfrm>
          <a:prstGeom prst="line">
            <a:avLst/>
          </a:prstGeom>
          <a:ln cap="sq"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-6120" rIns="6120" bIns="-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2" name=""/>
          <p:cNvSpPr/>
          <p:nvPr/>
        </p:nvSpPr>
        <p:spPr>
          <a:xfrm flipV="1">
            <a:off x="8694360" y="6237720"/>
            <a:ext cx="0" cy="3168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3" name=""/>
          <p:cNvSpPr/>
          <p:nvPr/>
        </p:nvSpPr>
        <p:spPr>
          <a:xfrm flipV="1">
            <a:off x="9389160" y="6237720"/>
            <a:ext cx="0" cy="3168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4" name=""/>
          <p:cNvSpPr/>
          <p:nvPr/>
        </p:nvSpPr>
        <p:spPr>
          <a:xfrm flipV="1">
            <a:off x="10083960" y="6237720"/>
            <a:ext cx="0" cy="3168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5" name=""/>
          <p:cNvSpPr/>
          <p:nvPr/>
        </p:nvSpPr>
        <p:spPr>
          <a:xfrm flipV="1">
            <a:off x="10778400" y="6237720"/>
            <a:ext cx="0" cy="31680"/>
          </a:xfrm>
          <a:prstGeom prst="line">
            <a:avLst/>
          </a:prstGeom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8093880" y="447336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2.5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7" name=""/>
          <p:cNvSpPr txBox="1"/>
          <p:nvPr/>
        </p:nvSpPr>
        <p:spPr>
          <a:xfrm rot="20700000">
            <a:off x="7755120" y="6400080"/>
            <a:ext cx="1005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Accumulated warming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8" name=""/>
          <p:cNvSpPr txBox="1"/>
          <p:nvPr/>
        </p:nvSpPr>
        <p:spPr>
          <a:xfrm rot="20700000">
            <a:off x="8861760" y="6346800"/>
            <a:ext cx="57960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Survey effort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9" name=""/>
          <p:cNvSpPr txBox="1"/>
          <p:nvPr/>
        </p:nvSpPr>
        <p:spPr>
          <a:xfrm rot="20700000">
            <a:off x="9369360" y="6371280"/>
            <a:ext cx="77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Annual variability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0" name=""/>
          <p:cNvSpPr txBox="1"/>
          <p:nvPr/>
        </p:nvSpPr>
        <p:spPr>
          <a:xfrm rot="20700000">
            <a:off x="10076400" y="6369840"/>
            <a:ext cx="758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Warming × effort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1" name=""/>
          <p:cNvSpPr/>
          <p:nvPr/>
        </p:nvSpPr>
        <p:spPr>
          <a:xfrm>
            <a:off x="9843480" y="3949200"/>
            <a:ext cx="1485000" cy="479880"/>
          </a:xfrm>
          <a:custGeom>
            <a:avLst/>
            <a:gdLst/>
            <a:ahLst/>
            <a:rect l="0" t="0" r="r" b="b"/>
            <a:pathLst>
              <a:path w="4125" h="1333">
                <a:moveTo>
                  <a:pt x="0" y="0"/>
                </a:moveTo>
                <a:lnTo>
                  <a:pt x="4125" y="0"/>
                </a:lnTo>
                <a:lnTo>
                  <a:pt x="4125" y="1333"/>
                </a:lnTo>
                <a:lnTo>
                  <a:pt x="0" y="13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2" name=""/>
          <p:cNvSpPr/>
          <p:nvPr/>
        </p:nvSpPr>
        <p:spPr>
          <a:xfrm>
            <a:off x="9906480" y="4012560"/>
            <a:ext cx="115560" cy="115560"/>
          </a:xfrm>
          <a:custGeom>
            <a:avLst/>
            <a:gdLst/>
            <a:ahLst/>
            <a:rect l="0" t="0" r="r" b="b"/>
            <a:pathLst>
              <a:path w="321" h="321">
                <a:moveTo>
                  <a:pt x="0" y="0"/>
                </a:moveTo>
                <a:lnTo>
                  <a:pt x="321" y="0"/>
                </a:lnTo>
                <a:lnTo>
                  <a:pt x="321" y="321"/>
                </a:lnTo>
                <a:lnTo>
                  <a:pt x="0" y="32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3" name=""/>
          <p:cNvSpPr/>
          <p:nvPr/>
        </p:nvSpPr>
        <p:spPr>
          <a:xfrm>
            <a:off x="9947880" y="4053960"/>
            <a:ext cx="33120" cy="32760"/>
          </a:xfrm>
          <a:custGeom>
            <a:avLst/>
            <a:gdLst/>
            <a:ahLst/>
            <a:rect l="0" t="0" r="r" b="b"/>
            <a:pathLst>
              <a:path w="92" h="91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6"/>
                  <a:pt x="0" y="106"/>
                  <a:pt x="0" y="46"/>
                </a:cubicBezTo>
                <a:close/>
              </a:path>
            </a:pathLst>
          </a:custGeom>
          <a:solidFill>
            <a:srgbClr val="0072B2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84" name=""/>
          <p:cNvSpPr/>
          <p:nvPr/>
        </p:nvSpPr>
        <p:spPr>
          <a:xfrm>
            <a:off x="9947880" y="4053960"/>
            <a:ext cx="33120" cy="32760"/>
          </a:xfrm>
          <a:custGeom>
            <a:avLst/>
            <a:gdLst/>
            <a:ahLst/>
            <a:rect l="0" t="0" r="r" b="b"/>
            <a:pathLst>
              <a:path fill="none" w="92" h="91">
                <a:moveTo>
                  <a:pt x="92" y="46"/>
                </a:moveTo>
                <a:cubicBezTo>
                  <a:pt x="92" y="106"/>
                  <a:pt x="0" y="106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72B2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5" name=""/>
          <p:cNvSpPr/>
          <p:nvPr/>
        </p:nvSpPr>
        <p:spPr>
          <a:xfrm>
            <a:off x="9906480" y="4127760"/>
            <a:ext cx="115560" cy="238320"/>
          </a:xfrm>
          <a:custGeom>
            <a:avLst/>
            <a:gdLst/>
            <a:ahLst/>
            <a:rect l="0" t="0" r="r" b="b"/>
            <a:pathLst>
              <a:path w="321" h="662">
                <a:moveTo>
                  <a:pt x="0" y="0"/>
                </a:moveTo>
                <a:lnTo>
                  <a:pt x="321" y="0"/>
                </a:lnTo>
                <a:lnTo>
                  <a:pt x="321" y="662"/>
                </a:lnTo>
                <a:lnTo>
                  <a:pt x="0" y="66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6" name=""/>
          <p:cNvSpPr/>
          <p:nvPr/>
        </p:nvSpPr>
        <p:spPr>
          <a:xfrm>
            <a:off x="9947880" y="423036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0" y="46"/>
                </a:moveTo>
                <a:cubicBezTo>
                  <a:pt x="0" y="-15"/>
                  <a:pt x="92" y="-15"/>
                  <a:pt x="92" y="46"/>
                </a:cubicBezTo>
                <a:cubicBezTo>
                  <a:pt x="92" y="108"/>
                  <a:pt x="0" y="108"/>
                  <a:pt x="0" y="46"/>
                </a:cubicBezTo>
                <a:close/>
              </a:path>
            </a:pathLst>
          </a:custGeom>
          <a:solidFill>
            <a:srgbClr val="009E73">
              <a:alpha val="6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87" name=""/>
          <p:cNvSpPr/>
          <p:nvPr/>
        </p:nvSpPr>
        <p:spPr>
          <a:xfrm>
            <a:off x="9947880" y="4230360"/>
            <a:ext cx="33120" cy="33120"/>
          </a:xfrm>
          <a:custGeom>
            <a:avLst/>
            <a:gdLst/>
            <a:ahLst/>
            <a:rect l="0" t="0" r="r" b="b"/>
            <a:pathLst>
              <a:path fill="none" w="92" h="92">
                <a:moveTo>
                  <a:pt x="92" y="46"/>
                </a:moveTo>
                <a:cubicBezTo>
                  <a:pt x="92" y="108"/>
                  <a:pt x="0" y="108"/>
                  <a:pt x="0" y="46"/>
                </a:cubicBezTo>
                <a:cubicBezTo>
                  <a:pt x="0" y="-15"/>
                  <a:pt x="92" y="-15"/>
                  <a:pt x="92" y="46"/>
                </a:cubicBezTo>
              </a:path>
            </a:pathLst>
          </a:custGeom>
          <a:ln cap="rnd" w="7920">
            <a:solidFill>
              <a:srgbClr val="009E73">
                <a:alpha val="6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8" name=""/>
          <p:cNvSpPr txBox="1"/>
          <p:nvPr/>
        </p:nvSpPr>
        <p:spPr>
          <a:xfrm rot="16200000">
            <a:off x="6779880" y="5094000"/>
            <a:ext cx="233532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0D0D0D"/>
                </a:solidFill>
                <a:effectLst/>
                <a:uFillTx/>
                <a:latin typeface="Arial"/>
                <a:ea typeface="Arial"/>
              </a:rPr>
              <a:t>Change in hazard ratio when held out (%)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9" name=""/>
          <p:cNvSpPr txBox="1"/>
          <p:nvPr/>
        </p:nvSpPr>
        <p:spPr>
          <a:xfrm>
            <a:off x="10085400" y="4025880"/>
            <a:ext cx="118908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Leave one province out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10085400" y="4140720"/>
            <a:ext cx="95400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Leave one species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10085400" y="4264200"/>
            <a:ext cx="48996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decile out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8277840" y="3632400"/>
            <a:ext cx="280548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No single province or species decile carries the result;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8277840" y="3758760"/>
            <a:ext cx="277308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maximum change 4.2%, 9 of 164 beyond 3% (dotted)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8277840" y="3429360"/>
            <a:ext cx="779760" cy="140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  Inﬂuence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/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Chenchen Ding</dc:creator>
  <dc:description/>
  <dc:language>zh-CN</dc:language>
  <cp:lastModifiedBy>Chenchen Ding</cp:lastModifiedBy>
  <cp:revision>0</cp:revision>
  <dc:subject/>
  <dc:title>FigS5_resampling_v2</dc:title>
</cp:coreProperties>
</file>